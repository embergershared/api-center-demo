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2" r:id="rId3"/>
  </p:sldMasterIdLst>
  <p:notesMasterIdLst>
    <p:notesMasterId r:id="rId16"/>
  </p:notesMasterIdLst>
  <p:sldIdLst>
    <p:sldId id="2147481672" r:id="rId4"/>
    <p:sldId id="2147481688" r:id="rId5"/>
    <p:sldId id="2147481697" r:id="rId6"/>
    <p:sldId id="298" r:id="rId7"/>
    <p:sldId id="2147481670" r:id="rId8"/>
    <p:sldId id="2147481702" r:id="rId9"/>
    <p:sldId id="2147481684" r:id="rId10"/>
    <p:sldId id="2147481703" r:id="rId11"/>
    <p:sldId id="2147481710" r:id="rId12"/>
    <p:sldId id="2147481711" r:id="rId13"/>
    <p:sldId id="2147481705" r:id="rId14"/>
    <p:sldId id="214747951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250" autoAdjust="0"/>
  </p:normalViewPr>
  <p:slideViewPr>
    <p:cSldViewPr snapToGrid="0">
      <p:cViewPr>
        <p:scale>
          <a:sx n="100" d="100"/>
          <a:sy n="100" d="100"/>
        </p:scale>
        <p:origin x="-922" y="-16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21" Type="http://schemas.microsoft.com/office/2016/11/relationships/changesInfo" Target="changesInfos/changesInfo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nuel Bergerat" userId="8a84887e-36c9-4722-9249-c426b70b5611" providerId="ADAL" clId="{622DA7D9-E86E-49D7-83F4-E27251F30604}"/>
    <pc:docChg chg="undo custSel addSld delSld modSld modShowInfo">
      <pc:chgData name="Emmanuel Bergerat" userId="8a84887e-36c9-4722-9249-c426b70b5611" providerId="ADAL" clId="{622DA7D9-E86E-49D7-83F4-E27251F30604}" dt="2026-10-01T00:43:48.600" v="132" actId="20577"/>
      <pc:docMkLst>
        <pc:docMk/>
      </pc:docMkLst>
      <pc:sldChg chg="addSp delSp modSp add del mod delAnim modAnim modNotesTx">
        <pc:chgData name="Emmanuel Bergerat" userId="8a84887e-36c9-4722-9249-c426b70b5611" providerId="ADAL" clId="{622DA7D9-E86E-49D7-83F4-E27251F30604}" dt="2026-10-01T00:35:22.493" v="112" actId="1038"/>
        <pc:sldMkLst>
          <pc:docMk/>
          <pc:sldMk cId="57353361" sldId="298"/>
        </pc:sldMkLst>
        <pc:spChg chg="mod">
          <ac:chgData name="Emmanuel Bergerat" userId="8a84887e-36c9-4722-9249-c426b70b5611" providerId="ADAL" clId="{622DA7D9-E86E-49D7-83F4-E27251F30604}" dt="2026-10-01T00:13:55.051" v="46" actId="12789"/>
          <ac:spMkLst>
            <pc:docMk/>
            <pc:sldMk cId="57353361" sldId="298"/>
            <ac:spMk id="2" creationId="{3954247A-5EF6-93C1-37AD-9604863ABC0B}"/>
          </ac:spMkLst>
        </pc:spChg>
        <pc:spChg chg="mod">
          <ac:chgData name="Emmanuel Bergerat" userId="8a84887e-36c9-4722-9249-c426b70b5611" providerId="ADAL" clId="{622DA7D9-E86E-49D7-83F4-E27251F30604}" dt="2026-10-01T00:13:55.051" v="46" actId="12789"/>
          <ac:spMkLst>
            <pc:docMk/>
            <pc:sldMk cId="57353361" sldId="298"/>
            <ac:spMk id="3" creationId="{57480D0D-9BAA-C2D1-6E21-FBA5A3935B04}"/>
          </ac:spMkLst>
        </pc:spChg>
        <pc:spChg chg="mod">
          <ac:chgData name="Emmanuel Bergerat" userId="8a84887e-36c9-4722-9249-c426b70b5611" providerId="ADAL" clId="{622DA7D9-E86E-49D7-83F4-E27251F30604}" dt="2026-10-01T00:17:25.526" v="61"/>
          <ac:spMkLst>
            <pc:docMk/>
            <pc:sldMk cId="57353361" sldId="298"/>
            <ac:spMk id="12" creationId="{F521449C-1A7B-3E1F-29D5-952BE236F682}"/>
          </ac:spMkLst>
        </pc:spChg>
        <pc:spChg chg="mod">
          <ac:chgData name="Emmanuel Bergerat" userId="8a84887e-36c9-4722-9249-c426b70b5611" providerId="ADAL" clId="{622DA7D9-E86E-49D7-83F4-E27251F30604}" dt="2026-10-01T00:17:25.526" v="61"/>
          <ac:spMkLst>
            <pc:docMk/>
            <pc:sldMk cId="57353361" sldId="298"/>
            <ac:spMk id="13" creationId="{101D5573-795B-B3B6-B71C-C94DC140068E}"/>
          </ac:spMkLst>
        </pc:spChg>
        <pc:spChg chg="mod">
          <ac:chgData name="Emmanuel Bergerat" userId="8a84887e-36c9-4722-9249-c426b70b5611" providerId="ADAL" clId="{622DA7D9-E86E-49D7-83F4-E27251F30604}" dt="2026-10-01T00:17:25.526" v="61"/>
          <ac:spMkLst>
            <pc:docMk/>
            <pc:sldMk cId="57353361" sldId="298"/>
            <ac:spMk id="14" creationId="{065B9CF1-38D4-B8EA-D6AF-6437E0332623}"/>
          </ac:spMkLst>
        </pc:spChg>
        <pc:spChg chg="mod">
          <ac:chgData name="Emmanuel Bergerat" userId="8a84887e-36c9-4722-9249-c426b70b5611" providerId="ADAL" clId="{622DA7D9-E86E-49D7-83F4-E27251F30604}" dt="2026-10-01T00:17:25.526" v="61"/>
          <ac:spMkLst>
            <pc:docMk/>
            <pc:sldMk cId="57353361" sldId="298"/>
            <ac:spMk id="16" creationId="{885E87F1-2EC0-B423-185D-CBA5B4656661}"/>
          </ac:spMkLst>
        </pc:spChg>
        <pc:spChg chg="mod">
          <ac:chgData name="Emmanuel Bergerat" userId="8a84887e-36c9-4722-9249-c426b70b5611" providerId="ADAL" clId="{622DA7D9-E86E-49D7-83F4-E27251F30604}" dt="2026-10-01T00:34:52.177" v="99"/>
          <ac:spMkLst>
            <pc:docMk/>
            <pc:sldMk cId="57353361" sldId="298"/>
            <ac:spMk id="18" creationId="{9BC4CE88-82A1-9B57-4A5D-709445B49CC3}"/>
          </ac:spMkLst>
        </pc:spChg>
        <pc:spChg chg="mod">
          <ac:chgData name="Emmanuel Bergerat" userId="8a84887e-36c9-4722-9249-c426b70b5611" providerId="ADAL" clId="{622DA7D9-E86E-49D7-83F4-E27251F30604}" dt="2026-10-01T00:34:52.177" v="99"/>
          <ac:spMkLst>
            <pc:docMk/>
            <pc:sldMk cId="57353361" sldId="298"/>
            <ac:spMk id="19" creationId="{340FB596-47CF-91BB-FDE4-FFADD764F02F}"/>
          </ac:spMkLst>
        </pc:spChg>
        <pc:spChg chg="mod">
          <ac:chgData name="Emmanuel Bergerat" userId="8a84887e-36c9-4722-9249-c426b70b5611" providerId="ADAL" clId="{622DA7D9-E86E-49D7-83F4-E27251F30604}" dt="2026-10-01T00:18:06.999" v="65"/>
          <ac:spMkLst>
            <pc:docMk/>
            <pc:sldMk cId="57353361" sldId="298"/>
            <ac:spMk id="19" creationId="{8B996241-C81E-E593-7AC7-42C6F22C5BD4}"/>
          </ac:spMkLst>
        </pc:spChg>
        <pc:spChg chg="mod">
          <ac:chgData name="Emmanuel Bergerat" userId="8a84887e-36c9-4722-9249-c426b70b5611" providerId="ADAL" clId="{622DA7D9-E86E-49D7-83F4-E27251F30604}" dt="2026-10-01T00:18:06.999" v="65"/>
          <ac:spMkLst>
            <pc:docMk/>
            <pc:sldMk cId="57353361" sldId="298"/>
            <ac:spMk id="20" creationId="{FCCC420B-D32A-91BC-638C-0649E2414D9E}"/>
          </ac:spMkLst>
        </pc:spChg>
        <pc:spChg chg="mod">
          <ac:chgData name="Emmanuel Bergerat" userId="8a84887e-36c9-4722-9249-c426b70b5611" providerId="ADAL" clId="{622DA7D9-E86E-49D7-83F4-E27251F30604}" dt="2026-10-01T00:34:52.177" v="99"/>
          <ac:spMkLst>
            <pc:docMk/>
            <pc:sldMk cId="57353361" sldId="298"/>
            <ac:spMk id="21" creationId="{76E5F40A-8043-9E8E-ED24-3EB04AC4F496}"/>
          </ac:spMkLst>
        </pc:spChg>
        <pc:spChg chg="mod">
          <ac:chgData name="Emmanuel Bergerat" userId="8a84887e-36c9-4722-9249-c426b70b5611" providerId="ADAL" clId="{622DA7D9-E86E-49D7-83F4-E27251F30604}" dt="2026-10-01T00:18:06.999" v="65"/>
          <ac:spMkLst>
            <pc:docMk/>
            <pc:sldMk cId="57353361" sldId="298"/>
            <ac:spMk id="25" creationId="{1F2D5A8F-C9D0-28FF-4F2D-64B87B8BBF98}"/>
          </ac:spMkLst>
        </pc:spChg>
        <pc:spChg chg="mod">
          <ac:chgData name="Emmanuel Bergerat" userId="8a84887e-36c9-4722-9249-c426b70b5611" providerId="ADAL" clId="{622DA7D9-E86E-49D7-83F4-E27251F30604}" dt="2026-10-01T00:34:52.177" v="99"/>
          <ac:spMkLst>
            <pc:docMk/>
            <pc:sldMk cId="57353361" sldId="298"/>
            <ac:spMk id="25" creationId="{EC3358BF-C129-05D3-A155-0D5A9C6C6059}"/>
          </ac:spMkLst>
        </pc:spChg>
        <pc:spChg chg="mod">
          <ac:chgData name="Emmanuel Bergerat" userId="8a84887e-36c9-4722-9249-c426b70b5611" providerId="ADAL" clId="{622DA7D9-E86E-49D7-83F4-E27251F30604}" dt="2026-10-01T00:18:06.999" v="65"/>
          <ac:spMkLst>
            <pc:docMk/>
            <pc:sldMk cId="57353361" sldId="298"/>
            <ac:spMk id="27" creationId="{81DB5F38-A396-23E6-5EE7-3782AD2C4391}"/>
          </ac:spMkLst>
        </pc:spChg>
        <pc:spChg chg="del mod topLvl">
          <ac:chgData name="Emmanuel Bergerat" userId="8a84887e-36c9-4722-9249-c426b70b5611" providerId="ADAL" clId="{622DA7D9-E86E-49D7-83F4-E27251F30604}" dt="2026-10-01T00:34:27.234" v="97" actId="478"/>
          <ac:spMkLst>
            <pc:docMk/>
            <pc:sldMk cId="57353361" sldId="298"/>
            <ac:spMk id="31" creationId="{817F417C-158D-8C19-1E66-78649B261F3B}"/>
          </ac:spMkLst>
        </pc:spChg>
        <pc:spChg chg="del mod">
          <ac:chgData name="Emmanuel Bergerat" userId="8a84887e-36c9-4722-9249-c426b70b5611" providerId="ADAL" clId="{622DA7D9-E86E-49D7-83F4-E27251F30604}" dt="2026-10-01T00:34:25.388" v="96" actId="478"/>
          <ac:spMkLst>
            <pc:docMk/>
            <pc:sldMk cId="57353361" sldId="298"/>
            <ac:spMk id="32" creationId="{7313CDA6-6099-C4F7-E3A9-29F7497745AA}"/>
          </ac:spMkLst>
        </pc:spChg>
        <pc:spChg chg="del mod">
          <ac:chgData name="Emmanuel Bergerat" userId="8a84887e-36c9-4722-9249-c426b70b5611" providerId="ADAL" clId="{622DA7D9-E86E-49D7-83F4-E27251F30604}" dt="2026-10-01T00:34:20.141" v="95" actId="478"/>
          <ac:spMkLst>
            <pc:docMk/>
            <pc:sldMk cId="57353361" sldId="298"/>
            <ac:spMk id="34" creationId="{3817FBD3-96E3-AFAC-8032-ACEB427E20D5}"/>
          </ac:spMkLst>
        </pc:spChg>
        <pc:spChg chg="mod">
          <ac:chgData name="Emmanuel Bergerat" userId="8a84887e-36c9-4722-9249-c426b70b5611" providerId="ADAL" clId="{622DA7D9-E86E-49D7-83F4-E27251F30604}" dt="2026-10-01T00:18:38.224" v="69"/>
          <ac:spMkLst>
            <pc:docMk/>
            <pc:sldMk cId="57353361" sldId="298"/>
            <ac:spMk id="35" creationId="{36313BEC-7FF7-0CCF-90C4-BAB919EA3620}"/>
          </ac:spMkLst>
        </pc:spChg>
        <pc:spChg chg="mod">
          <ac:chgData name="Emmanuel Bergerat" userId="8a84887e-36c9-4722-9249-c426b70b5611" providerId="ADAL" clId="{622DA7D9-E86E-49D7-83F4-E27251F30604}" dt="2026-10-01T00:14:27.627" v="48" actId="14100"/>
          <ac:spMkLst>
            <pc:docMk/>
            <pc:sldMk cId="57353361" sldId="298"/>
            <ac:spMk id="57" creationId="{34CC93CF-72C8-1294-5D57-7C9E6238766B}"/>
          </ac:spMkLst>
        </pc:spChg>
        <pc:grpChg chg="add">
          <ac:chgData name="Emmanuel Bergerat" userId="8a84887e-36c9-4722-9249-c426b70b5611" providerId="ADAL" clId="{622DA7D9-E86E-49D7-83F4-E27251F30604}" dt="2026-10-01T00:14:02.085" v="47" actId="164"/>
          <ac:grpSpMkLst>
            <pc:docMk/>
            <pc:sldMk cId="57353361" sldId="298"/>
            <ac:grpSpMk id="4" creationId="{7312D420-6DC0-493E-29EF-D51A00EA4466}"/>
          </ac:grpSpMkLst>
        </pc:grpChg>
        <pc:grpChg chg="add mod">
          <ac:chgData name="Emmanuel Bergerat" userId="8a84887e-36c9-4722-9249-c426b70b5611" providerId="ADAL" clId="{622DA7D9-E86E-49D7-83F4-E27251F30604}" dt="2026-10-01T00:35:13.724" v="103" actId="1038"/>
          <ac:grpSpMkLst>
            <pc:docMk/>
            <pc:sldMk cId="57353361" sldId="298"/>
            <ac:grpSpMk id="6" creationId="{7D470947-0880-44A7-468D-A82D628EEFED}"/>
          </ac:grpSpMkLst>
        </pc:grpChg>
        <pc:grpChg chg="add mod ord">
          <ac:chgData name="Emmanuel Bergerat" userId="8a84887e-36c9-4722-9249-c426b70b5611" providerId="ADAL" clId="{622DA7D9-E86E-49D7-83F4-E27251F30604}" dt="2026-10-01T00:17:52.073" v="64" actId="170"/>
          <ac:grpSpMkLst>
            <pc:docMk/>
            <pc:sldMk cId="57353361" sldId="298"/>
            <ac:grpSpMk id="8" creationId="{020ED7CC-D11A-E8AF-7E17-0B94AC408634}"/>
          </ac:grpSpMkLst>
        </pc:grpChg>
        <pc:grpChg chg="mod">
          <ac:chgData name="Emmanuel Bergerat" userId="8a84887e-36c9-4722-9249-c426b70b5611" providerId="ADAL" clId="{622DA7D9-E86E-49D7-83F4-E27251F30604}" dt="2026-10-01T00:34:52.177" v="99"/>
          <ac:grpSpMkLst>
            <pc:docMk/>
            <pc:sldMk cId="57353361" sldId="298"/>
            <ac:grpSpMk id="17" creationId="{9A397676-3238-E872-385D-5B7BD1415B1A}"/>
          </ac:grpSpMkLst>
        </pc:grpChg>
        <pc:grpChg chg="add del mod">
          <ac:chgData name="Emmanuel Bergerat" userId="8a84887e-36c9-4722-9249-c426b70b5611" providerId="ADAL" clId="{622DA7D9-E86E-49D7-83F4-E27251F30604}" dt="2026-10-01T00:18:37.121" v="68" actId="478"/>
          <ac:grpSpMkLst>
            <pc:docMk/>
            <pc:sldMk cId="57353361" sldId="298"/>
            <ac:grpSpMk id="17" creationId="{D7006CC2-51B1-87B0-EFC8-E8A0DB18C3BD}"/>
          </ac:grpSpMkLst>
        </pc:grpChg>
        <pc:grpChg chg="mod">
          <ac:chgData name="Emmanuel Bergerat" userId="8a84887e-36c9-4722-9249-c426b70b5611" providerId="ADAL" clId="{622DA7D9-E86E-49D7-83F4-E27251F30604}" dt="2026-10-01T00:18:06.999" v="65"/>
          <ac:grpSpMkLst>
            <pc:docMk/>
            <pc:sldMk cId="57353361" sldId="298"/>
            <ac:grpSpMk id="18" creationId="{638FADBB-0303-4D72-6369-58342500B1E9}"/>
          </ac:grpSpMkLst>
        </pc:grpChg>
        <pc:grpChg chg="add del mod ord">
          <ac:chgData name="Emmanuel Bergerat" userId="8a84887e-36c9-4722-9249-c426b70b5611" providerId="ADAL" clId="{622DA7D9-E86E-49D7-83F4-E27251F30604}" dt="2026-10-01T00:34:27.234" v="97" actId="478"/>
          <ac:grpSpMkLst>
            <pc:docMk/>
            <pc:sldMk cId="57353361" sldId="298"/>
            <ac:grpSpMk id="28" creationId="{99DB0424-08A7-20B5-44A4-E7A038FAAA65}"/>
          </ac:grpSpMkLst>
        </pc:grpChg>
        <pc:grpChg chg="mod topLvl">
          <ac:chgData name="Emmanuel Bergerat" userId="8a84887e-36c9-4722-9249-c426b70b5611" providerId="ADAL" clId="{622DA7D9-E86E-49D7-83F4-E27251F30604}" dt="2026-10-01T00:35:22.493" v="112" actId="1038"/>
          <ac:grpSpMkLst>
            <pc:docMk/>
            <pc:sldMk cId="57353361" sldId="298"/>
            <ac:grpSpMk id="30" creationId="{9B8074DD-0F65-C4ED-5640-E901DD0F5232}"/>
          </ac:grpSpMkLst>
        </pc:grpChg>
        <pc:picChg chg="add mod ord">
          <ac:chgData name="Emmanuel Bergerat" userId="8a84887e-36c9-4722-9249-c426b70b5611" providerId="ADAL" clId="{622DA7D9-E86E-49D7-83F4-E27251F30604}" dt="2026-10-01T00:34:02.165" v="93" actId="1076"/>
          <ac:picMkLst>
            <pc:docMk/>
            <pc:sldMk cId="57353361" sldId="298"/>
            <ac:picMk id="7" creationId="{1958B611-DA14-87B3-88DA-F209F4E2260A}"/>
          </ac:picMkLst>
        </pc:picChg>
        <pc:picChg chg="mod">
          <ac:chgData name="Emmanuel Bergerat" userId="8a84887e-36c9-4722-9249-c426b70b5611" providerId="ADAL" clId="{622DA7D9-E86E-49D7-83F4-E27251F30604}" dt="2026-10-01T00:17:25.526" v="61"/>
          <ac:picMkLst>
            <pc:docMk/>
            <pc:sldMk cId="57353361" sldId="298"/>
            <ac:picMk id="10" creationId="{A990680F-44DB-1F11-6A6A-D41D8A4980AE}"/>
          </ac:picMkLst>
        </pc:picChg>
        <pc:picChg chg="mod">
          <ac:chgData name="Emmanuel Bergerat" userId="8a84887e-36c9-4722-9249-c426b70b5611" providerId="ADAL" clId="{622DA7D9-E86E-49D7-83F4-E27251F30604}" dt="2026-10-01T00:17:25.526" v="61"/>
          <ac:picMkLst>
            <pc:docMk/>
            <pc:sldMk cId="57353361" sldId="298"/>
            <ac:picMk id="11" creationId="{F5801279-8190-C53E-93E7-3EF718AA9C38}"/>
          </ac:picMkLst>
        </pc:picChg>
        <pc:picChg chg="mod">
          <ac:chgData name="Emmanuel Bergerat" userId="8a84887e-36c9-4722-9249-c426b70b5611" providerId="ADAL" clId="{622DA7D9-E86E-49D7-83F4-E27251F30604}" dt="2026-10-01T00:34:52.177" v="99"/>
          <ac:picMkLst>
            <pc:docMk/>
            <pc:sldMk cId="57353361" sldId="298"/>
            <ac:picMk id="20" creationId="{3445EA4F-BBE1-F75E-95C3-1F0454729135}"/>
          </ac:picMkLst>
        </pc:picChg>
        <pc:picChg chg="mod">
          <ac:chgData name="Emmanuel Bergerat" userId="8a84887e-36c9-4722-9249-c426b70b5611" providerId="ADAL" clId="{622DA7D9-E86E-49D7-83F4-E27251F30604}" dt="2026-10-01T00:18:06.999" v="65"/>
          <ac:picMkLst>
            <pc:docMk/>
            <pc:sldMk cId="57353361" sldId="298"/>
            <ac:picMk id="21" creationId="{F86CF643-C127-8792-227D-BF817FC8FD4F}"/>
          </ac:picMkLst>
        </pc:picChg>
        <pc:picChg chg="del">
          <ac:chgData name="Emmanuel Bergerat" userId="8a84887e-36c9-4722-9249-c426b70b5611" providerId="ADAL" clId="{622DA7D9-E86E-49D7-83F4-E27251F30604}" dt="2026-10-01T00:09:35.809" v="8" actId="478"/>
          <ac:picMkLst>
            <pc:docMk/>
            <pc:sldMk cId="57353361" sldId="298"/>
            <ac:picMk id="26" creationId="{4EF34643-4F18-3508-BC1B-AF5714B604E9}"/>
          </ac:picMkLst>
        </pc:picChg>
        <pc:picChg chg="mod">
          <ac:chgData name="Emmanuel Bergerat" userId="8a84887e-36c9-4722-9249-c426b70b5611" providerId="ADAL" clId="{622DA7D9-E86E-49D7-83F4-E27251F30604}" dt="2026-10-01T00:18:38.224" v="69"/>
          <ac:picMkLst>
            <pc:docMk/>
            <pc:sldMk cId="57353361" sldId="298"/>
            <ac:picMk id="33" creationId="{3CF444A6-F529-BC80-433B-8F95D5D99AC9}"/>
          </ac:picMkLst>
        </pc:picChg>
      </pc:sldChg>
      <pc:sldChg chg="add">
        <pc:chgData name="Emmanuel Bergerat" userId="8a84887e-36c9-4722-9249-c426b70b5611" providerId="ADAL" clId="{622DA7D9-E86E-49D7-83F4-E27251F30604}" dt="2026-10-01T00:21:39.709" v="77"/>
        <pc:sldMkLst>
          <pc:docMk/>
          <pc:sldMk cId="2634737452" sldId="2147479515"/>
        </pc:sldMkLst>
      </pc:sldChg>
      <pc:sldChg chg="add del">
        <pc:chgData name="Emmanuel Bergerat" userId="8a84887e-36c9-4722-9249-c426b70b5611" providerId="ADAL" clId="{622DA7D9-E86E-49D7-83F4-E27251F30604}" dt="2026-10-01T00:15:42.823" v="51"/>
        <pc:sldMkLst>
          <pc:docMk/>
          <pc:sldMk cId="1426807198" sldId="2147481670"/>
        </pc:sldMkLst>
      </pc:sldChg>
      <pc:sldChg chg="add del modTransition">
        <pc:chgData name="Emmanuel Bergerat" userId="8a84887e-36c9-4722-9249-c426b70b5611" providerId="ADAL" clId="{622DA7D9-E86E-49D7-83F4-E27251F30604}" dt="2026-10-01T00:00:51.646" v="2"/>
        <pc:sldMkLst>
          <pc:docMk/>
          <pc:sldMk cId="420602184" sldId="2147481672"/>
        </pc:sldMkLst>
      </pc:sldChg>
      <pc:sldChg chg="add del">
        <pc:chgData name="Emmanuel Bergerat" userId="8a84887e-36c9-4722-9249-c426b70b5611" providerId="ADAL" clId="{622DA7D9-E86E-49D7-83F4-E27251F30604}" dt="2026-10-01T00:15:42.823" v="51"/>
        <pc:sldMkLst>
          <pc:docMk/>
          <pc:sldMk cId="4161741623" sldId="2147481684"/>
        </pc:sldMkLst>
      </pc:sldChg>
      <pc:sldChg chg="add del modTransition">
        <pc:chgData name="Emmanuel Bergerat" userId="8a84887e-36c9-4722-9249-c426b70b5611" providerId="ADAL" clId="{622DA7D9-E86E-49D7-83F4-E27251F30604}" dt="2026-10-01T00:00:51.646" v="2"/>
        <pc:sldMkLst>
          <pc:docMk/>
          <pc:sldMk cId="1579024918" sldId="2147481688"/>
        </pc:sldMkLst>
      </pc:sldChg>
      <pc:sldChg chg="add del modTransition">
        <pc:chgData name="Emmanuel Bergerat" userId="8a84887e-36c9-4722-9249-c426b70b5611" providerId="ADAL" clId="{622DA7D9-E86E-49D7-83F4-E27251F30604}" dt="2026-10-01T00:00:51.646" v="2"/>
        <pc:sldMkLst>
          <pc:docMk/>
          <pc:sldMk cId="495469870" sldId="2147481697"/>
        </pc:sldMkLst>
      </pc:sldChg>
      <pc:sldChg chg="add del">
        <pc:chgData name="Emmanuel Bergerat" userId="8a84887e-36c9-4722-9249-c426b70b5611" providerId="ADAL" clId="{622DA7D9-E86E-49D7-83F4-E27251F30604}" dt="2026-10-01T00:15:42.823" v="51"/>
        <pc:sldMkLst>
          <pc:docMk/>
          <pc:sldMk cId="2355283997" sldId="2147481702"/>
        </pc:sldMkLst>
      </pc:sldChg>
      <pc:sldChg chg="add del">
        <pc:chgData name="Emmanuel Bergerat" userId="8a84887e-36c9-4722-9249-c426b70b5611" providerId="ADAL" clId="{622DA7D9-E86E-49D7-83F4-E27251F30604}" dt="2026-10-01T00:20:31.862" v="75"/>
        <pc:sldMkLst>
          <pc:docMk/>
          <pc:sldMk cId="1207755671" sldId="2147481703"/>
        </pc:sldMkLst>
      </pc:sldChg>
      <pc:sldChg chg="addSp delSp modSp add del mod">
        <pc:chgData name="Emmanuel Bergerat" userId="8a84887e-36c9-4722-9249-c426b70b5611" providerId="ADAL" clId="{622DA7D9-E86E-49D7-83F4-E27251F30604}" dt="2026-10-01T00:19:07.036" v="72" actId="47"/>
        <pc:sldMkLst>
          <pc:docMk/>
          <pc:sldMk cId="3665195840" sldId="2147481703"/>
        </pc:sldMkLst>
        <pc:spChg chg="add del">
          <ac:chgData name="Emmanuel Bergerat" userId="8a84887e-36c9-4722-9249-c426b70b5611" providerId="ADAL" clId="{622DA7D9-E86E-49D7-83F4-E27251F30604}" dt="2026-10-01T00:16:27.519" v="54" actId="478"/>
          <ac:spMkLst>
            <pc:docMk/>
            <pc:sldMk cId="3665195840" sldId="2147481703"/>
            <ac:spMk id="3" creationId="{6754FDAF-A25B-E548-1786-37BD7581EFCE}"/>
          </ac:spMkLst>
        </pc:spChg>
        <pc:spChg chg="add del">
          <ac:chgData name="Emmanuel Bergerat" userId="8a84887e-36c9-4722-9249-c426b70b5611" providerId="ADAL" clId="{622DA7D9-E86E-49D7-83F4-E27251F30604}" dt="2026-10-01T00:16:27.519" v="54" actId="478"/>
          <ac:spMkLst>
            <pc:docMk/>
            <pc:sldMk cId="3665195840" sldId="2147481703"/>
            <ac:spMk id="17" creationId="{875F58A3-EBDB-34B9-BEE9-98ACFDD9B8DC}"/>
          </ac:spMkLst>
        </pc:spChg>
        <pc:spChg chg="add del">
          <ac:chgData name="Emmanuel Bergerat" userId="8a84887e-36c9-4722-9249-c426b70b5611" providerId="ADAL" clId="{622DA7D9-E86E-49D7-83F4-E27251F30604}" dt="2026-10-01T00:16:27.519" v="54" actId="478"/>
          <ac:spMkLst>
            <pc:docMk/>
            <pc:sldMk cId="3665195840" sldId="2147481703"/>
            <ac:spMk id="40" creationId="{6FD74AA1-9D01-DCE3-B84C-B893A0C85BE2}"/>
          </ac:spMkLst>
        </pc:spChg>
        <pc:spChg chg="add del">
          <ac:chgData name="Emmanuel Bergerat" userId="8a84887e-36c9-4722-9249-c426b70b5611" providerId="ADAL" clId="{622DA7D9-E86E-49D7-83F4-E27251F30604}" dt="2026-10-01T00:16:27.519" v="54" actId="478"/>
          <ac:spMkLst>
            <pc:docMk/>
            <pc:sldMk cId="3665195840" sldId="2147481703"/>
            <ac:spMk id="41" creationId="{34F2C44F-37F7-4C47-221D-0CE6B7F63B5C}"/>
          </ac:spMkLst>
        </pc:spChg>
        <pc:spChg chg="add del">
          <ac:chgData name="Emmanuel Bergerat" userId="8a84887e-36c9-4722-9249-c426b70b5611" providerId="ADAL" clId="{622DA7D9-E86E-49D7-83F4-E27251F30604}" dt="2026-10-01T00:16:27.519" v="54" actId="478"/>
          <ac:spMkLst>
            <pc:docMk/>
            <pc:sldMk cId="3665195840" sldId="2147481703"/>
            <ac:spMk id="43" creationId="{0B543F7D-BA43-AF36-0753-795A8F7016E3}"/>
          </ac:spMkLst>
        </pc:spChg>
        <pc:spChg chg="add del">
          <ac:chgData name="Emmanuel Bergerat" userId="8a84887e-36c9-4722-9249-c426b70b5611" providerId="ADAL" clId="{622DA7D9-E86E-49D7-83F4-E27251F30604}" dt="2026-10-01T00:16:27.519" v="54" actId="478"/>
          <ac:spMkLst>
            <pc:docMk/>
            <pc:sldMk cId="3665195840" sldId="2147481703"/>
            <ac:spMk id="72" creationId="{DA112782-7393-7991-07A8-4CC658840FC4}"/>
          </ac:spMkLst>
        </pc:spChg>
        <pc:spChg chg="add del">
          <ac:chgData name="Emmanuel Bergerat" userId="8a84887e-36c9-4722-9249-c426b70b5611" providerId="ADAL" clId="{622DA7D9-E86E-49D7-83F4-E27251F30604}" dt="2026-10-01T00:16:27.519" v="54" actId="478"/>
          <ac:spMkLst>
            <pc:docMk/>
            <pc:sldMk cId="3665195840" sldId="2147481703"/>
            <ac:spMk id="73" creationId="{5AD54FA8-828B-72AB-1B4C-C45D2DE23ED3}"/>
          </ac:spMkLst>
        </pc:spChg>
        <pc:spChg chg="add del">
          <ac:chgData name="Emmanuel Bergerat" userId="8a84887e-36c9-4722-9249-c426b70b5611" providerId="ADAL" clId="{622DA7D9-E86E-49D7-83F4-E27251F30604}" dt="2026-10-01T00:16:27.519" v="54" actId="478"/>
          <ac:spMkLst>
            <pc:docMk/>
            <pc:sldMk cId="3665195840" sldId="2147481703"/>
            <ac:spMk id="75" creationId="{5FF918ED-EC97-4010-D5DB-D60756B99EE1}"/>
          </ac:spMkLst>
        </pc:spChg>
        <pc:spChg chg="add del">
          <ac:chgData name="Emmanuel Bergerat" userId="8a84887e-36c9-4722-9249-c426b70b5611" providerId="ADAL" clId="{622DA7D9-E86E-49D7-83F4-E27251F30604}" dt="2026-10-01T00:16:27.519" v="54" actId="478"/>
          <ac:spMkLst>
            <pc:docMk/>
            <pc:sldMk cId="3665195840" sldId="2147481703"/>
            <ac:spMk id="166" creationId="{F239B7D8-7FE4-16A0-695C-0E2B6B2549DE}"/>
          </ac:spMkLst>
        </pc:spChg>
        <pc:spChg chg="add del">
          <ac:chgData name="Emmanuel Bergerat" userId="8a84887e-36c9-4722-9249-c426b70b5611" providerId="ADAL" clId="{622DA7D9-E86E-49D7-83F4-E27251F30604}" dt="2026-10-01T00:16:27.519" v="54" actId="478"/>
          <ac:spMkLst>
            <pc:docMk/>
            <pc:sldMk cId="3665195840" sldId="2147481703"/>
            <ac:spMk id="276" creationId="{80683417-C50F-F504-2AB4-FD04B8FE1B68}"/>
          </ac:spMkLst>
        </pc:spChg>
        <pc:grpChg chg="del">
          <ac:chgData name="Emmanuel Bergerat" userId="8a84887e-36c9-4722-9249-c426b70b5611" providerId="ADAL" clId="{622DA7D9-E86E-49D7-83F4-E27251F30604}" dt="2026-10-01T00:16:33.466" v="55" actId="478"/>
          <ac:grpSpMkLst>
            <pc:docMk/>
            <pc:sldMk cId="3665195840" sldId="2147481703"/>
            <ac:grpSpMk id="4" creationId="{89F190FC-26AE-EA0B-B664-53BD4F2DDB28}"/>
          </ac:grpSpMkLst>
        </pc:grpChg>
        <pc:grpChg chg="mod">
          <ac:chgData name="Emmanuel Bergerat" userId="8a84887e-36c9-4722-9249-c426b70b5611" providerId="ADAL" clId="{622DA7D9-E86E-49D7-83F4-E27251F30604}" dt="2026-10-01T00:18:31.731" v="67" actId="1076"/>
          <ac:grpSpMkLst>
            <pc:docMk/>
            <pc:sldMk cId="3665195840" sldId="2147481703"/>
            <ac:grpSpMk id="279" creationId="{57EA2DBD-9D6B-2EA5-A803-CDB56EF6CB39}"/>
          </ac:grpSpMkLst>
        </pc:grpChg>
        <pc:picChg chg="del mod">
          <ac:chgData name="Emmanuel Bergerat" userId="8a84887e-36c9-4722-9249-c426b70b5611" providerId="ADAL" clId="{622DA7D9-E86E-49D7-83F4-E27251F30604}" dt="2026-10-01T00:17:19.781" v="60" actId="478"/>
          <ac:picMkLst>
            <pc:docMk/>
            <pc:sldMk cId="3665195840" sldId="2147481703"/>
            <ac:picMk id="269" creationId="{6969DA6D-E914-3427-82FF-C461A8B2574B}"/>
          </ac:picMkLst>
        </pc:picChg>
      </pc:sldChg>
      <pc:sldChg chg="delSp modSp add mod modNotesTx">
        <pc:chgData name="Emmanuel Bergerat" userId="8a84887e-36c9-4722-9249-c426b70b5611" providerId="ADAL" clId="{622DA7D9-E86E-49D7-83F4-E27251F30604}" dt="2026-10-01T00:43:48.600" v="132" actId="20577"/>
        <pc:sldMkLst>
          <pc:docMk/>
          <pc:sldMk cId="845029084" sldId="2147481705"/>
        </pc:sldMkLst>
        <pc:spChg chg="del">
          <ac:chgData name="Emmanuel Bergerat" userId="8a84887e-36c9-4722-9249-c426b70b5611" providerId="ADAL" clId="{622DA7D9-E86E-49D7-83F4-E27251F30604}" dt="2026-10-01T00:40:51.221" v="124" actId="478"/>
          <ac:spMkLst>
            <pc:docMk/>
            <pc:sldMk cId="845029084" sldId="2147481705"/>
            <ac:spMk id="3" creationId="{8358DE13-DA50-2C10-3619-0D9AB859553C}"/>
          </ac:spMkLst>
        </pc:spChg>
        <pc:spChg chg="mod">
          <ac:chgData name="Emmanuel Bergerat" userId="8a84887e-36c9-4722-9249-c426b70b5611" providerId="ADAL" clId="{622DA7D9-E86E-49D7-83F4-E27251F30604}" dt="2026-10-01T00:40:39.232" v="122" actId="6549"/>
          <ac:spMkLst>
            <pc:docMk/>
            <pc:sldMk cId="845029084" sldId="2147481705"/>
            <ac:spMk id="95" creationId="{5E1FA3F8-C14A-27A1-3DDE-F98D1DDA9ED1}"/>
          </ac:spMkLst>
        </pc:spChg>
        <pc:spChg chg="del">
          <ac:chgData name="Emmanuel Bergerat" userId="8a84887e-36c9-4722-9249-c426b70b5611" providerId="ADAL" clId="{622DA7D9-E86E-49D7-83F4-E27251F30604}" dt="2026-10-01T00:40:49.840" v="123" actId="478"/>
          <ac:spMkLst>
            <pc:docMk/>
            <pc:sldMk cId="845029084" sldId="2147481705"/>
            <ac:spMk id="126" creationId="{7F4FBB0E-0F62-E1BE-1F35-121269CD636E}"/>
          </ac:spMkLst>
        </pc:spChg>
      </pc:sldChg>
      <pc:sldChg chg="delSp modSp add del mod modNotesTx">
        <pc:chgData name="Emmanuel Bergerat" userId="8a84887e-36c9-4722-9249-c426b70b5611" providerId="ADAL" clId="{622DA7D9-E86E-49D7-83F4-E27251F30604}" dt="2026-10-01T00:42:40.528" v="125" actId="6549"/>
        <pc:sldMkLst>
          <pc:docMk/>
          <pc:sldMk cId="3788133014" sldId="2147481710"/>
        </pc:sldMkLst>
        <pc:spChg chg="del">
          <ac:chgData name="Emmanuel Bergerat" userId="8a84887e-36c9-4722-9249-c426b70b5611" providerId="ADAL" clId="{622DA7D9-E86E-49D7-83F4-E27251F30604}" dt="2026-10-01T00:36:40.465" v="115" actId="478"/>
          <ac:spMkLst>
            <pc:docMk/>
            <pc:sldMk cId="3788133014" sldId="2147481710"/>
            <ac:spMk id="4" creationId="{C71EEA22-5BE9-6DF3-E807-49B11BCC6955}"/>
          </ac:spMkLst>
        </pc:spChg>
        <pc:spChg chg="mod">
          <ac:chgData name="Emmanuel Bergerat" userId="8a84887e-36c9-4722-9249-c426b70b5611" providerId="ADAL" clId="{622DA7D9-E86E-49D7-83F4-E27251F30604}" dt="2026-10-01T00:36:32.681" v="113" actId="6549"/>
          <ac:spMkLst>
            <pc:docMk/>
            <pc:sldMk cId="3788133014" sldId="2147481710"/>
            <ac:spMk id="1167" creationId="{F3A7024D-8978-DA94-9D23-E383E3853DDC}"/>
          </ac:spMkLst>
        </pc:spChg>
        <pc:spChg chg="del">
          <ac:chgData name="Emmanuel Bergerat" userId="8a84887e-36c9-4722-9249-c426b70b5611" providerId="ADAL" clId="{622DA7D9-E86E-49D7-83F4-E27251F30604}" dt="2026-10-01T00:36:37.409" v="114" actId="478"/>
          <ac:spMkLst>
            <pc:docMk/>
            <pc:sldMk cId="3788133014" sldId="2147481710"/>
            <ac:spMk id="1183" creationId="{C80DFBC1-587B-D00E-A200-BC85C8608724}"/>
          </ac:spMkLst>
        </pc:spChg>
      </pc:sldChg>
      <pc:sldChg chg="delSp modSp add del mod modNotesTx">
        <pc:chgData name="Emmanuel Bergerat" userId="8a84887e-36c9-4722-9249-c426b70b5611" providerId="ADAL" clId="{622DA7D9-E86E-49D7-83F4-E27251F30604}" dt="2026-10-01T00:43:12.674" v="129" actId="20577"/>
        <pc:sldMkLst>
          <pc:docMk/>
          <pc:sldMk cId="1431294016" sldId="2147481711"/>
        </pc:sldMkLst>
        <pc:spChg chg="mod">
          <ac:chgData name="Emmanuel Bergerat" userId="8a84887e-36c9-4722-9249-c426b70b5611" providerId="ADAL" clId="{622DA7D9-E86E-49D7-83F4-E27251F30604}" dt="2026-10-01T00:37:40.070" v="119" actId="6549"/>
          <ac:spMkLst>
            <pc:docMk/>
            <pc:sldMk cId="1431294016" sldId="2147481711"/>
            <ac:spMk id="1285" creationId="{16634F66-B9D2-CDE0-403F-560B68303640}"/>
          </ac:spMkLst>
        </pc:spChg>
        <pc:spChg chg="del">
          <ac:chgData name="Emmanuel Bergerat" userId="8a84887e-36c9-4722-9249-c426b70b5611" providerId="ADAL" clId="{622DA7D9-E86E-49D7-83F4-E27251F30604}" dt="2026-10-01T00:37:54.979" v="121" actId="478"/>
          <ac:spMkLst>
            <pc:docMk/>
            <pc:sldMk cId="1431294016" sldId="2147481711"/>
            <ac:spMk id="1422" creationId="{2A1D07BF-2060-7AEF-FFEA-BEF99A991243}"/>
          </ac:spMkLst>
        </pc:spChg>
        <pc:spChg chg="del">
          <ac:chgData name="Emmanuel Bergerat" userId="8a84887e-36c9-4722-9249-c426b70b5611" providerId="ADAL" clId="{622DA7D9-E86E-49D7-83F4-E27251F30604}" dt="2026-10-01T00:37:46.743" v="120" actId="478"/>
          <ac:spMkLst>
            <pc:docMk/>
            <pc:sldMk cId="1431294016" sldId="2147481711"/>
            <ac:spMk id="1495" creationId="{47F37039-2D58-3CE9-78E7-B58B92B67E5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234EB8-DB18-4C6A-976C-AB733C9F2BFF}"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ED90C9-39B2-4167-A914-AB98A6850C80}" type="slidenum">
              <a:rPr lang="en-US" smtClean="0"/>
              <a:t>‹#›</a:t>
            </a:fld>
            <a:endParaRPr lang="en-US"/>
          </a:p>
        </p:txBody>
      </p:sp>
    </p:spTree>
    <p:extLst>
      <p:ext uri="{BB962C8B-B14F-4D97-AF65-F5344CB8AC3E}">
        <p14:creationId xmlns:p14="http://schemas.microsoft.com/office/powerpoint/2010/main" val="3315156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techtarget.com/searchsecurity/feature/API-security-strategies-must-evolve-to-include-API-protection"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ED9F9F-7CBE-4AA9-AB4D-3F319D0CCC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94970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a:solidFill>
                <a:srgbClr val="0C0C0C"/>
              </a:solidFill>
              <a:effectLst/>
              <a:latin typeface="graphik"/>
            </a:endParaRPr>
          </a:p>
          <a:p>
            <a:r>
              <a:rPr lang="en-US" b="0" i="0">
                <a:solidFill>
                  <a:srgbClr val="0C0C0C"/>
                </a:solidFill>
                <a:effectLst/>
                <a:latin typeface="graphik"/>
              </a:rPr>
              <a:t>Most companies have transitioned to become more software-centric, and with this transformation, application programming interfaces (APIs) have proliferated. </a:t>
            </a:r>
          </a:p>
          <a:p>
            <a:endParaRPr lang="en-US" b="0" i="0">
              <a:solidFill>
                <a:srgbClr val="0C0C0C"/>
              </a:solidFill>
              <a:effectLst/>
              <a:latin typeface="graphik"/>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t>Modern web and mobile development has involved frontend frameworks calling APIs at the backend</a:t>
            </a:r>
          </a:p>
          <a:p>
            <a:endParaRPr lang="en-US" b="0" i="0">
              <a:solidFill>
                <a:srgbClr val="0C0C0C"/>
              </a:solidFill>
              <a:effectLst/>
              <a:latin typeface="graphik"/>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t>Emergence of microservices and low-code/no-code platforms, which often leverage APIs as communication gateways.</a:t>
            </a:r>
          </a:p>
          <a:p>
            <a:endParaRPr lang="en-US" b="0" i="0">
              <a:solidFill>
                <a:srgbClr val="0C0C0C"/>
              </a:solidFill>
              <a:effectLst/>
              <a:latin typeface="graphik"/>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t>Furthermore, APIs are routinely used as building blocks for internal reusability and integrated data flow processes.</a:t>
            </a:r>
          </a:p>
          <a:p>
            <a:endParaRPr lang="en-US"/>
          </a:p>
          <a:p>
            <a:pPr marL="0" marR="0" lvl="0" indent="0" algn="l" defTabSz="914400" rtl="0" eaLnBrk="1" fontAlgn="base" latinLnBrk="0" hangingPunct="1">
              <a:lnSpc>
                <a:spcPct val="100000"/>
              </a:lnSpc>
              <a:spcBef>
                <a:spcPts val="0"/>
              </a:spcBef>
              <a:spcAft>
                <a:spcPts val="0"/>
              </a:spcAft>
              <a:buClrTx/>
              <a:buSzTx/>
              <a:buFontTx/>
              <a:buNone/>
              <a:tabLst/>
              <a:defRPr/>
            </a:pPr>
            <a:r>
              <a:rPr lang="en-US"/>
              <a:t>Modernization and the adoption of cloud technology is a key focus for digital-first future</a:t>
            </a:r>
            <a:endParaRPr lang="en-US" b="0" i="0">
              <a:solidFill>
                <a:srgbClr val="374151"/>
              </a:solidFill>
              <a:effectLst/>
              <a:latin typeface="Söhne"/>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lang="en-US">
              <a:latin typeface="Segoe UI" panose="020B0502040204020203" pitchFamily="34" charset="0"/>
              <a:cs typeface="Segoe UI" panose="020B0502040204020203" pitchFamily="34"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ED9F9F-7CBE-4AA9-AB4D-3F319D0CCC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7443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b="0" i="0">
                <a:solidFill>
                  <a:srgbClr val="666666"/>
                </a:solidFill>
                <a:effectLst/>
                <a:highlight>
                  <a:srgbClr val="FFFFFF"/>
                </a:highlight>
                <a:latin typeface="Arial" panose="020B0604020202020204" pitchFamily="34" charset="0"/>
              </a:rPr>
              <a:t>When asked how many APIs enterprises use, O'Neill estimated companies with 2,000 people may have 300 to 500. Carielli said some large enterprise clients report using tens of thousands of APIs. Yet, few companies can commit to a number or even begin to estimate how many APIs they use, she added.</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b="0" i="0">
              <a:solidFill>
                <a:srgbClr val="666666"/>
              </a:solidFill>
              <a:effectLst/>
              <a:highlight>
                <a:srgbClr val="FFFFFF"/>
              </a:highlight>
              <a:latin typeface="Arial" panose="020B0604020202020204" pitchFamily="34" charset="0"/>
              <a:cs typeface="Segoe UI" panose="020B0502040204020203"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a:hlinkClick r:id="rId3"/>
              </a:rPr>
              <a:t>API security strategies must evolve to include API protection | TechTarget</a:t>
            </a:r>
            <a:endParaRPr lang="en-US"/>
          </a:p>
          <a:p>
            <a:pPr marL="0" marR="0" lvl="0" indent="0" algn="l" defTabSz="914400" rtl="0" eaLnBrk="1" fontAlgn="base" latinLnBrk="0" hangingPunct="1">
              <a:lnSpc>
                <a:spcPct val="100000"/>
              </a:lnSpc>
              <a:spcBef>
                <a:spcPts val="0"/>
              </a:spcBef>
              <a:spcAft>
                <a:spcPts val="0"/>
              </a:spcAft>
              <a:buClrTx/>
              <a:buSzTx/>
              <a:buFontTx/>
              <a:buNone/>
              <a:tabLst/>
              <a:defRPr/>
            </a:pPr>
            <a:endParaRPr lang="en-US">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286B1FF-F26F-4E37-80BA-0BF844C3D44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4136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C22EE-0F5C-50D0-E0F6-D36840136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DFFBC5-BAF1-BEA6-56B1-57FA9C5A46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28F287-4391-67F2-A5DE-81459675E179}"/>
              </a:ext>
            </a:extLst>
          </p:cNvPr>
          <p:cNvSpPr>
            <a:spLocks noGrp="1"/>
          </p:cNvSpPr>
          <p:nvPr>
            <p:ph type="body" idx="1"/>
          </p:nvPr>
        </p:nvSpPr>
        <p:spPr/>
        <p:txBody>
          <a:bodyPr/>
          <a:lstStyle/>
          <a:p>
            <a:r>
              <a:rPr lang="en-US" dirty="0"/>
              <a:t>The Azure API Platform:</a:t>
            </a:r>
          </a:p>
          <a:p>
            <a:pPr marL="171450" indent="-171450">
              <a:buFontTx/>
              <a:buChar char="-"/>
            </a:pPr>
            <a:r>
              <a:rPr lang="en-US" dirty="0"/>
              <a:t>A comprehensive solution for managing the full API lifecycle, across all environments and API types—including REST APIs, AI models, model-centric tools, and AI agents.</a:t>
            </a:r>
          </a:p>
          <a:p>
            <a:pPr marL="171450" indent="-171450">
              <a:buFontTx/>
              <a:buChar char="-"/>
            </a:pPr>
            <a:r>
              <a:rPr lang="en-US" dirty="0"/>
              <a:t>Comprises three seamlessly integrated Azure services, designed to work together for maximum impact, each with a straightforward, usage-based pricing model:</a:t>
            </a:r>
          </a:p>
          <a:p>
            <a:endParaRPr lang="en-US" dirty="0"/>
          </a:p>
          <a:p>
            <a:r>
              <a:rPr lang="en-US" dirty="0"/>
              <a:t>1. API Management enables you to securely expose, manage, observe, and analyze APIs, models, MCP servers, and agents at scale through a managed gateway.</a:t>
            </a:r>
          </a:p>
          <a:p>
            <a:endParaRPr lang="en-US" dirty="0"/>
          </a:p>
          <a:p>
            <a:r>
              <a:rPr lang="en-US" dirty="0"/>
              <a:t>2. API Center provides a centralized catalog to track, govern, and discover all APIs—regardless of type, platform, or hosting location—ensuring consistency and discoverability across the organization. API Center will be free for API Management Standard and Premium tier customers.</a:t>
            </a:r>
          </a:p>
          <a:p>
            <a:endParaRPr lang="en-US" dirty="0"/>
          </a:p>
          <a:p>
            <a:r>
              <a:rPr lang="en-US" dirty="0"/>
              <a:t>3. Microsoft Defender for APIs delivers robust security by continuously inventorying, classifying, detecting, and mitigating vulnerabilities and runtime threats across your entire API estate.</a:t>
            </a:r>
          </a:p>
          <a:p>
            <a:endParaRPr lang="en-US" dirty="0"/>
          </a:p>
          <a:p>
            <a:r>
              <a:rPr lang="en-US" dirty="0"/>
              <a:t>Together, these services offer end-to-end governance, security, and observability—forming a unified foundation for modern, AI-integrated API ecosystems.</a:t>
            </a:r>
          </a:p>
        </p:txBody>
      </p:sp>
      <p:sp>
        <p:nvSpPr>
          <p:cNvPr id="4" name="Slide Number Placeholder 3">
            <a:extLst>
              <a:ext uri="{FF2B5EF4-FFF2-40B4-BE49-F238E27FC236}">
                <a16:creationId xmlns:a16="http://schemas.microsoft.com/office/drawing/2014/main" id="{F96613DD-9F82-C443-B01F-D36353CF74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0C706-A3BA-C34A-ACEA-4B4D1395093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9691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ED9F9F-7CBE-4AA9-AB4D-3F319D0CCC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19983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0" lang="en-US" sz="11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ED9F9F-7CBE-4AA9-AB4D-3F319D0CCC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0084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defRPr/>
            </a:pPr>
            <a:r>
              <a:rPr lang="en-US" sz="2800" b="0" i="0">
                <a:solidFill>
                  <a:srgbClr val="374151"/>
                </a:solidFill>
                <a:effectLst/>
                <a:latin typeface="Söhne"/>
              </a:rPr>
              <a:t>Driving API </a:t>
            </a:r>
            <a:r>
              <a:rPr lang="en-US" sz="2800" b="0" i="0" err="1">
                <a:solidFill>
                  <a:srgbClr val="374151"/>
                </a:solidFill>
                <a:effectLst/>
                <a:latin typeface="Söhne"/>
              </a:rPr>
              <a:t>OpExcellence</a:t>
            </a:r>
            <a:r>
              <a:rPr lang="en-US" sz="2800">
                <a:solidFill>
                  <a:srgbClr val="374151"/>
                </a:solidFill>
                <a:latin typeface="Söhne"/>
              </a:rPr>
              <a:t> </a:t>
            </a:r>
            <a:br>
              <a:rPr lang="en-US" sz="2800">
                <a:latin typeface="Söhne"/>
              </a:rPr>
            </a:br>
            <a:r>
              <a:rPr lang="en-US" sz="2800">
                <a:solidFill>
                  <a:srgbClr val="374151"/>
                </a:solidFill>
                <a:latin typeface="Söhne"/>
                <a:cs typeface="Calibri"/>
              </a:rPr>
              <a:t>Empower API Platform Teams with Azure API Center</a:t>
            </a:r>
            <a:endParaRPr lang="en-US" sz="1800" b="0" i="0">
              <a:solidFill>
                <a:srgbClr val="000000"/>
              </a:solidFill>
              <a:effectLst/>
              <a:latin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286B1FF-F26F-4E37-80BA-0BF844C3D44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8918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286B1FF-F26F-4E37-80BA-0BF844C3D44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8955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0"/>
              </a:spcAft>
              <a:buFont typeface="Arial" panose="020B0604020202020204" pitchFamily="34" charset="0"/>
              <a:buChar char="•"/>
            </a:pPr>
            <a:r>
              <a:rPr lang="en-US" dirty="0">
                <a:effectLst/>
              </a:rPr>
              <a:t>To build a complete and current API inventory, we think about three types of inventory: new inventory, existing inventory, and shadow inventory.</a:t>
            </a:r>
          </a:p>
          <a:p>
            <a:pPr>
              <a:spcBef>
                <a:spcPts val="0"/>
              </a:spcBef>
              <a:spcAft>
                <a:spcPts val="0"/>
              </a:spcAft>
              <a:buFont typeface="Arial" panose="020B0604020202020204" pitchFamily="34" charset="0"/>
              <a:buChar char="•"/>
            </a:pPr>
            <a:endParaRPr lang="en-US" dirty="0">
              <a:effectLst/>
            </a:endParaRPr>
          </a:p>
          <a:p>
            <a:pPr>
              <a:spcBef>
                <a:spcPts val="0"/>
              </a:spcBef>
              <a:spcAft>
                <a:spcPts val="0"/>
              </a:spcAft>
              <a:buFont typeface="Arial" panose="020B0604020202020204" pitchFamily="34" charset="0"/>
              <a:buChar char="•"/>
            </a:pPr>
            <a:r>
              <a:rPr lang="en-US" dirty="0">
                <a:effectLst/>
              </a:rPr>
              <a:t>We want to make sure that every new API coming online lands in API Center early and often so API platform teams can ensure best practices are followed, and developers can ensure they aren't duplicating existing functionality. We have tools in Visual Studio Code that drop preconfigured CI/CD pipelines to register APIs in API Center, and are working on bringing that to Visual Studio 2022 as well. And of course customers can always use the Azure CLI to register APIs manually or via another CI/CD provider.</a:t>
            </a:r>
          </a:p>
          <a:p>
            <a:pPr>
              <a:spcBef>
                <a:spcPts val="0"/>
              </a:spcBef>
              <a:spcAft>
                <a:spcPts val="0"/>
              </a:spcAft>
              <a:buFont typeface="Arial" panose="020B0604020202020204" pitchFamily="34" charset="0"/>
              <a:buChar char="•"/>
            </a:pPr>
            <a:endParaRPr lang="en-US" dirty="0">
              <a:effectLst/>
            </a:endParaRPr>
          </a:p>
          <a:p>
            <a:pPr>
              <a:spcBef>
                <a:spcPts val="0"/>
              </a:spcBef>
              <a:spcAft>
                <a:spcPts val="0"/>
              </a:spcAft>
              <a:buFont typeface="Arial" panose="020B0604020202020204" pitchFamily="34" charset="0"/>
              <a:buChar char="•"/>
            </a:pPr>
            <a:r>
              <a:rPr lang="en-US" dirty="0">
                <a:effectLst/>
              </a:rPr>
              <a:t>API Center also enables implicit API catalogs - most commonly gateways - to be brought into API Center with the Azure CLI. We have a set of hands-on labs for customers to bring that inventory into API Center. This semester, we are also working on even deeper Azure API Management integration to synchronize existing inventory across many instances into API Center and stay up to date automatically as changes are made.</a:t>
            </a:r>
          </a:p>
          <a:p>
            <a:pPr>
              <a:spcBef>
                <a:spcPts val="0"/>
              </a:spcBef>
              <a:spcAft>
                <a:spcPts val="0"/>
              </a:spcAft>
              <a:buFont typeface="Arial" panose="020B0604020202020204" pitchFamily="34" charset="0"/>
              <a:buChar char="•"/>
            </a:pPr>
            <a:endParaRPr lang="en-US" dirty="0">
              <a:effectLst/>
            </a:endParaRPr>
          </a:p>
          <a:p>
            <a:pPr>
              <a:spcBef>
                <a:spcPts val="0"/>
              </a:spcBef>
              <a:spcAft>
                <a:spcPts val="0"/>
              </a:spcAft>
              <a:buFont typeface="Arial" panose="020B0604020202020204" pitchFamily="34" charset="0"/>
              <a:buChar char="•"/>
            </a:pPr>
            <a:r>
              <a:rPr lang="en-US" dirty="0">
                <a:effectLst/>
              </a:rPr>
              <a:t>Finally, we are enabling API managers to inventory APIs they didn't even know about with our upcoming shadow API discovery features. Source control-based discovery for GitHub and Azure DevOps, and runtime discovery in Azure for Azure App Service and Kubernetes with our Defender for APIs integration.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ED9F9F-7CBE-4AA9-AB4D-3F319D0CCC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91925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104A4-6343-38CD-AF6A-E8E6DDE29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FA1348-15CD-F155-FDA6-6ED54D9D65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E43FB5-87EE-37E3-DF1F-63C4B701C5F0}"/>
              </a:ext>
            </a:extLst>
          </p:cNvPr>
          <p:cNvSpPr>
            <a:spLocks noGrp="1"/>
          </p:cNvSpPr>
          <p:nvPr>
            <p:ph type="body" idx="1"/>
          </p:nvPr>
        </p:nvSpPr>
        <p:spPr/>
        <p:txBody>
          <a:bodyPr/>
          <a:lstStyle/>
          <a:p>
            <a:pPr>
              <a:spcBef>
                <a:spcPts val="0"/>
              </a:spcBef>
              <a:spcAft>
                <a:spcPts val="0"/>
              </a:spcAft>
              <a:buFont typeface="Arial" panose="020B0604020202020204" pitchFamily="34" charset="0"/>
              <a:buChar char="•"/>
            </a:pPr>
            <a:r>
              <a:rPr lang="en-US" dirty="0">
                <a:effectLst/>
              </a:rPr>
              <a:t>API managers can govern all APIs - regardless of deployment location or gateway - in a single place with API Center.</a:t>
            </a:r>
          </a:p>
          <a:p>
            <a:pPr>
              <a:spcBef>
                <a:spcPts val="0"/>
              </a:spcBef>
              <a:spcAft>
                <a:spcPts val="0"/>
              </a:spcAft>
              <a:buFont typeface="Arial" panose="020B0604020202020204" pitchFamily="34" charset="0"/>
              <a:buChar char="•"/>
            </a:pPr>
            <a:endParaRPr lang="en-US" dirty="0">
              <a:effectLst/>
            </a:endParaRPr>
          </a:p>
          <a:p>
            <a:pPr>
              <a:spcBef>
                <a:spcPts val="0"/>
              </a:spcBef>
              <a:spcAft>
                <a:spcPts val="0"/>
              </a:spcAft>
              <a:buFont typeface="Arial" panose="020B0604020202020204" pitchFamily="34" charset="0"/>
              <a:buChar char="•"/>
            </a:pPr>
            <a:r>
              <a:rPr lang="en-US" dirty="0">
                <a:effectLst/>
              </a:rPr>
              <a:t>First, API Center enables centralized tracking of metadata including built-in metadata such as API owner, lifecycle, versions, deployments, and definitions. API managers can always supplement this with additional information to fit their organization's needs, like representing process states or tracking information like live site links.</a:t>
            </a:r>
          </a:p>
          <a:p>
            <a:pPr>
              <a:spcBef>
                <a:spcPts val="0"/>
              </a:spcBef>
              <a:spcAft>
                <a:spcPts val="0"/>
              </a:spcAft>
              <a:buFont typeface="Arial" panose="020B0604020202020204" pitchFamily="34" charset="0"/>
              <a:buChar char="•"/>
            </a:pPr>
            <a:endParaRPr lang="en-US" dirty="0">
              <a:effectLst/>
            </a:endParaRPr>
          </a:p>
          <a:p>
            <a:pPr>
              <a:spcBef>
                <a:spcPts val="0"/>
              </a:spcBef>
              <a:spcAft>
                <a:spcPts val="0"/>
              </a:spcAft>
              <a:buFont typeface="Arial" panose="020B0604020202020204" pitchFamily="34" charset="0"/>
              <a:buChar char="•"/>
            </a:pPr>
            <a:r>
              <a:rPr lang="en-US" dirty="0">
                <a:effectLst/>
              </a:rPr>
              <a:t>Next, API managers can ensure all APIs follow a consistent design philosophy with design conformance. Every time an API specification is uploaded into API Center, the definition is linted against the provided rules. Involving developers in API governance only makes API platform teams more successful, which is why we provide a shift-left experience for API producers in VS Code to ensure they are following those design rules as they build out the API.</a:t>
            </a:r>
          </a:p>
          <a:p>
            <a:pPr>
              <a:spcBef>
                <a:spcPts val="0"/>
              </a:spcBef>
              <a:spcAft>
                <a:spcPts val="0"/>
              </a:spcAft>
              <a:buFont typeface="Arial" panose="020B0604020202020204" pitchFamily="34" charset="0"/>
              <a:buChar char="•"/>
            </a:pPr>
            <a:endParaRPr lang="en-US" dirty="0">
              <a:effectLst/>
            </a:endParaRPr>
          </a:p>
          <a:p>
            <a:pPr>
              <a:spcBef>
                <a:spcPts val="0"/>
              </a:spcBef>
              <a:spcAft>
                <a:spcPts val="0"/>
              </a:spcAft>
              <a:buFont typeface="Arial" panose="020B0604020202020204" pitchFamily="34" charset="0"/>
              <a:buChar char="•"/>
            </a:pPr>
            <a:r>
              <a:rPr lang="en-US" dirty="0">
                <a:effectLst/>
              </a:rPr>
              <a:t>API Center also integrates with Logic Apps and Event Grid to enable API managers to automate manual API processes they have today. As an example, if a design compliance check fails, an API manager can configure automation to email the API owner to ask them to fix. At scale, this saves API platform teams lots of time.</a:t>
            </a:r>
          </a:p>
          <a:p>
            <a:pPr>
              <a:spcBef>
                <a:spcPts val="0"/>
              </a:spcBef>
              <a:spcAft>
                <a:spcPts val="0"/>
              </a:spcAft>
              <a:buFont typeface="Arial" panose="020B0604020202020204" pitchFamily="34" charset="0"/>
              <a:buChar char="•"/>
            </a:pPr>
            <a:endParaRPr lang="en-US" dirty="0">
              <a:effectLst/>
            </a:endParaRPr>
          </a:p>
          <a:p>
            <a:pPr>
              <a:spcBef>
                <a:spcPts val="0"/>
              </a:spcBef>
              <a:spcAft>
                <a:spcPts val="0"/>
              </a:spcAft>
              <a:buFont typeface="Arial" panose="020B0604020202020204" pitchFamily="34" charset="0"/>
              <a:buChar char="•"/>
            </a:pPr>
            <a:r>
              <a:rPr lang="en-US" dirty="0">
                <a:effectLst/>
              </a:rPr>
              <a:t>Finally, we're partnering with the platform engineering team at Microsoft to integrate API Center into the platform engineering API we're building and enable API managers to provide a set of start right templates for API producers.</a:t>
            </a:r>
          </a:p>
          <a:p>
            <a:pPr marL="0" marR="0" lvl="0" indent="0" algn="l" defTabSz="932742" rtl="0" eaLnBrk="1" fontAlgn="auto" latinLnBrk="0" hangingPunct="1">
              <a:lnSpc>
                <a:spcPct val="100000"/>
              </a:lnSpc>
              <a:spcBef>
                <a:spcPts val="0"/>
              </a:spcBef>
              <a:spcAft>
                <a:spcPts val="300"/>
              </a:spcAft>
              <a:buClrTx/>
              <a:buSzPct val="90000"/>
              <a:buNone/>
              <a:tabLst/>
              <a:defRPr/>
            </a:pPr>
            <a:endParaRPr lang="en-US" dirty="0"/>
          </a:p>
        </p:txBody>
      </p:sp>
      <p:sp>
        <p:nvSpPr>
          <p:cNvPr id="4" name="Header Placeholder 3">
            <a:extLst>
              <a:ext uri="{FF2B5EF4-FFF2-40B4-BE49-F238E27FC236}">
                <a16:creationId xmlns:a16="http://schemas.microsoft.com/office/drawing/2014/main" id="{22ACD5F0-2B6A-A486-E541-4A0EA8382CB7}"/>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2B695D89-0012-6F2D-6E8A-B318A97E418E}"/>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313B418A-BE3E-4909-B23A-A143D40AF702}"/>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9/30/2026 8:31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E67BE33E-D711-F77C-B533-B93EF48CBFA2}"/>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969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0"/>
              </a:spcAft>
              <a:buFont typeface="Arial" panose="020B0604020202020204" pitchFamily="34" charset="0"/>
              <a:buChar char="•"/>
            </a:pPr>
            <a:r>
              <a:rPr lang="en-US" dirty="0">
                <a:effectLst/>
              </a:rPr>
              <a:t>By centralizing API inventory, API Center gives API consumers a one-stop shop for discovering and consuming APIs. </a:t>
            </a:r>
          </a:p>
          <a:p>
            <a:pPr>
              <a:spcBef>
                <a:spcPts val="0"/>
              </a:spcBef>
              <a:spcAft>
                <a:spcPts val="0"/>
              </a:spcAft>
              <a:buFont typeface="Arial" panose="020B0604020202020204" pitchFamily="34" charset="0"/>
              <a:buChar char="•"/>
            </a:pPr>
            <a:endParaRPr lang="en-US" dirty="0">
              <a:effectLst/>
            </a:endParaRPr>
          </a:p>
          <a:p>
            <a:pPr>
              <a:spcBef>
                <a:spcPts val="0"/>
              </a:spcBef>
              <a:spcAft>
                <a:spcPts val="0"/>
              </a:spcAft>
              <a:buFont typeface="Arial" panose="020B0604020202020204" pitchFamily="34" charset="0"/>
              <a:buChar char="•"/>
            </a:pPr>
            <a:r>
              <a:rPr lang="en-US" dirty="0">
                <a:effectLst/>
              </a:rPr>
              <a:t>API Center provides an React-based API portal that customers can self-host customize to fit their needs. We're also working on plugins for other CMS and portals, starting with Backstage.</a:t>
            </a:r>
          </a:p>
          <a:p>
            <a:pPr>
              <a:spcBef>
                <a:spcPts val="0"/>
              </a:spcBef>
              <a:spcAft>
                <a:spcPts val="0"/>
              </a:spcAft>
              <a:buFont typeface="Arial" panose="020B0604020202020204" pitchFamily="34" charset="0"/>
              <a:buChar char="•"/>
            </a:pPr>
            <a:endParaRPr lang="en-US" dirty="0">
              <a:effectLst/>
            </a:endParaRPr>
          </a:p>
          <a:p>
            <a:pPr>
              <a:spcBef>
                <a:spcPts val="0"/>
              </a:spcBef>
              <a:spcAft>
                <a:spcPts val="0"/>
              </a:spcAft>
              <a:buFont typeface="Arial" panose="020B0604020202020204" pitchFamily="34" charset="0"/>
              <a:buChar char="•"/>
            </a:pPr>
            <a:r>
              <a:rPr lang="en-US" dirty="0">
                <a:effectLst/>
              </a:rPr>
              <a:t>With our developer tools in Visual Studio Code, API Center brings that API catalog to the place where API consumers live all day long and enables them to discover and consume APIs without leaving developer tools. This includes browsing and searching the catalog, viewing documentation and trying APIs, and generating on-demand SDKs with Microsoft </a:t>
            </a:r>
            <a:r>
              <a:rPr lang="en-US" dirty="0" err="1">
                <a:effectLst/>
              </a:rPr>
              <a:t>Kiota</a:t>
            </a:r>
            <a:r>
              <a:rPr lang="en-US" dirty="0">
                <a:effectLst/>
              </a:rPr>
              <a:t>.</a:t>
            </a:r>
          </a:p>
          <a:p>
            <a:pPr>
              <a:spcBef>
                <a:spcPts val="0"/>
              </a:spcBef>
              <a:spcAft>
                <a:spcPts val="0"/>
              </a:spcAft>
              <a:buFont typeface="Arial" panose="020B0604020202020204" pitchFamily="34" charset="0"/>
              <a:buChar char="•"/>
            </a:pPr>
            <a:endParaRPr lang="en-US" dirty="0">
              <a:effectLst/>
            </a:endParaRPr>
          </a:p>
          <a:p>
            <a:pPr>
              <a:spcBef>
                <a:spcPts val="0"/>
              </a:spcBef>
              <a:spcAft>
                <a:spcPts val="0"/>
              </a:spcAft>
              <a:buFont typeface="Arial" panose="020B0604020202020204" pitchFamily="34" charset="0"/>
              <a:buChar char="•"/>
            </a:pPr>
            <a:r>
              <a:rPr lang="en-US" dirty="0">
                <a:effectLst/>
              </a:rPr>
              <a:t>We think AI is going to change how API consumers discover APIs, which is why we're working on integrating the context of an organization's API catalog with the power of industry-leading tools like GitHub Copilot and Microsoft Copilot. This semester, we're also experimenting with providing an API copilot that can be embedded in an existing website like a developer portal or in collaboration tools like Microsoft Teams.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ED9F9F-7CBE-4AA9-AB4D-3F319D0CCC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6062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E102C2F-94C0-F241-B1C9-209EC2594BC4}"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9/30/2026 8:31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528458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DD20A-B58B-C23F-DDA4-8EF0206ADD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7BCEF3-8177-3D56-D9D1-6F6A14E918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795E58-71E5-3A4C-9DF5-1E3528B34C19}"/>
              </a:ext>
            </a:extLst>
          </p:cNvPr>
          <p:cNvSpPr>
            <a:spLocks noGrp="1"/>
          </p:cNvSpPr>
          <p:nvPr>
            <p:ph type="dt" sz="half" idx="10"/>
          </p:nvPr>
        </p:nvSpPr>
        <p:spPr/>
        <p:txBody>
          <a:bodyPr/>
          <a:lstStyle/>
          <a:p>
            <a:fld id="{29F7F723-6004-4810-9C94-426539D00ABD}" type="datetimeFigureOut">
              <a:rPr lang="en-US" smtClean="0"/>
              <a:t>9/30/2026</a:t>
            </a:fld>
            <a:endParaRPr lang="en-US"/>
          </a:p>
        </p:txBody>
      </p:sp>
      <p:sp>
        <p:nvSpPr>
          <p:cNvPr id="5" name="Footer Placeholder 4">
            <a:extLst>
              <a:ext uri="{FF2B5EF4-FFF2-40B4-BE49-F238E27FC236}">
                <a16:creationId xmlns:a16="http://schemas.microsoft.com/office/drawing/2014/main" id="{E9CFD5AB-859F-EBF4-8328-365B2F2931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6616C5-F0FC-D017-ABF8-9FAF716DB4A7}"/>
              </a:ext>
            </a:extLst>
          </p:cNvPr>
          <p:cNvSpPr>
            <a:spLocks noGrp="1"/>
          </p:cNvSpPr>
          <p:nvPr>
            <p:ph type="sldNum" sz="quarter" idx="12"/>
          </p:nvPr>
        </p:nvSpPr>
        <p:spPr/>
        <p:txBody>
          <a:bodyPr/>
          <a:lstStyle/>
          <a:p>
            <a:fld id="{28843307-67E6-434B-A522-7D25F686EDE8}" type="slidenum">
              <a:rPr lang="en-US" smtClean="0"/>
              <a:t>‹#›</a:t>
            </a:fld>
            <a:endParaRPr lang="en-US"/>
          </a:p>
        </p:txBody>
      </p:sp>
    </p:spTree>
    <p:extLst>
      <p:ext uri="{BB962C8B-B14F-4D97-AF65-F5344CB8AC3E}">
        <p14:creationId xmlns:p14="http://schemas.microsoft.com/office/powerpoint/2010/main" val="209124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FC949-9C67-8206-0F01-9038EA017E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B5EC5E-D4EF-B3F3-6DF7-97D794638D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80D246-A5C2-140B-654D-E96834F375A7}"/>
              </a:ext>
            </a:extLst>
          </p:cNvPr>
          <p:cNvSpPr>
            <a:spLocks noGrp="1"/>
          </p:cNvSpPr>
          <p:nvPr>
            <p:ph type="dt" sz="half" idx="10"/>
          </p:nvPr>
        </p:nvSpPr>
        <p:spPr/>
        <p:txBody>
          <a:bodyPr/>
          <a:lstStyle/>
          <a:p>
            <a:fld id="{29F7F723-6004-4810-9C94-426539D00ABD}" type="datetimeFigureOut">
              <a:rPr lang="en-US" smtClean="0"/>
              <a:t>9/30/2026</a:t>
            </a:fld>
            <a:endParaRPr lang="en-US"/>
          </a:p>
        </p:txBody>
      </p:sp>
      <p:sp>
        <p:nvSpPr>
          <p:cNvPr id="5" name="Footer Placeholder 4">
            <a:extLst>
              <a:ext uri="{FF2B5EF4-FFF2-40B4-BE49-F238E27FC236}">
                <a16:creationId xmlns:a16="http://schemas.microsoft.com/office/drawing/2014/main" id="{04CF014C-9E50-C4ED-A2F7-65B916D269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36325B-01E8-0C4A-2EE1-2A7843732116}"/>
              </a:ext>
            </a:extLst>
          </p:cNvPr>
          <p:cNvSpPr>
            <a:spLocks noGrp="1"/>
          </p:cNvSpPr>
          <p:nvPr>
            <p:ph type="sldNum" sz="quarter" idx="12"/>
          </p:nvPr>
        </p:nvSpPr>
        <p:spPr/>
        <p:txBody>
          <a:bodyPr/>
          <a:lstStyle/>
          <a:p>
            <a:fld id="{28843307-67E6-434B-A522-7D25F686EDE8}" type="slidenum">
              <a:rPr lang="en-US" smtClean="0"/>
              <a:t>‹#›</a:t>
            </a:fld>
            <a:endParaRPr lang="en-US"/>
          </a:p>
        </p:txBody>
      </p:sp>
    </p:spTree>
    <p:extLst>
      <p:ext uri="{BB962C8B-B14F-4D97-AF65-F5344CB8AC3E}">
        <p14:creationId xmlns:p14="http://schemas.microsoft.com/office/powerpoint/2010/main" val="4282508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173B5-7EA1-7DF6-0C00-852753D14E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475218-87FE-BB1E-7FC9-873891A541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BD3A3A-F373-3394-3E65-561AAE73A01B}"/>
              </a:ext>
            </a:extLst>
          </p:cNvPr>
          <p:cNvSpPr>
            <a:spLocks noGrp="1"/>
          </p:cNvSpPr>
          <p:nvPr>
            <p:ph type="dt" sz="half" idx="10"/>
          </p:nvPr>
        </p:nvSpPr>
        <p:spPr/>
        <p:txBody>
          <a:bodyPr/>
          <a:lstStyle/>
          <a:p>
            <a:fld id="{29F7F723-6004-4810-9C94-426539D00ABD}" type="datetimeFigureOut">
              <a:rPr lang="en-US" smtClean="0"/>
              <a:t>9/30/2026</a:t>
            </a:fld>
            <a:endParaRPr lang="en-US"/>
          </a:p>
        </p:txBody>
      </p:sp>
      <p:sp>
        <p:nvSpPr>
          <p:cNvPr id="5" name="Footer Placeholder 4">
            <a:extLst>
              <a:ext uri="{FF2B5EF4-FFF2-40B4-BE49-F238E27FC236}">
                <a16:creationId xmlns:a16="http://schemas.microsoft.com/office/drawing/2014/main" id="{8877CE13-5E49-D06A-1039-E97BC261B5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F879B2-DF55-720E-63DB-09956532131F}"/>
              </a:ext>
            </a:extLst>
          </p:cNvPr>
          <p:cNvSpPr>
            <a:spLocks noGrp="1"/>
          </p:cNvSpPr>
          <p:nvPr>
            <p:ph type="sldNum" sz="quarter" idx="12"/>
          </p:nvPr>
        </p:nvSpPr>
        <p:spPr/>
        <p:txBody>
          <a:bodyPr/>
          <a:lstStyle/>
          <a:p>
            <a:fld id="{28843307-67E6-434B-A522-7D25F686EDE8}" type="slidenum">
              <a:rPr lang="en-US" smtClean="0"/>
              <a:t>‹#›</a:t>
            </a:fld>
            <a:endParaRPr lang="en-US"/>
          </a:p>
        </p:txBody>
      </p:sp>
    </p:spTree>
    <p:extLst>
      <p:ext uri="{BB962C8B-B14F-4D97-AF65-F5344CB8AC3E}">
        <p14:creationId xmlns:p14="http://schemas.microsoft.com/office/powerpoint/2010/main" val="4084682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C7FA3-A19C-1A08-E9E6-D4FDDDED80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D2DCFA-A23C-9BF5-CC3F-3F9BB1AA53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29A9B1-BD3F-408E-34CB-5E743E384C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1ACE21-ED4D-06F5-A966-262A9462C4E5}"/>
              </a:ext>
            </a:extLst>
          </p:cNvPr>
          <p:cNvSpPr>
            <a:spLocks noGrp="1"/>
          </p:cNvSpPr>
          <p:nvPr>
            <p:ph type="dt" sz="half" idx="10"/>
          </p:nvPr>
        </p:nvSpPr>
        <p:spPr/>
        <p:txBody>
          <a:bodyPr/>
          <a:lstStyle/>
          <a:p>
            <a:fld id="{29F7F723-6004-4810-9C94-426539D00ABD}" type="datetimeFigureOut">
              <a:rPr lang="en-US" smtClean="0"/>
              <a:t>9/30/2026</a:t>
            </a:fld>
            <a:endParaRPr lang="en-US"/>
          </a:p>
        </p:txBody>
      </p:sp>
      <p:sp>
        <p:nvSpPr>
          <p:cNvPr id="6" name="Footer Placeholder 5">
            <a:extLst>
              <a:ext uri="{FF2B5EF4-FFF2-40B4-BE49-F238E27FC236}">
                <a16:creationId xmlns:a16="http://schemas.microsoft.com/office/drawing/2014/main" id="{2F486525-C691-2402-B170-7E4423C23F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2550FC-E22E-BF85-C121-B91891477757}"/>
              </a:ext>
            </a:extLst>
          </p:cNvPr>
          <p:cNvSpPr>
            <a:spLocks noGrp="1"/>
          </p:cNvSpPr>
          <p:nvPr>
            <p:ph type="sldNum" sz="quarter" idx="12"/>
          </p:nvPr>
        </p:nvSpPr>
        <p:spPr/>
        <p:txBody>
          <a:bodyPr/>
          <a:lstStyle/>
          <a:p>
            <a:fld id="{28843307-67E6-434B-A522-7D25F686EDE8}" type="slidenum">
              <a:rPr lang="en-US" smtClean="0"/>
              <a:t>‹#›</a:t>
            </a:fld>
            <a:endParaRPr lang="en-US"/>
          </a:p>
        </p:txBody>
      </p:sp>
    </p:spTree>
    <p:extLst>
      <p:ext uri="{BB962C8B-B14F-4D97-AF65-F5344CB8AC3E}">
        <p14:creationId xmlns:p14="http://schemas.microsoft.com/office/powerpoint/2010/main" val="3772462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A322C-FFA0-6DA1-C5ED-B6D2870450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7A87E5-DF55-333E-0B71-135DE4860C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52852C-9AB1-6AE0-DA27-D830844BB5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B82EC1-8CC1-A6E2-AFF2-24D59E4C67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AF391B-7E0F-DF55-A033-36B04C9AE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BC25CB-F79C-19E7-7ADC-0F6B5F3E5ADA}"/>
              </a:ext>
            </a:extLst>
          </p:cNvPr>
          <p:cNvSpPr>
            <a:spLocks noGrp="1"/>
          </p:cNvSpPr>
          <p:nvPr>
            <p:ph type="dt" sz="half" idx="10"/>
          </p:nvPr>
        </p:nvSpPr>
        <p:spPr/>
        <p:txBody>
          <a:bodyPr/>
          <a:lstStyle/>
          <a:p>
            <a:fld id="{29F7F723-6004-4810-9C94-426539D00ABD}" type="datetimeFigureOut">
              <a:rPr lang="en-US" smtClean="0"/>
              <a:t>9/30/2026</a:t>
            </a:fld>
            <a:endParaRPr lang="en-US"/>
          </a:p>
        </p:txBody>
      </p:sp>
      <p:sp>
        <p:nvSpPr>
          <p:cNvPr id="8" name="Footer Placeholder 7">
            <a:extLst>
              <a:ext uri="{FF2B5EF4-FFF2-40B4-BE49-F238E27FC236}">
                <a16:creationId xmlns:a16="http://schemas.microsoft.com/office/drawing/2014/main" id="{9372B1F5-964C-F496-72B7-1B68A10674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6B392B-B959-3F77-B04F-283275F383D3}"/>
              </a:ext>
            </a:extLst>
          </p:cNvPr>
          <p:cNvSpPr>
            <a:spLocks noGrp="1"/>
          </p:cNvSpPr>
          <p:nvPr>
            <p:ph type="sldNum" sz="quarter" idx="12"/>
          </p:nvPr>
        </p:nvSpPr>
        <p:spPr/>
        <p:txBody>
          <a:bodyPr/>
          <a:lstStyle/>
          <a:p>
            <a:fld id="{28843307-67E6-434B-A522-7D25F686EDE8}" type="slidenum">
              <a:rPr lang="en-US" smtClean="0"/>
              <a:t>‹#›</a:t>
            </a:fld>
            <a:endParaRPr lang="en-US"/>
          </a:p>
        </p:txBody>
      </p:sp>
    </p:spTree>
    <p:extLst>
      <p:ext uri="{BB962C8B-B14F-4D97-AF65-F5344CB8AC3E}">
        <p14:creationId xmlns:p14="http://schemas.microsoft.com/office/powerpoint/2010/main" val="968273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BA081-F959-7C9C-47FD-48ABC11927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8CD5D7-307C-7202-94E8-1BE3B918E688}"/>
              </a:ext>
            </a:extLst>
          </p:cNvPr>
          <p:cNvSpPr>
            <a:spLocks noGrp="1"/>
          </p:cNvSpPr>
          <p:nvPr>
            <p:ph type="dt" sz="half" idx="10"/>
          </p:nvPr>
        </p:nvSpPr>
        <p:spPr/>
        <p:txBody>
          <a:bodyPr/>
          <a:lstStyle/>
          <a:p>
            <a:fld id="{29F7F723-6004-4810-9C94-426539D00ABD}" type="datetimeFigureOut">
              <a:rPr lang="en-US" smtClean="0"/>
              <a:t>9/30/2026</a:t>
            </a:fld>
            <a:endParaRPr lang="en-US"/>
          </a:p>
        </p:txBody>
      </p:sp>
      <p:sp>
        <p:nvSpPr>
          <p:cNvPr id="4" name="Footer Placeholder 3">
            <a:extLst>
              <a:ext uri="{FF2B5EF4-FFF2-40B4-BE49-F238E27FC236}">
                <a16:creationId xmlns:a16="http://schemas.microsoft.com/office/drawing/2014/main" id="{0C0E2CED-B219-68F3-ACBA-BCDAFC47C8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93C543-A35F-40FF-E16E-E5550AC87BB1}"/>
              </a:ext>
            </a:extLst>
          </p:cNvPr>
          <p:cNvSpPr>
            <a:spLocks noGrp="1"/>
          </p:cNvSpPr>
          <p:nvPr>
            <p:ph type="sldNum" sz="quarter" idx="12"/>
          </p:nvPr>
        </p:nvSpPr>
        <p:spPr/>
        <p:txBody>
          <a:bodyPr/>
          <a:lstStyle/>
          <a:p>
            <a:fld id="{28843307-67E6-434B-A522-7D25F686EDE8}" type="slidenum">
              <a:rPr lang="en-US" smtClean="0"/>
              <a:t>‹#›</a:t>
            </a:fld>
            <a:endParaRPr lang="en-US"/>
          </a:p>
        </p:txBody>
      </p:sp>
    </p:spTree>
    <p:extLst>
      <p:ext uri="{BB962C8B-B14F-4D97-AF65-F5344CB8AC3E}">
        <p14:creationId xmlns:p14="http://schemas.microsoft.com/office/powerpoint/2010/main" val="3109115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13E3CB-ED47-D2A3-C4D1-FD831406998E}"/>
              </a:ext>
            </a:extLst>
          </p:cNvPr>
          <p:cNvSpPr>
            <a:spLocks noGrp="1"/>
          </p:cNvSpPr>
          <p:nvPr>
            <p:ph type="dt" sz="half" idx="10"/>
          </p:nvPr>
        </p:nvSpPr>
        <p:spPr/>
        <p:txBody>
          <a:bodyPr/>
          <a:lstStyle/>
          <a:p>
            <a:fld id="{29F7F723-6004-4810-9C94-426539D00ABD}" type="datetimeFigureOut">
              <a:rPr lang="en-US" smtClean="0"/>
              <a:t>9/30/2026</a:t>
            </a:fld>
            <a:endParaRPr lang="en-US"/>
          </a:p>
        </p:txBody>
      </p:sp>
      <p:sp>
        <p:nvSpPr>
          <p:cNvPr id="3" name="Footer Placeholder 2">
            <a:extLst>
              <a:ext uri="{FF2B5EF4-FFF2-40B4-BE49-F238E27FC236}">
                <a16:creationId xmlns:a16="http://schemas.microsoft.com/office/drawing/2014/main" id="{4F779B55-56D1-8203-804F-AC57693640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14D4FE-5694-864B-0AD5-B8C4205BB29A}"/>
              </a:ext>
            </a:extLst>
          </p:cNvPr>
          <p:cNvSpPr>
            <a:spLocks noGrp="1"/>
          </p:cNvSpPr>
          <p:nvPr>
            <p:ph type="sldNum" sz="quarter" idx="12"/>
          </p:nvPr>
        </p:nvSpPr>
        <p:spPr/>
        <p:txBody>
          <a:bodyPr/>
          <a:lstStyle/>
          <a:p>
            <a:fld id="{28843307-67E6-434B-A522-7D25F686EDE8}" type="slidenum">
              <a:rPr lang="en-US" smtClean="0"/>
              <a:t>‹#›</a:t>
            </a:fld>
            <a:endParaRPr lang="en-US"/>
          </a:p>
        </p:txBody>
      </p:sp>
    </p:spTree>
    <p:extLst>
      <p:ext uri="{BB962C8B-B14F-4D97-AF65-F5344CB8AC3E}">
        <p14:creationId xmlns:p14="http://schemas.microsoft.com/office/powerpoint/2010/main" val="108204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E17B5-99D9-5023-839C-3078918036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F3F82B-56C7-7B95-45AF-76CEE198FB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47842B-8956-2B77-4DA0-B15B8D8A45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80FC76-7858-009A-0E36-DC0B00D3BA24}"/>
              </a:ext>
            </a:extLst>
          </p:cNvPr>
          <p:cNvSpPr>
            <a:spLocks noGrp="1"/>
          </p:cNvSpPr>
          <p:nvPr>
            <p:ph type="dt" sz="half" idx="10"/>
          </p:nvPr>
        </p:nvSpPr>
        <p:spPr/>
        <p:txBody>
          <a:bodyPr/>
          <a:lstStyle/>
          <a:p>
            <a:fld id="{29F7F723-6004-4810-9C94-426539D00ABD}" type="datetimeFigureOut">
              <a:rPr lang="en-US" smtClean="0"/>
              <a:t>9/30/2026</a:t>
            </a:fld>
            <a:endParaRPr lang="en-US"/>
          </a:p>
        </p:txBody>
      </p:sp>
      <p:sp>
        <p:nvSpPr>
          <p:cNvPr id="6" name="Footer Placeholder 5">
            <a:extLst>
              <a:ext uri="{FF2B5EF4-FFF2-40B4-BE49-F238E27FC236}">
                <a16:creationId xmlns:a16="http://schemas.microsoft.com/office/drawing/2014/main" id="{92DE3FC9-CFBC-FE3F-9F62-209DAFAF89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3214CC-F1B1-8BB7-E539-DE0465AAF2C2}"/>
              </a:ext>
            </a:extLst>
          </p:cNvPr>
          <p:cNvSpPr>
            <a:spLocks noGrp="1"/>
          </p:cNvSpPr>
          <p:nvPr>
            <p:ph type="sldNum" sz="quarter" idx="12"/>
          </p:nvPr>
        </p:nvSpPr>
        <p:spPr/>
        <p:txBody>
          <a:bodyPr/>
          <a:lstStyle/>
          <a:p>
            <a:fld id="{28843307-67E6-434B-A522-7D25F686EDE8}" type="slidenum">
              <a:rPr lang="en-US" smtClean="0"/>
              <a:t>‹#›</a:t>
            </a:fld>
            <a:endParaRPr lang="en-US"/>
          </a:p>
        </p:txBody>
      </p:sp>
    </p:spTree>
    <p:extLst>
      <p:ext uri="{BB962C8B-B14F-4D97-AF65-F5344CB8AC3E}">
        <p14:creationId xmlns:p14="http://schemas.microsoft.com/office/powerpoint/2010/main" val="1092348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72F92-1925-B04F-CD11-471A82AF7D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61AEC4-F857-29F2-72E5-FF0FB9DC06E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58AB29-2FCA-A16B-7F44-5B182E0A9C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66A265-CFB1-2754-C7FA-C76BE93019A3}"/>
              </a:ext>
            </a:extLst>
          </p:cNvPr>
          <p:cNvSpPr>
            <a:spLocks noGrp="1"/>
          </p:cNvSpPr>
          <p:nvPr>
            <p:ph type="dt" sz="half" idx="10"/>
          </p:nvPr>
        </p:nvSpPr>
        <p:spPr/>
        <p:txBody>
          <a:bodyPr/>
          <a:lstStyle/>
          <a:p>
            <a:fld id="{29F7F723-6004-4810-9C94-426539D00ABD}" type="datetimeFigureOut">
              <a:rPr lang="en-US" smtClean="0"/>
              <a:t>9/30/2026</a:t>
            </a:fld>
            <a:endParaRPr lang="en-US"/>
          </a:p>
        </p:txBody>
      </p:sp>
      <p:sp>
        <p:nvSpPr>
          <p:cNvPr id="6" name="Footer Placeholder 5">
            <a:extLst>
              <a:ext uri="{FF2B5EF4-FFF2-40B4-BE49-F238E27FC236}">
                <a16:creationId xmlns:a16="http://schemas.microsoft.com/office/drawing/2014/main" id="{ED56E74A-1E2F-9FBA-6D52-5029D25D02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4723A1-38EC-7F1E-B74A-A400825BCA1A}"/>
              </a:ext>
            </a:extLst>
          </p:cNvPr>
          <p:cNvSpPr>
            <a:spLocks noGrp="1"/>
          </p:cNvSpPr>
          <p:nvPr>
            <p:ph type="sldNum" sz="quarter" idx="12"/>
          </p:nvPr>
        </p:nvSpPr>
        <p:spPr/>
        <p:txBody>
          <a:bodyPr/>
          <a:lstStyle/>
          <a:p>
            <a:fld id="{28843307-67E6-434B-A522-7D25F686EDE8}" type="slidenum">
              <a:rPr lang="en-US" smtClean="0"/>
              <a:t>‹#›</a:t>
            </a:fld>
            <a:endParaRPr lang="en-US"/>
          </a:p>
        </p:txBody>
      </p:sp>
    </p:spTree>
    <p:extLst>
      <p:ext uri="{BB962C8B-B14F-4D97-AF65-F5344CB8AC3E}">
        <p14:creationId xmlns:p14="http://schemas.microsoft.com/office/powerpoint/2010/main" val="186174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212FB-5F9F-3572-7053-359D96E9C0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DB6856-9829-3817-76E0-57F7A9181B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DB432C-DD61-F6B5-BB63-D215150051FC}"/>
              </a:ext>
            </a:extLst>
          </p:cNvPr>
          <p:cNvSpPr>
            <a:spLocks noGrp="1"/>
          </p:cNvSpPr>
          <p:nvPr>
            <p:ph type="dt" sz="half" idx="10"/>
          </p:nvPr>
        </p:nvSpPr>
        <p:spPr/>
        <p:txBody>
          <a:bodyPr/>
          <a:lstStyle/>
          <a:p>
            <a:fld id="{29F7F723-6004-4810-9C94-426539D00ABD}" type="datetimeFigureOut">
              <a:rPr lang="en-US" smtClean="0"/>
              <a:t>9/30/2026</a:t>
            </a:fld>
            <a:endParaRPr lang="en-US"/>
          </a:p>
        </p:txBody>
      </p:sp>
      <p:sp>
        <p:nvSpPr>
          <p:cNvPr id="5" name="Footer Placeholder 4">
            <a:extLst>
              <a:ext uri="{FF2B5EF4-FFF2-40B4-BE49-F238E27FC236}">
                <a16:creationId xmlns:a16="http://schemas.microsoft.com/office/drawing/2014/main" id="{FFA50DA4-FDC7-45BD-3147-CFA774E393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D82CF-C2F0-7B9A-5FE8-3E8AFEBE1EAD}"/>
              </a:ext>
            </a:extLst>
          </p:cNvPr>
          <p:cNvSpPr>
            <a:spLocks noGrp="1"/>
          </p:cNvSpPr>
          <p:nvPr>
            <p:ph type="sldNum" sz="quarter" idx="12"/>
          </p:nvPr>
        </p:nvSpPr>
        <p:spPr/>
        <p:txBody>
          <a:bodyPr/>
          <a:lstStyle/>
          <a:p>
            <a:fld id="{28843307-67E6-434B-A522-7D25F686EDE8}" type="slidenum">
              <a:rPr lang="en-US" smtClean="0"/>
              <a:t>‹#›</a:t>
            </a:fld>
            <a:endParaRPr lang="en-US"/>
          </a:p>
        </p:txBody>
      </p:sp>
    </p:spTree>
    <p:extLst>
      <p:ext uri="{BB962C8B-B14F-4D97-AF65-F5344CB8AC3E}">
        <p14:creationId xmlns:p14="http://schemas.microsoft.com/office/powerpoint/2010/main" val="3595583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2B7197-3162-A450-D9A5-795490332A3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584092-D2BE-6A4F-997A-95998D9839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E7B558-F2E8-9F6C-333A-EE14EE341DC7}"/>
              </a:ext>
            </a:extLst>
          </p:cNvPr>
          <p:cNvSpPr>
            <a:spLocks noGrp="1"/>
          </p:cNvSpPr>
          <p:nvPr>
            <p:ph type="dt" sz="half" idx="10"/>
          </p:nvPr>
        </p:nvSpPr>
        <p:spPr/>
        <p:txBody>
          <a:bodyPr/>
          <a:lstStyle/>
          <a:p>
            <a:fld id="{29F7F723-6004-4810-9C94-426539D00ABD}" type="datetimeFigureOut">
              <a:rPr lang="en-US" smtClean="0"/>
              <a:t>9/30/2026</a:t>
            </a:fld>
            <a:endParaRPr lang="en-US"/>
          </a:p>
        </p:txBody>
      </p:sp>
      <p:sp>
        <p:nvSpPr>
          <p:cNvPr id="5" name="Footer Placeholder 4">
            <a:extLst>
              <a:ext uri="{FF2B5EF4-FFF2-40B4-BE49-F238E27FC236}">
                <a16:creationId xmlns:a16="http://schemas.microsoft.com/office/drawing/2014/main" id="{2F3EF2E1-64B5-4985-4330-9D816B50F6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1279EB-BCF2-BEB5-FDCC-823DA75F6822}"/>
              </a:ext>
            </a:extLst>
          </p:cNvPr>
          <p:cNvSpPr>
            <a:spLocks noGrp="1"/>
          </p:cNvSpPr>
          <p:nvPr>
            <p:ph type="sldNum" sz="quarter" idx="12"/>
          </p:nvPr>
        </p:nvSpPr>
        <p:spPr/>
        <p:txBody>
          <a:bodyPr/>
          <a:lstStyle/>
          <a:p>
            <a:fld id="{28843307-67E6-434B-A522-7D25F686EDE8}" type="slidenum">
              <a:rPr lang="en-US" smtClean="0"/>
              <a:t>‹#›</a:t>
            </a:fld>
            <a:endParaRPr lang="en-US"/>
          </a:p>
        </p:txBody>
      </p:sp>
    </p:spTree>
    <p:extLst>
      <p:ext uri="{BB962C8B-B14F-4D97-AF65-F5344CB8AC3E}">
        <p14:creationId xmlns:p14="http://schemas.microsoft.com/office/powerpoint/2010/main" val="28155697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566A8-6AC2-153F-BC84-94BD2F18825E}"/>
              </a:ext>
            </a:extLst>
          </p:cNvPr>
          <p:cNvSpPr>
            <a:spLocks noGrp="1"/>
          </p:cNvSpPr>
          <p:nvPr>
            <p:ph type="title"/>
          </p:nvPr>
        </p:nvSpPr>
        <p:spPr>
          <a:xfrm>
            <a:off x="584200" y="487681"/>
            <a:ext cx="11023600" cy="922020"/>
          </a:xfrm>
          <a:prstGeom prst="rect">
            <a:avLst/>
          </a:prstGeom>
        </p:spPr>
        <p:txBody>
          <a:bodyPr lIns="0" tIns="0" rIns="0" bIns="0"/>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8972746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36">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9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l="66571" t="50000" r="-4490" b="-30848"/>
          <a:stretch/>
        </p:blipFill>
        <p:spPr>
          <a:xfrm>
            <a:off x="0" y="0"/>
            <a:ext cx="2840019" cy="5862918"/>
          </a:xfrm>
          <a:prstGeom prst="rect">
            <a:avLst/>
          </a:prstGeom>
        </p:spPr>
      </p:pic>
    </p:spTree>
    <p:extLst>
      <p:ext uri="{BB962C8B-B14F-4D97-AF65-F5344CB8AC3E}">
        <p14:creationId xmlns:p14="http://schemas.microsoft.com/office/powerpoint/2010/main" val="768385044"/>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429710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theme" Target="../theme/theme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15BC3C-E869-130B-7758-EA3E40D50F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0137D1-CAA1-6C86-F2EC-22DBD4A727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623604-C66F-CA97-C28A-79D80CD63A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F7F723-6004-4810-9C94-426539D00ABD}" type="datetimeFigureOut">
              <a:rPr lang="en-US" smtClean="0"/>
              <a:t>9/30/2026</a:t>
            </a:fld>
            <a:endParaRPr lang="en-US"/>
          </a:p>
        </p:txBody>
      </p:sp>
      <p:sp>
        <p:nvSpPr>
          <p:cNvPr id="5" name="Footer Placeholder 4">
            <a:extLst>
              <a:ext uri="{FF2B5EF4-FFF2-40B4-BE49-F238E27FC236}">
                <a16:creationId xmlns:a16="http://schemas.microsoft.com/office/drawing/2014/main" id="{14617350-EC39-4949-0DC6-4F6AA11F96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D060DF-69D5-047A-63EB-4960D4C85C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843307-67E6-434B-A522-7D25F686EDE8}" type="slidenum">
              <a:rPr lang="en-US" smtClean="0"/>
              <a:t>‹#›</a:t>
            </a:fld>
            <a:endParaRPr lang="en-US"/>
          </a:p>
        </p:txBody>
      </p:sp>
    </p:spTree>
    <p:extLst>
      <p:ext uri="{BB962C8B-B14F-4D97-AF65-F5344CB8AC3E}">
        <p14:creationId xmlns:p14="http://schemas.microsoft.com/office/powerpoint/2010/main" val="21105262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5F1FA">
                <a:lumMod val="97099"/>
                <a:alpha val="69897"/>
              </a:srgbClr>
            </a:gs>
            <a:gs pos="100000">
              <a:srgbClr val="EDF6FB">
                <a:lumMod val="92371"/>
              </a:srgbClr>
            </a:gs>
          </a:gsLst>
          <a:lin ang="1380000" scaled="0"/>
          <a:tileRect/>
        </a:gradFill>
        <a:effectLst/>
      </p:bgPr>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9" name="Picture 48">
            <a:extLst>
              <a:ext uri="{FF2B5EF4-FFF2-40B4-BE49-F238E27FC236}">
                <a16:creationId xmlns:a16="http://schemas.microsoft.com/office/drawing/2014/main" id="{18E4BB3E-EFB4-084A-18AD-5FF1136C772A}"/>
              </a:ext>
            </a:extLst>
          </p:cNvPr>
          <p:cNvPicPr>
            <a:picLocks noChangeAspect="1"/>
          </p:cNvPicPr>
          <p:nvPr userDrawn="1"/>
        </p:nvPicPr>
        <p:blipFill>
          <a:blip r:embed="rId4"/>
          <a:stretch>
            <a:fillRect/>
          </a:stretch>
        </p:blipFill>
        <p:spPr>
          <a:xfrm>
            <a:off x="12330030" y="-72426"/>
            <a:ext cx="1227865" cy="6949440"/>
          </a:xfrm>
          <a:prstGeom prst="rect">
            <a:avLst/>
          </a:prstGeom>
        </p:spPr>
      </p:pic>
    </p:spTree>
    <p:extLst>
      <p:ext uri="{BB962C8B-B14F-4D97-AF65-F5344CB8AC3E}">
        <p14:creationId xmlns:p14="http://schemas.microsoft.com/office/powerpoint/2010/main" val="3088754751"/>
      </p:ext>
    </p:extLst>
  </p:cSld>
  <p:clrMap bg1="dk1" tx1="lt1" bg2="dk2" tx2="lt2" accent1="accent1" accent2="accent2" accent3="accent3" accent4="accent4" accent5="accent5" accent6="accent6" hlink="hlink" folHlink="folHlink"/>
  <p:sldLayoutIdLst>
    <p:sldLayoutId id="2147483661" r:id="rId1"/>
    <p:sldLayoutId id="2147483664" r:id="rId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blackWhite">
      <p:bgPr>
        <a:solidFill>
          <a:srgbClr val="F4F4F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Sans Text"/>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Sans Text"/>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055771966"/>
      </p:ext>
    </p:extLst>
  </p:cSld>
  <p:clrMap bg1="lt1" tx1="dk1" bg2="lt2" tx2="dk2" accent1="accent1" accent2="accent2" accent3="accent3" accent4="accent4" accent5="accent5" accent6="accent6" hlink="hlink" folHlink="folHlink"/>
  <p:sldLayoutIdLst>
    <p:sldLayoutId id="2147483663"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8.sv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6.png"/><Relationship Id="rId7" Type="http://schemas.openxmlformats.org/officeDocument/2006/relationships/image" Target="../media/image16.svg"/><Relationship Id="rId12" Type="http://schemas.openxmlformats.org/officeDocument/2006/relationships/image" Target="../media/image21.sv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9.svg"/><Relationship Id="rId9" Type="http://schemas.openxmlformats.org/officeDocument/2006/relationships/image" Target="../media/image18.png"/><Relationship Id="rId14" Type="http://schemas.openxmlformats.org/officeDocument/2006/relationships/image" Target="../media/image23.jpeg"/></Relationships>
</file>

<file path=ppt/slides/_rels/slide6.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22.png"/><Relationship Id="rId3" Type="http://schemas.openxmlformats.org/officeDocument/2006/relationships/image" Target="../media/image6.png"/><Relationship Id="rId7" Type="http://schemas.openxmlformats.org/officeDocument/2006/relationships/image" Target="../media/image16.svg"/><Relationship Id="rId12" Type="http://schemas.openxmlformats.org/officeDocument/2006/relationships/image" Target="../media/image21.svg"/><Relationship Id="rId2" Type="http://schemas.openxmlformats.org/officeDocument/2006/relationships/notesSlide" Target="../notesSlides/notesSlide6.xml"/><Relationship Id="rId16" Type="http://schemas.openxmlformats.org/officeDocument/2006/relationships/image" Target="../media/image12.svg"/><Relationship Id="rId1" Type="http://schemas.openxmlformats.org/officeDocument/2006/relationships/slideLayout" Target="../slideLayouts/slideLayout13.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9.svg"/><Relationship Id="rId9" Type="http://schemas.openxmlformats.org/officeDocument/2006/relationships/image" Target="../media/image18.png"/><Relationship Id="rId14" Type="http://schemas.openxmlformats.org/officeDocument/2006/relationships/image" Target="../media/image23.jpe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12.sv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9.svg"/><Relationship Id="rId5" Type="http://schemas.openxmlformats.org/officeDocument/2006/relationships/image" Target="../media/image10.svg"/><Relationship Id="rId4" Type="http://schemas.openxmlformats.org/officeDocument/2006/relationships/image" Target="../media/image28.sv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30.svg"/><Relationship Id="rId7" Type="http://schemas.openxmlformats.org/officeDocument/2006/relationships/image" Target="../media/image33.svg"/><Relationship Id="rId12" Type="http://schemas.openxmlformats.org/officeDocument/2006/relationships/image" Target="../media/image38.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37.jpeg"/><Relationship Id="rId5" Type="http://schemas.openxmlformats.org/officeDocument/2006/relationships/image" Target="../media/image12.sv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1.svg"/><Relationship Id="rId9" Type="http://schemas.openxmlformats.org/officeDocument/2006/relationships/image" Target="../media/image35.png"/><Relationship Id="rId14" Type="http://schemas.openxmlformats.org/officeDocument/2006/relationships/image" Target="../media/image40.png"/></Relationships>
</file>

<file path=ppt/slides/_rels/slide10.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6.png"/><Relationship Id="rId7" Type="http://schemas.openxmlformats.org/officeDocument/2006/relationships/image" Target="../media/image30.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3.svg"/><Relationship Id="rId5" Type="http://schemas.openxmlformats.org/officeDocument/2006/relationships/image" Target="../media/image10.svg"/><Relationship Id="rId4" Type="http://schemas.openxmlformats.org/officeDocument/2006/relationships/image" Target="../media/image42.svg"/></Relationships>
</file>

<file path=ppt/slides/_rels/slide11.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7.png"/><Relationship Id="rId3" Type="http://schemas.openxmlformats.org/officeDocument/2006/relationships/image" Target="../media/image6.png"/><Relationship Id="rId7" Type="http://schemas.openxmlformats.org/officeDocument/2006/relationships/image" Target="../media/image12.svg"/><Relationship Id="rId12"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1.svg"/><Relationship Id="rId11" Type="http://schemas.openxmlformats.org/officeDocument/2006/relationships/image" Target="../media/image32.png"/><Relationship Id="rId5" Type="http://schemas.openxmlformats.org/officeDocument/2006/relationships/image" Target="../media/image30.svg"/><Relationship Id="rId10" Type="http://schemas.openxmlformats.org/officeDocument/2006/relationships/image" Target="../media/image45.png"/><Relationship Id="rId4" Type="http://schemas.openxmlformats.org/officeDocument/2006/relationships/image" Target="../media/image42.svg"/><Relationship Id="rId9" Type="http://schemas.openxmlformats.org/officeDocument/2006/relationships/image" Target="../media/image35.png"/><Relationship Id="rId14" Type="http://schemas.openxmlformats.org/officeDocument/2006/relationships/image" Target="../media/image48.png"/></Relationships>
</file>

<file path=ppt/slides/_rels/slide12.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image" Target="../media/image57.png"/><Relationship Id="rId18" Type="http://schemas.openxmlformats.org/officeDocument/2006/relationships/image" Target="../media/image62.svg"/><Relationship Id="rId3" Type="http://schemas.openxmlformats.org/officeDocument/2006/relationships/image" Target="../media/image6.png"/><Relationship Id="rId7" Type="http://schemas.openxmlformats.org/officeDocument/2006/relationships/image" Target="../media/image51.svg"/><Relationship Id="rId12" Type="http://schemas.openxmlformats.org/officeDocument/2006/relationships/image" Target="../media/image56.png"/><Relationship Id="rId17" Type="http://schemas.openxmlformats.org/officeDocument/2006/relationships/image" Target="../media/image61.png"/><Relationship Id="rId2" Type="http://schemas.openxmlformats.org/officeDocument/2006/relationships/notesSlide" Target="../notesSlides/notesSlide12.xml"/><Relationship Id="rId16" Type="http://schemas.openxmlformats.org/officeDocument/2006/relationships/image" Target="../media/image60.png"/><Relationship Id="rId20" Type="http://schemas.openxmlformats.org/officeDocument/2006/relationships/image" Target="../media/image63.jpeg"/><Relationship Id="rId1" Type="http://schemas.openxmlformats.org/officeDocument/2006/relationships/slideLayout" Target="../slideLayouts/slideLayout12.xml"/><Relationship Id="rId6" Type="http://schemas.openxmlformats.org/officeDocument/2006/relationships/image" Target="../media/image50.png"/><Relationship Id="rId11" Type="http://schemas.openxmlformats.org/officeDocument/2006/relationships/image" Target="../media/image55.jpeg"/><Relationship Id="rId5" Type="http://schemas.openxmlformats.org/officeDocument/2006/relationships/image" Target="../media/image49.svg"/><Relationship Id="rId15" Type="http://schemas.openxmlformats.org/officeDocument/2006/relationships/image" Target="../media/image59.png"/><Relationship Id="rId10" Type="http://schemas.openxmlformats.org/officeDocument/2006/relationships/image" Target="../media/image54.png"/><Relationship Id="rId19" Type="http://schemas.openxmlformats.org/officeDocument/2006/relationships/image" Target="../media/image12.svg"/><Relationship Id="rId4" Type="http://schemas.openxmlformats.org/officeDocument/2006/relationships/image" Target="../media/image42.svg"/><Relationship Id="rId9" Type="http://schemas.openxmlformats.org/officeDocument/2006/relationships/image" Target="../media/image53.svg"/><Relationship Id="rId14" Type="http://schemas.openxmlformats.org/officeDocument/2006/relationships/image" Target="../media/image5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computer screen shot of a molecule&#10;&#10;Description automatically generated">
            <a:extLst>
              <a:ext uri="{FF2B5EF4-FFF2-40B4-BE49-F238E27FC236}">
                <a16:creationId xmlns:a16="http://schemas.microsoft.com/office/drawing/2014/main" id="{2AFCC2F9-9383-90E1-378E-F2C5C6AA7018}"/>
              </a:ext>
            </a:extLst>
          </p:cNvPr>
          <p:cNvPicPr>
            <a:picLocks noChangeAspect="1"/>
          </p:cNvPicPr>
          <p:nvPr/>
        </p:nvPicPr>
        <p:blipFill rotWithShape="1">
          <a:blip r:embed="rId3">
            <a:extLst>
              <a:ext uri="{28A0092B-C50C-407E-A947-70E740481C1C}">
                <a14:useLocalDpi xmlns:a14="http://schemas.microsoft.com/office/drawing/2010/main" val="0"/>
              </a:ext>
            </a:extLst>
          </a:blip>
          <a:srcRect l="637" t="637" r="637" b="637"/>
          <a:stretch/>
        </p:blipFill>
        <p:spPr>
          <a:xfrm>
            <a:off x="0" y="9654"/>
            <a:ext cx="12192000" cy="6838692"/>
          </a:xfrm>
          <a:prstGeom prst="rect">
            <a:avLst/>
          </a:prstGeom>
        </p:spPr>
      </p:pic>
      <p:sp>
        <p:nvSpPr>
          <p:cNvPr id="2" name="Title 1">
            <a:extLst>
              <a:ext uri="{FF2B5EF4-FFF2-40B4-BE49-F238E27FC236}">
                <a16:creationId xmlns:a16="http://schemas.microsoft.com/office/drawing/2014/main" id="{983018CE-837B-8B48-D6CC-33F395429E74}"/>
              </a:ext>
            </a:extLst>
          </p:cNvPr>
          <p:cNvSpPr>
            <a:spLocks noGrp="1"/>
          </p:cNvSpPr>
          <p:nvPr>
            <p:ph type="title"/>
          </p:nvPr>
        </p:nvSpPr>
        <p:spPr>
          <a:xfrm>
            <a:off x="584200" y="2506979"/>
            <a:ext cx="4693856" cy="1661993"/>
          </a:xfrm>
        </p:spPr>
        <p:txBody>
          <a:bodyPr wrap="square" lIns="0" tIns="0" rIns="0" bIns="0" anchor="b">
            <a:spAutoFit/>
          </a:bodyPr>
          <a:lstStyle/>
          <a:p>
            <a:r>
              <a:rPr lang="en-US">
                <a:cs typeface="Segoe UI Semibold" panose="020B0702040204020203" pitchFamily="34" charset="0"/>
              </a:rPr>
              <a:t>Empower Every Team with Universal API Discovery and Access </a:t>
            </a:r>
          </a:p>
        </p:txBody>
      </p:sp>
      <p:pic>
        <p:nvPicPr>
          <p:cNvPr id="7" name="MS logo gray - EMF" descr="Microsoft logo, gray text version">
            <a:extLst>
              <a:ext uri="{FF2B5EF4-FFF2-40B4-BE49-F238E27FC236}">
                <a16:creationId xmlns:a16="http://schemas.microsoft.com/office/drawing/2014/main" id="{E47139E7-C3D7-4C53-4B27-BCAB42560EA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2060218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and white background&#10;&#10;Description automatically generated">
            <a:extLst>
              <a:ext uri="{FF2B5EF4-FFF2-40B4-BE49-F238E27FC236}">
                <a16:creationId xmlns:a16="http://schemas.microsoft.com/office/drawing/2014/main" id="{EF23BC23-1C12-5696-26D5-7D0382519C88}"/>
              </a:ext>
            </a:extLst>
          </p:cNvPr>
          <p:cNvPicPr>
            <a:picLocks noChangeAspect="1"/>
          </p:cNvPicPr>
          <p:nvPr/>
        </p:nvPicPr>
        <p:blipFill rotWithShape="1">
          <a:blip r:embed="rId3">
            <a:extLst>
              <a:ext uri="{28A0092B-C50C-407E-A947-70E740481C1C}">
                <a14:useLocalDpi xmlns:a14="http://schemas.microsoft.com/office/drawing/2010/main" val="0"/>
              </a:ext>
            </a:extLst>
          </a:blip>
          <a:srcRect l="1598" t="1598" r="1598" b="1598"/>
          <a:stretch/>
        </p:blipFill>
        <p:spPr>
          <a:xfrm>
            <a:off x="0" y="19308"/>
            <a:ext cx="12192000" cy="6838692"/>
          </a:xfrm>
          <a:prstGeom prst="rect">
            <a:avLst/>
          </a:prstGeom>
        </p:spPr>
      </p:pic>
      <p:sp>
        <p:nvSpPr>
          <p:cNvPr id="4" name="Title 3">
            <a:extLst>
              <a:ext uri="{FF2B5EF4-FFF2-40B4-BE49-F238E27FC236}">
                <a16:creationId xmlns:a16="http://schemas.microsoft.com/office/drawing/2014/main" id="{E2CE2381-C90E-87A7-7917-CABEC4CDB47B}"/>
              </a:ext>
            </a:extLst>
          </p:cNvPr>
          <p:cNvSpPr>
            <a:spLocks noGrp="1"/>
          </p:cNvSpPr>
          <p:nvPr>
            <p:ph type="title"/>
          </p:nvPr>
        </p:nvSpPr>
        <p:spPr>
          <a:xfrm>
            <a:off x="584200" y="487681"/>
            <a:ext cx="11023600" cy="922020"/>
          </a:xfrm>
        </p:spPr>
        <p:txBody>
          <a:bodyPr lIns="0" tIns="0" rIns="0" bIns="0">
            <a:spAutoFit/>
          </a:bodyPr>
          <a:lstStyle/>
          <a:p>
            <a:r>
              <a:rPr lang="en-US"/>
              <a:t> APIs have become ubiquitous</a:t>
            </a:r>
          </a:p>
        </p:txBody>
      </p:sp>
      <p:sp>
        <p:nvSpPr>
          <p:cNvPr id="38" name="Rectangle: Rounded Corners 37">
            <a:extLst>
              <a:ext uri="{FF2B5EF4-FFF2-40B4-BE49-F238E27FC236}">
                <a16:creationId xmlns:a16="http://schemas.microsoft.com/office/drawing/2014/main" id="{E803EA45-6566-D289-32C3-5283E2A1073D}"/>
              </a:ext>
            </a:extLst>
          </p:cNvPr>
          <p:cNvSpPr/>
          <p:nvPr/>
        </p:nvSpPr>
        <p:spPr bwMode="auto">
          <a:xfrm>
            <a:off x="7252575" y="730684"/>
            <a:ext cx="4355224" cy="5597354"/>
          </a:xfrm>
          <a:prstGeom prst="roundRect">
            <a:avLst>
              <a:gd name="adj" fmla="val 3494"/>
            </a:avLst>
          </a:pr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50" name="Rounded Rectangle 54_1">
            <a:extLst>
              <a:ext uri="{FF2B5EF4-FFF2-40B4-BE49-F238E27FC236}">
                <a16:creationId xmlns:a16="http://schemas.microsoft.com/office/drawing/2014/main" id="{73BF9A90-A9FE-EE3B-9235-663541CF0E25}"/>
              </a:ext>
            </a:extLst>
          </p:cNvPr>
          <p:cNvSpPr/>
          <p:nvPr/>
        </p:nvSpPr>
        <p:spPr bwMode="auto">
          <a:xfrm>
            <a:off x="7452361" y="862662"/>
            <a:ext cx="4031898" cy="5333398"/>
          </a:xfrm>
          <a:prstGeom prst="roundRect">
            <a:avLst>
              <a:gd name="adj" fmla="val 3494"/>
            </a:avLst>
          </a:pr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89" name="Oval 88">
            <a:extLst>
              <a:ext uri="{FF2B5EF4-FFF2-40B4-BE49-F238E27FC236}">
                <a16:creationId xmlns:a16="http://schemas.microsoft.com/office/drawing/2014/main" id="{10E9AEFA-393D-19CD-4321-AD3AC1839945}"/>
              </a:ext>
            </a:extLst>
          </p:cNvPr>
          <p:cNvSpPr/>
          <p:nvPr/>
        </p:nvSpPr>
        <p:spPr bwMode="auto">
          <a:xfrm>
            <a:off x="7147085" y="5496044"/>
            <a:ext cx="210978" cy="210976"/>
          </a:xfrm>
          <a:prstGeom prst="ellipse">
            <a:avLst/>
          </a:prstGeom>
          <a:solidFill>
            <a:srgbClr val="FFFFFF"/>
          </a:solidFill>
          <a:ln w="38100">
            <a:solidFill>
              <a:srgbClr val="DDE6F4"/>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6" name="TextBox 5">
            <a:extLst>
              <a:ext uri="{FF2B5EF4-FFF2-40B4-BE49-F238E27FC236}">
                <a16:creationId xmlns:a16="http://schemas.microsoft.com/office/drawing/2014/main" id="{87D41AAD-F41F-57F5-0B28-256962252575}"/>
              </a:ext>
            </a:extLst>
          </p:cNvPr>
          <p:cNvSpPr txBox="1">
            <a:spLocks/>
          </p:cNvSpPr>
          <p:nvPr/>
        </p:nvSpPr>
        <p:spPr>
          <a:xfrm>
            <a:off x="7580601" y="1100405"/>
            <a:ext cx="3820824" cy="246221"/>
          </a:xfrm>
          <a:prstGeom prst="rect">
            <a:avLst/>
          </a:prstGeom>
          <a:noFill/>
        </p:spPr>
        <p:txBody>
          <a:bodyPr wrap="square" lIns="0" tIns="0" rIns="0" bIns="0" anchor="ctr">
            <a:spAutoFit/>
          </a:bodyPr>
          <a:lstStyle>
            <a:defPPr>
              <a:defRPr lang="en-US"/>
            </a:defPPr>
            <a:lvl1pPr>
              <a:defRPr sz="160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Digital transformation </a:t>
            </a:r>
          </a:p>
        </p:txBody>
      </p:sp>
      <p:sp>
        <p:nvSpPr>
          <p:cNvPr id="8" name="TextBox 7">
            <a:extLst>
              <a:ext uri="{FF2B5EF4-FFF2-40B4-BE49-F238E27FC236}">
                <a16:creationId xmlns:a16="http://schemas.microsoft.com/office/drawing/2014/main" id="{3FA4B53B-5E7B-AED5-B59C-55F3E9DD34C5}"/>
              </a:ext>
            </a:extLst>
          </p:cNvPr>
          <p:cNvSpPr txBox="1">
            <a:spLocks/>
          </p:cNvSpPr>
          <p:nvPr/>
        </p:nvSpPr>
        <p:spPr>
          <a:xfrm>
            <a:off x="7580601" y="5355311"/>
            <a:ext cx="3820824" cy="492443"/>
          </a:xfrm>
          <a:prstGeom prst="rect">
            <a:avLst/>
          </a:prstGeom>
          <a:noFill/>
        </p:spPr>
        <p:txBody>
          <a:bodyPr wrap="square" lIns="0" tIns="0" rIns="0" bIns="0" anchor="ctr">
            <a:spAutoFit/>
          </a:bodyPr>
          <a:lstStyle>
            <a:defPPr>
              <a:defRPr lang="en-US"/>
            </a:defPPr>
            <a:lvl1pPr>
              <a:defRPr sz="160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Building blocks for internal reusability and integrated data flow processes.</a:t>
            </a:r>
          </a:p>
        </p:txBody>
      </p:sp>
      <p:sp>
        <p:nvSpPr>
          <p:cNvPr id="16" name="TextBox 15">
            <a:extLst>
              <a:ext uri="{FF2B5EF4-FFF2-40B4-BE49-F238E27FC236}">
                <a16:creationId xmlns:a16="http://schemas.microsoft.com/office/drawing/2014/main" id="{C851D126-1A20-AC78-F3DD-6BE1DC716838}"/>
              </a:ext>
            </a:extLst>
          </p:cNvPr>
          <p:cNvSpPr txBox="1">
            <a:spLocks/>
          </p:cNvSpPr>
          <p:nvPr/>
        </p:nvSpPr>
        <p:spPr>
          <a:xfrm>
            <a:off x="7580601" y="4282729"/>
            <a:ext cx="3820824" cy="492443"/>
          </a:xfrm>
          <a:prstGeom prst="rect">
            <a:avLst/>
          </a:prstGeom>
          <a:noFill/>
        </p:spPr>
        <p:txBody>
          <a:bodyPr wrap="square" lIns="0" tIns="0" rIns="0" bIns="0" anchor="ctr">
            <a:spAutoFit/>
          </a:bodyPr>
          <a:lstStyle>
            <a:defPPr>
              <a:defRPr lang="en-US"/>
            </a:defPPr>
            <a:lvl1pPr>
              <a:defRPr sz="160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Emergence of microservices and low-code/no-code platforms</a:t>
            </a:r>
          </a:p>
        </p:txBody>
      </p:sp>
      <p:sp>
        <p:nvSpPr>
          <p:cNvPr id="18" name="TextBox 17">
            <a:extLst>
              <a:ext uri="{FF2B5EF4-FFF2-40B4-BE49-F238E27FC236}">
                <a16:creationId xmlns:a16="http://schemas.microsoft.com/office/drawing/2014/main" id="{4F10DFD5-06AA-3876-18B9-306D708E5367}"/>
              </a:ext>
            </a:extLst>
          </p:cNvPr>
          <p:cNvSpPr txBox="1">
            <a:spLocks/>
          </p:cNvSpPr>
          <p:nvPr/>
        </p:nvSpPr>
        <p:spPr>
          <a:xfrm>
            <a:off x="7580601" y="3333259"/>
            <a:ext cx="3820824" cy="246221"/>
          </a:xfrm>
          <a:prstGeom prst="rect">
            <a:avLst/>
          </a:prstGeom>
          <a:noFill/>
        </p:spPr>
        <p:txBody>
          <a:bodyPr wrap="square" lIns="0" tIns="0" rIns="0" bIns="0" anchor="ctr">
            <a:spAutoFit/>
          </a:bodyPr>
          <a:lstStyle>
            <a:defPPr>
              <a:defRPr lang="en-US"/>
            </a:defPPr>
            <a:lvl1pPr>
              <a:defRPr sz="160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Modern web and mobile development</a:t>
            </a:r>
          </a:p>
        </p:txBody>
      </p:sp>
      <p:sp>
        <p:nvSpPr>
          <p:cNvPr id="20" name="TextBox 19">
            <a:extLst>
              <a:ext uri="{FF2B5EF4-FFF2-40B4-BE49-F238E27FC236}">
                <a16:creationId xmlns:a16="http://schemas.microsoft.com/office/drawing/2014/main" id="{A2FC47D2-DBBC-0566-6CFB-10910A1177AB}"/>
              </a:ext>
            </a:extLst>
          </p:cNvPr>
          <p:cNvSpPr txBox="1">
            <a:spLocks/>
          </p:cNvSpPr>
          <p:nvPr/>
        </p:nvSpPr>
        <p:spPr>
          <a:xfrm>
            <a:off x="7580601" y="2260679"/>
            <a:ext cx="3820824" cy="492443"/>
          </a:xfrm>
          <a:prstGeom prst="rect">
            <a:avLst/>
          </a:prstGeom>
          <a:noFill/>
        </p:spPr>
        <p:txBody>
          <a:bodyPr wrap="square" lIns="0" tIns="0" rIns="0" bIns="0" anchor="ctr">
            <a:spAutoFit/>
          </a:bodyPr>
          <a:lstStyle>
            <a:defPPr>
              <a:defRPr lang="en-US"/>
            </a:defPPr>
            <a:lvl1pPr>
              <a:defRPr sz="160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Enablers for the integration of data and business services across platforms </a:t>
            </a:r>
          </a:p>
        </p:txBody>
      </p:sp>
      <p:sp>
        <p:nvSpPr>
          <p:cNvPr id="22" name="TextBox 21">
            <a:extLst>
              <a:ext uri="{FF2B5EF4-FFF2-40B4-BE49-F238E27FC236}">
                <a16:creationId xmlns:a16="http://schemas.microsoft.com/office/drawing/2014/main" id="{81FC1482-D2E8-F10F-7DDD-4B4299A1756F}"/>
              </a:ext>
            </a:extLst>
          </p:cNvPr>
          <p:cNvSpPr txBox="1">
            <a:spLocks/>
          </p:cNvSpPr>
          <p:nvPr/>
        </p:nvSpPr>
        <p:spPr>
          <a:xfrm>
            <a:off x="7580601" y="1680542"/>
            <a:ext cx="3820824" cy="246221"/>
          </a:xfrm>
          <a:prstGeom prst="rect">
            <a:avLst/>
          </a:prstGeom>
          <a:noFill/>
        </p:spPr>
        <p:txBody>
          <a:bodyPr wrap="square" lIns="0" tIns="0" rIns="0" bIns="0" anchor="ctr">
            <a:spAutoFit/>
          </a:bodyPr>
          <a:lstStyle>
            <a:defPPr>
              <a:defRPr lang="en-US"/>
            </a:defPPr>
            <a:lvl1pPr>
              <a:defRPr sz="160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Growing reliance on third-party services  </a:t>
            </a:r>
          </a:p>
        </p:txBody>
      </p:sp>
      <p:sp>
        <p:nvSpPr>
          <p:cNvPr id="91" name="Oval 90">
            <a:extLst>
              <a:ext uri="{FF2B5EF4-FFF2-40B4-BE49-F238E27FC236}">
                <a16:creationId xmlns:a16="http://schemas.microsoft.com/office/drawing/2014/main" id="{CD159C91-15D6-DED8-75F2-BD4CE8B31740}"/>
              </a:ext>
            </a:extLst>
          </p:cNvPr>
          <p:cNvSpPr/>
          <p:nvPr/>
        </p:nvSpPr>
        <p:spPr bwMode="auto">
          <a:xfrm>
            <a:off x="7147085" y="4423462"/>
            <a:ext cx="210978" cy="210976"/>
          </a:xfrm>
          <a:prstGeom prst="ellipse">
            <a:avLst/>
          </a:prstGeom>
          <a:solidFill>
            <a:srgbClr val="FFFFFF"/>
          </a:solidFill>
          <a:ln w="38100">
            <a:solidFill>
              <a:srgbClr val="DDE6F4"/>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92" name="Oval 91">
            <a:extLst>
              <a:ext uri="{FF2B5EF4-FFF2-40B4-BE49-F238E27FC236}">
                <a16:creationId xmlns:a16="http://schemas.microsoft.com/office/drawing/2014/main" id="{EBEC7753-02F9-8CA3-4732-E2CE6DB4F470}"/>
              </a:ext>
            </a:extLst>
          </p:cNvPr>
          <p:cNvSpPr/>
          <p:nvPr/>
        </p:nvSpPr>
        <p:spPr bwMode="auto">
          <a:xfrm>
            <a:off x="7147085" y="3350882"/>
            <a:ext cx="210978" cy="210976"/>
          </a:xfrm>
          <a:prstGeom prst="ellipse">
            <a:avLst/>
          </a:prstGeom>
          <a:solidFill>
            <a:srgbClr val="FFFFFF"/>
          </a:solidFill>
          <a:ln w="38100">
            <a:solidFill>
              <a:srgbClr val="DDE6F4"/>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93" name="Oval 92">
            <a:extLst>
              <a:ext uri="{FF2B5EF4-FFF2-40B4-BE49-F238E27FC236}">
                <a16:creationId xmlns:a16="http://schemas.microsoft.com/office/drawing/2014/main" id="{D6EA1B60-FE14-F02D-AD4B-036C9A280F76}"/>
              </a:ext>
            </a:extLst>
          </p:cNvPr>
          <p:cNvSpPr/>
          <p:nvPr/>
        </p:nvSpPr>
        <p:spPr bwMode="auto">
          <a:xfrm>
            <a:off x="7147085" y="2401413"/>
            <a:ext cx="210978" cy="210976"/>
          </a:xfrm>
          <a:prstGeom prst="ellipse">
            <a:avLst/>
          </a:prstGeom>
          <a:solidFill>
            <a:srgbClr val="FFFFFF"/>
          </a:solidFill>
          <a:ln w="38100">
            <a:solidFill>
              <a:srgbClr val="DDE6F4"/>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94" name="Oval 93">
            <a:extLst>
              <a:ext uri="{FF2B5EF4-FFF2-40B4-BE49-F238E27FC236}">
                <a16:creationId xmlns:a16="http://schemas.microsoft.com/office/drawing/2014/main" id="{A4981883-0D5A-8B0A-F527-018B3E0B6B9C}"/>
              </a:ext>
            </a:extLst>
          </p:cNvPr>
          <p:cNvSpPr/>
          <p:nvPr/>
        </p:nvSpPr>
        <p:spPr bwMode="auto">
          <a:xfrm>
            <a:off x="7147085" y="1698165"/>
            <a:ext cx="210978" cy="210976"/>
          </a:xfrm>
          <a:prstGeom prst="ellipse">
            <a:avLst/>
          </a:prstGeom>
          <a:solidFill>
            <a:srgbClr val="FFFFFF"/>
          </a:solidFill>
          <a:ln w="38100">
            <a:solidFill>
              <a:srgbClr val="DDE6F4"/>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95" name="Oval 94">
            <a:extLst>
              <a:ext uri="{FF2B5EF4-FFF2-40B4-BE49-F238E27FC236}">
                <a16:creationId xmlns:a16="http://schemas.microsoft.com/office/drawing/2014/main" id="{8BD06B17-6599-FE13-549E-D6826A18777E}"/>
              </a:ext>
            </a:extLst>
          </p:cNvPr>
          <p:cNvSpPr/>
          <p:nvPr/>
        </p:nvSpPr>
        <p:spPr bwMode="auto">
          <a:xfrm>
            <a:off x="7147085" y="1118027"/>
            <a:ext cx="210978" cy="210976"/>
          </a:xfrm>
          <a:prstGeom prst="ellipse">
            <a:avLst/>
          </a:prstGeom>
          <a:solidFill>
            <a:srgbClr val="FFFFFF"/>
          </a:solidFill>
          <a:ln w="38100">
            <a:solidFill>
              <a:srgbClr val="DDE6F4"/>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14" name="Group 13">
            <a:extLst>
              <a:ext uri="{FF2B5EF4-FFF2-40B4-BE49-F238E27FC236}">
                <a16:creationId xmlns:a16="http://schemas.microsoft.com/office/drawing/2014/main" id="{E4166C53-BD2B-729B-70FE-0B9DA9810589}"/>
              </a:ext>
            </a:extLst>
          </p:cNvPr>
          <p:cNvGrpSpPr/>
          <p:nvPr/>
        </p:nvGrpSpPr>
        <p:grpSpPr>
          <a:xfrm>
            <a:off x="-107303" y="2801247"/>
            <a:ext cx="4604459" cy="4056753"/>
            <a:chOff x="-107303" y="2801247"/>
            <a:chExt cx="4604459" cy="4056753"/>
          </a:xfrm>
        </p:grpSpPr>
        <p:sp>
          <p:nvSpPr>
            <p:cNvPr id="3" name="Freeform: Shape 2">
              <a:extLst>
                <a:ext uri="{FF2B5EF4-FFF2-40B4-BE49-F238E27FC236}">
                  <a16:creationId xmlns:a16="http://schemas.microsoft.com/office/drawing/2014/main" id="{588B7B98-7BD2-23F3-6364-8F08D520DEAB}"/>
                </a:ext>
              </a:extLst>
            </p:cNvPr>
            <p:cNvSpPr/>
            <p:nvPr/>
          </p:nvSpPr>
          <p:spPr>
            <a:xfrm>
              <a:off x="0" y="2801247"/>
              <a:ext cx="4497156" cy="4056753"/>
            </a:xfrm>
            <a:custGeom>
              <a:avLst/>
              <a:gdLst>
                <a:gd name="connsiteX0" fmla="*/ 1683063 w 4497156"/>
                <a:gd name="connsiteY0" fmla="*/ 0 h 4056753"/>
                <a:gd name="connsiteX1" fmla="*/ 4497156 w 4497156"/>
                <a:gd name="connsiteY1" fmla="*/ 2800563 h 4056753"/>
                <a:gd name="connsiteX2" fmla="*/ 4276010 w 4497156"/>
                <a:gd name="connsiteY2" fmla="*/ 3890668 h 4056753"/>
                <a:gd name="connsiteX3" fmla="*/ 4195616 w 4497156"/>
                <a:gd name="connsiteY3" fmla="*/ 4056753 h 4056753"/>
                <a:gd name="connsiteX4" fmla="*/ 0 w 4497156"/>
                <a:gd name="connsiteY4" fmla="*/ 4056753 h 4056753"/>
                <a:gd name="connsiteX5" fmla="*/ 0 w 4497156"/>
                <a:gd name="connsiteY5" fmla="*/ 559913 h 4056753"/>
                <a:gd name="connsiteX6" fmla="*/ 109678 w 4497156"/>
                <a:gd name="connsiteY6" fmla="*/ 478292 h 4056753"/>
                <a:gd name="connsiteX7" fmla="*/ 1683063 w 4497156"/>
                <a:gd name="connsiteY7" fmla="*/ 0 h 405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7156" h="4056753">
                  <a:moveTo>
                    <a:pt x="1683063" y="0"/>
                  </a:moveTo>
                  <a:cubicBezTo>
                    <a:pt x="3237243" y="0"/>
                    <a:pt x="4497156" y="1253855"/>
                    <a:pt x="4497156" y="2800563"/>
                  </a:cubicBezTo>
                  <a:cubicBezTo>
                    <a:pt x="4497156" y="3187240"/>
                    <a:pt x="4418411" y="3555614"/>
                    <a:pt x="4276010" y="3890668"/>
                  </a:cubicBezTo>
                  <a:lnTo>
                    <a:pt x="4195616" y="4056753"/>
                  </a:lnTo>
                  <a:lnTo>
                    <a:pt x="0" y="4056753"/>
                  </a:lnTo>
                  <a:lnTo>
                    <a:pt x="0" y="559913"/>
                  </a:lnTo>
                  <a:lnTo>
                    <a:pt x="109678" y="478292"/>
                  </a:lnTo>
                  <a:cubicBezTo>
                    <a:pt x="558810" y="176324"/>
                    <a:pt x="1100246" y="0"/>
                    <a:pt x="1683063" y="0"/>
                  </a:cubicBezTo>
                  <a:close/>
                </a:path>
              </a:pathLst>
            </a:custGeom>
            <a:gradFill>
              <a:gsLst>
                <a:gs pos="0">
                  <a:schemeClr val="accent5">
                    <a:lumMod val="75000"/>
                  </a:schemeClr>
                </a:gs>
                <a:gs pos="100000">
                  <a:srgbClr val="0078D4"/>
                </a:gs>
              </a:gsLst>
              <a:lin ang="1380000" scaled="0"/>
            </a:gradFill>
            <a:ln>
              <a:noFill/>
              <a:headEnd type="none" w="med" len="med"/>
              <a:tailEnd type="none" w="med" len="med"/>
            </a:ln>
            <a:effectLst>
              <a:outerShdw blurRad="114300" algn="ctr" rotWithShape="0">
                <a:prstClr val="black">
                  <a:alpha val="8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106" name="Freeform: Shape 105">
              <a:extLst>
                <a:ext uri="{FF2B5EF4-FFF2-40B4-BE49-F238E27FC236}">
                  <a16:creationId xmlns:a16="http://schemas.microsoft.com/office/drawing/2014/main" id="{B55E1A28-A4B0-8920-B3F4-7CF32EDDBA1A}"/>
                </a:ext>
              </a:extLst>
            </p:cNvPr>
            <p:cNvSpPr/>
            <p:nvPr/>
          </p:nvSpPr>
          <p:spPr>
            <a:xfrm>
              <a:off x="438079" y="3348243"/>
              <a:ext cx="39714" cy="24585"/>
            </a:xfrm>
            <a:custGeom>
              <a:avLst/>
              <a:gdLst>
                <a:gd name="connsiteX0" fmla="*/ 30749 w 32027"/>
                <a:gd name="connsiteY0" fmla="*/ 0 h 19826"/>
                <a:gd name="connsiteX1" fmla="*/ 27736 w 32027"/>
                <a:gd name="connsiteY1" fmla="*/ 545 h 19826"/>
                <a:gd name="connsiteX2" fmla="*/ 14862 w 32027"/>
                <a:gd name="connsiteY2" fmla="*/ 6815 h 19826"/>
                <a:gd name="connsiteX3" fmla="*/ 1167 w 32027"/>
                <a:gd name="connsiteY3" fmla="*/ 17991 h 19826"/>
                <a:gd name="connsiteX4" fmla="*/ 71 w 32027"/>
                <a:gd name="connsiteY4" fmla="*/ 19626 h 19826"/>
                <a:gd name="connsiteX5" fmla="*/ 23901 w 32027"/>
                <a:gd name="connsiteY5" fmla="*/ 9813 h 19826"/>
                <a:gd name="connsiteX6" fmla="*/ 30749 w 32027"/>
                <a:gd name="connsiteY6" fmla="*/ 273 h 1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27" h="19826">
                  <a:moveTo>
                    <a:pt x="30749" y="0"/>
                  </a:moveTo>
                  <a:cubicBezTo>
                    <a:pt x="30749" y="0"/>
                    <a:pt x="29105" y="0"/>
                    <a:pt x="27736" y="545"/>
                  </a:cubicBezTo>
                  <a:cubicBezTo>
                    <a:pt x="23079" y="2453"/>
                    <a:pt x="15958" y="5997"/>
                    <a:pt x="14862" y="6815"/>
                  </a:cubicBezTo>
                  <a:cubicBezTo>
                    <a:pt x="13766" y="7632"/>
                    <a:pt x="1167" y="17991"/>
                    <a:pt x="1167" y="17991"/>
                  </a:cubicBezTo>
                  <a:cubicBezTo>
                    <a:pt x="345" y="18536"/>
                    <a:pt x="-203" y="19354"/>
                    <a:pt x="71" y="19626"/>
                  </a:cubicBezTo>
                  <a:cubicBezTo>
                    <a:pt x="71" y="19626"/>
                    <a:pt x="6097" y="22080"/>
                    <a:pt x="23901" y="9813"/>
                  </a:cubicBezTo>
                  <a:cubicBezTo>
                    <a:pt x="33762" y="2998"/>
                    <a:pt x="32666" y="545"/>
                    <a:pt x="30749" y="273"/>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7" name="Freeform: Shape 106">
              <a:extLst>
                <a:ext uri="{FF2B5EF4-FFF2-40B4-BE49-F238E27FC236}">
                  <a16:creationId xmlns:a16="http://schemas.microsoft.com/office/drawing/2014/main" id="{07C38ED6-D99B-32D0-5947-2A215903F608}"/>
                </a:ext>
              </a:extLst>
            </p:cNvPr>
            <p:cNvSpPr/>
            <p:nvPr/>
          </p:nvSpPr>
          <p:spPr>
            <a:xfrm>
              <a:off x="422051" y="3333708"/>
              <a:ext cx="18154" cy="9866"/>
            </a:xfrm>
            <a:custGeom>
              <a:avLst/>
              <a:gdLst>
                <a:gd name="connsiteX0" fmla="*/ 14641 w 14640"/>
                <a:gd name="connsiteY0" fmla="*/ 545 h 7956"/>
                <a:gd name="connsiteX1" fmla="*/ 13271 w 14640"/>
                <a:gd name="connsiteY1" fmla="*/ 545 h 7956"/>
                <a:gd name="connsiteX2" fmla="*/ 2315 w 14640"/>
                <a:gd name="connsiteY2" fmla="*/ 5452 h 7956"/>
                <a:gd name="connsiteX3" fmla="*/ 124 w 14640"/>
                <a:gd name="connsiteY3" fmla="*/ 7905 h 7956"/>
                <a:gd name="connsiteX4" fmla="*/ 6424 w 14640"/>
                <a:gd name="connsiteY4" fmla="*/ 5724 h 7956"/>
                <a:gd name="connsiteX5" fmla="*/ 14641 w 14640"/>
                <a:gd name="connsiteY5" fmla="*/ 0 h 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40" h="7956">
                  <a:moveTo>
                    <a:pt x="14641" y="545"/>
                  </a:moveTo>
                  <a:cubicBezTo>
                    <a:pt x="14641" y="545"/>
                    <a:pt x="13819" y="545"/>
                    <a:pt x="13271" y="545"/>
                  </a:cubicBezTo>
                  <a:cubicBezTo>
                    <a:pt x="10258" y="1636"/>
                    <a:pt x="3411" y="4907"/>
                    <a:pt x="2315" y="5452"/>
                  </a:cubicBezTo>
                  <a:cubicBezTo>
                    <a:pt x="945" y="6269"/>
                    <a:pt x="-424" y="7632"/>
                    <a:pt x="124" y="7905"/>
                  </a:cubicBezTo>
                  <a:cubicBezTo>
                    <a:pt x="672" y="8178"/>
                    <a:pt x="3684" y="7360"/>
                    <a:pt x="6424" y="5724"/>
                  </a:cubicBezTo>
                  <a:cubicBezTo>
                    <a:pt x="7519" y="5179"/>
                    <a:pt x="14367" y="818"/>
                    <a:pt x="14641" y="0"/>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8" name="Freeform: Shape 107">
              <a:extLst>
                <a:ext uri="{FF2B5EF4-FFF2-40B4-BE49-F238E27FC236}">
                  <a16:creationId xmlns:a16="http://schemas.microsoft.com/office/drawing/2014/main" id="{65E9ABBC-4737-4C52-25C5-FC87F3DD9A90}"/>
                </a:ext>
              </a:extLst>
            </p:cNvPr>
            <p:cNvSpPr/>
            <p:nvPr/>
          </p:nvSpPr>
          <p:spPr>
            <a:xfrm>
              <a:off x="468397" y="3286724"/>
              <a:ext cx="78119" cy="33463"/>
            </a:xfrm>
            <a:custGeom>
              <a:avLst/>
              <a:gdLst>
                <a:gd name="connsiteX0" fmla="*/ 29856 w 62998"/>
                <a:gd name="connsiteY0" fmla="*/ 14992 h 26986"/>
                <a:gd name="connsiteX1" fmla="*/ 40264 w 62998"/>
                <a:gd name="connsiteY1" fmla="*/ 11721 h 26986"/>
                <a:gd name="connsiteX2" fmla="*/ 52864 w 62998"/>
                <a:gd name="connsiteY2" fmla="*/ 5724 h 26986"/>
                <a:gd name="connsiteX3" fmla="*/ 62998 w 62998"/>
                <a:gd name="connsiteY3" fmla="*/ 0 h 26986"/>
                <a:gd name="connsiteX4" fmla="*/ 61081 w 62998"/>
                <a:gd name="connsiteY4" fmla="*/ 0 h 26986"/>
                <a:gd name="connsiteX5" fmla="*/ 0 w 62998"/>
                <a:gd name="connsiteY5" fmla="*/ 26986 h 26986"/>
                <a:gd name="connsiteX6" fmla="*/ 16160 w 62998"/>
                <a:gd name="connsiteY6" fmla="*/ 20717 h 26986"/>
                <a:gd name="connsiteX7" fmla="*/ 30129 w 62998"/>
                <a:gd name="connsiteY7" fmla="*/ 14992 h 26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998" h="26986">
                  <a:moveTo>
                    <a:pt x="29856" y="14992"/>
                  </a:moveTo>
                  <a:cubicBezTo>
                    <a:pt x="33326" y="14264"/>
                    <a:pt x="36794" y="13174"/>
                    <a:pt x="40264" y="11721"/>
                  </a:cubicBezTo>
                  <a:cubicBezTo>
                    <a:pt x="40264" y="11721"/>
                    <a:pt x="45468" y="9541"/>
                    <a:pt x="52864" y="5724"/>
                  </a:cubicBezTo>
                  <a:cubicBezTo>
                    <a:pt x="52864" y="5724"/>
                    <a:pt x="61628" y="1090"/>
                    <a:pt x="62998" y="0"/>
                  </a:cubicBezTo>
                  <a:cubicBezTo>
                    <a:pt x="62998" y="0"/>
                    <a:pt x="62360" y="0"/>
                    <a:pt x="61081" y="0"/>
                  </a:cubicBezTo>
                  <a:cubicBezTo>
                    <a:pt x="61081" y="0"/>
                    <a:pt x="29034" y="11449"/>
                    <a:pt x="0" y="26986"/>
                  </a:cubicBezTo>
                  <a:lnTo>
                    <a:pt x="16160" y="20717"/>
                  </a:lnTo>
                  <a:cubicBezTo>
                    <a:pt x="20817" y="18808"/>
                    <a:pt x="25199" y="16083"/>
                    <a:pt x="30129" y="14992"/>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9" name="Freeform: Shape 108">
              <a:extLst>
                <a:ext uri="{FF2B5EF4-FFF2-40B4-BE49-F238E27FC236}">
                  <a16:creationId xmlns:a16="http://schemas.microsoft.com/office/drawing/2014/main" id="{099489E8-6694-60E4-CAB4-985D8F37F5AA}"/>
                </a:ext>
              </a:extLst>
            </p:cNvPr>
            <p:cNvSpPr/>
            <p:nvPr/>
          </p:nvSpPr>
          <p:spPr>
            <a:xfrm>
              <a:off x="411336" y="3313089"/>
              <a:ext cx="85252" cy="41929"/>
            </a:xfrm>
            <a:custGeom>
              <a:avLst/>
              <a:gdLst>
                <a:gd name="connsiteX0" fmla="*/ 42181 w 68750"/>
                <a:gd name="connsiteY0" fmla="*/ 12812 h 33813"/>
                <a:gd name="connsiteX1" fmla="*/ 41634 w 68750"/>
                <a:gd name="connsiteY1" fmla="*/ 12812 h 33813"/>
                <a:gd name="connsiteX2" fmla="*/ 54507 w 68750"/>
                <a:gd name="connsiteY2" fmla="*/ 6815 h 33813"/>
                <a:gd name="connsiteX3" fmla="*/ 67106 w 68750"/>
                <a:gd name="connsiteY3" fmla="*/ 1090 h 33813"/>
                <a:gd name="connsiteX4" fmla="*/ 68750 w 68750"/>
                <a:gd name="connsiteY4" fmla="*/ 0 h 33813"/>
                <a:gd name="connsiteX5" fmla="*/ 66285 w 68750"/>
                <a:gd name="connsiteY5" fmla="*/ 545 h 33813"/>
                <a:gd name="connsiteX6" fmla="*/ 0 w 68750"/>
                <a:gd name="connsiteY6" fmla="*/ 33801 h 33813"/>
                <a:gd name="connsiteX7" fmla="*/ 41907 w 68750"/>
                <a:gd name="connsiteY7" fmla="*/ 14720 h 33813"/>
                <a:gd name="connsiteX8" fmla="*/ 42181 w 68750"/>
                <a:gd name="connsiteY8" fmla="*/ 12812 h 3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750" h="33813">
                  <a:moveTo>
                    <a:pt x="42181" y="12812"/>
                  </a:moveTo>
                  <a:cubicBezTo>
                    <a:pt x="42181" y="12812"/>
                    <a:pt x="41907" y="12812"/>
                    <a:pt x="41634" y="12812"/>
                  </a:cubicBezTo>
                  <a:cubicBezTo>
                    <a:pt x="42181" y="12266"/>
                    <a:pt x="42729" y="11994"/>
                    <a:pt x="54507" y="6815"/>
                  </a:cubicBezTo>
                  <a:cubicBezTo>
                    <a:pt x="58615" y="5179"/>
                    <a:pt x="64094" y="2726"/>
                    <a:pt x="67106" y="1090"/>
                  </a:cubicBezTo>
                  <a:cubicBezTo>
                    <a:pt x="67654" y="818"/>
                    <a:pt x="68202" y="273"/>
                    <a:pt x="68750" y="0"/>
                  </a:cubicBezTo>
                  <a:cubicBezTo>
                    <a:pt x="67928" y="0"/>
                    <a:pt x="67106" y="0"/>
                    <a:pt x="66285" y="545"/>
                  </a:cubicBezTo>
                  <a:cubicBezTo>
                    <a:pt x="31499" y="11721"/>
                    <a:pt x="4383" y="29712"/>
                    <a:pt x="0" y="33801"/>
                  </a:cubicBezTo>
                  <a:cubicBezTo>
                    <a:pt x="2739" y="34346"/>
                    <a:pt x="39990" y="16355"/>
                    <a:pt x="41907" y="14720"/>
                  </a:cubicBezTo>
                  <a:cubicBezTo>
                    <a:pt x="41907" y="14175"/>
                    <a:pt x="41907" y="13357"/>
                    <a:pt x="42181" y="12812"/>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0" name="Freeform: Shape 109">
              <a:extLst>
                <a:ext uri="{FF2B5EF4-FFF2-40B4-BE49-F238E27FC236}">
                  <a16:creationId xmlns:a16="http://schemas.microsoft.com/office/drawing/2014/main" id="{E1C1AFF8-FBA4-9F90-148A-EFB6B95E65D0}"/>
                </a:ext>
              </a:extLst>
            </p:cNvPr>
            <p:cNvSpPr/>
            <p:nvPr/>
          </p:nvSpPr>
          <p:spPr>
            <a:xfrm>
              <a:off x="494549" y="3310385"/>
              <a:ext cx="28531" cy="21294"/>
            </a:xfrm>
            <a:custGeom>
              <a:avLst/>
              <a:gdLst>
                <a:gd name="connsiteX0" fmla="*/ 10135 w 23008"/>
                <a:gd name="connsiteY0" fmla="*/ 11721 h 17172"/>
                <a:gd name="connsiteX1" fmla="*/ 12326 w 23008"/>
                <a:gd name="connsiteY1" fmla="*/ 10358 h 17172"/>
                <a:gd name="connsiteX2" fmla="*/ 15613 w 23008"/>
                <a:gd name="connsiteY2" fmla="*/ 7087 h 17172"/>
                <a:gd name="connsiteX3" fmla="*/ 21912 w 23008"/>
                <a:gd name="connsiteY3" fmla="*/ 1635 h 17172"/>
                <a:gd name="connsiteX4" fmla="*/ 23008 w 23008"/>
                <a:gd name="connsiteY4" fmla="*/ 0 h 17172"/>
                <a:gd name="connsiteX5" fmla="*/ 21912 w 23008"/>
                <a:gd name="connsiteY5" fmla="*/ 0 h 17172"/>
                <a:gd name="connsiteX6" fmla="*/ 1918 w 23008"/>
                <a:gd name="connsiteY6" fmla="*/ 12266 h 17172"/>
                <a:gd name="connsiteX7" fmla="*/ 1918 w 23008"/>
                <a:gd name="connsiteY7" fmla="*/ 12266 h 17172"/>
                <a:gd name="connsiteX8" fmla="*/ 0 w 23008"/>
                <a:gd name="connsiteY8" fmla="*/ 17173 h 17172"/>
                <a:gd name="connsiteX9" fmla="*/ 10135 w 23008"/>
                <a:gd name="connsiteY9" fmla="*/ 11721 h 1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008" h="17172">
                  <a:moveTo>
                    <a:pt x="10135" y="11721"/>
                  </a:moveTo>
                  <a:cubicBezTo>
                    <a:pt x="10135" y="11721"/>
                    <a:pt x="11504" y="10903"/>
                    <a:pt x="12326" y="10358"/>
                  </a:cubicBezTo>
                  <a:cubicBezTo>
                    <a:pt x="13421" y="9268"/>
                    <a:pt x="14517" y="8178"/>
                    <a:pt x="15613" y="7087"/>
                  </a:cubicBezTo>
                  <a:cubicBezTo>
                    <a:pt x="17804" y="5179"/>
                    <a:pt x="19995" y="3544"/>
                    <a:pt x="21912" y="1635"/>
                  </a:cubicBezTo>
                  <a:cubicBezTo>
                    <a:pt x="23008" y="545"/>
                    <a:pt x="23008" y="273"/>
                    <a:pt x="23008" y="0"/>
                  </a:cubicBezTo>
                  <a:cubicBezTo>
                    <a:pt x="23008" y="0"/>
                    <a:pt x="23008" y="0"/>
                    <a:pt x="21912" y="0"/>
                  </a:cubicBezTo>
                  <a:cubicBezTo>
                    <a:pt x="14791" y="2181"/>
                    <a:pt x="2739" y="11176"/>
                    <a:pt x="1918" y="12266"/>
                  </a:cubicBezTo>
                  <a:cubicBezTo>
                    <a:pt x="1918" y="12266"/>
                    <a:pt x="1918" y="12266"/>
                    <a:pt x="1918" y="12266"/>
                  </a:cubicBezTo>
                  <a:cubicBezTo>
                    <a:pt x="1918" y="12266"/>
                    <a:pt x="1279" y="13902"/>
                    <a:pt x="0" y="17173"/>
                  </a:cubicBezTo>
                  <a:cubicBezTo>
                    <a:pt x="0" y="17173"/>
                    <a:pt x="10135" y="11721"/>
                    <a:pt x="10135" y="11721"/>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1" name="Freeform: Shape 110">
              <a:extLst>
                <a:ext uri="{FF2B5EF4-FFF2-40B4-BE49-F238E27FC236}">
                  <a16:creationId xmlns:a16="http://schemas.microsoft.com/office/drawing/2014/main" id="{2C04DB5E-F816-2302-465F-CFFCFCBFCD97}"/>
                </a:ext>
              </a:extLst>
            </p:cNvPr>
            <p:cNvSpPr/>
            <p:nvPr/>
          </p:nvSpPr>
          <p:spPr>
            <a:xfrm>
              <a:off x="366162" y="3403677"/>
              <a:ext cx="33652" cy="18590"/>
            </a:xfrm>
            <a:custGeom>
              <a:avLst/>
              <a:gdLst>
                <a:gd name="connsiteX0" fmla="*/ 26843 w 27138"/>
                <a:gd name="connsiteY0" fmla="*/ 273 h 14992"/>
                <a:gd name="connsiteX1" fmla="*/ 24651 w 27138"/>
                <a:gd name="connsiteY1" fmla="*/ 545 h 14992"/>
                <a:gd name="connsiteX2" fmla="*/ 18625 w 27138"/>
                <a:gd name="connsiteY2" fmla="*/ 2726 h 14992"/>
                <a:gd name="connsiteX3" fmla="*/ 0 w 27138"/>
                <a:gd name="connsiteY3" fmla="*/ 14992 h 14992"/>
                <a:gd name="connsiteX4" fmla="*/ 0 w 27138"/>
                <a:gd name="connsiteY4" fmla="*/ 14992 h 14992"/>
                <a:gd name="connsiteX5" fmla="*/ 23556 w 27138"/>
                <a:gd name="connsiteY5" fmla="*/ 4089 h 14992"/>
                <a:gd name="connsiteX6" fmla="*/ 26569 w 27138"/>
                <a:gd name="connsiteY6" fmla="*/ 0 h 1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38" h="14992">
                  <a:moveTo>
                    <a:pt x="26843" y="273"/>
                  </a:moveTo>
                  <a:cubicBezTo>
                    <a:pt x="26843" y="273"/>
                    <a:pt x="25473" y="273"/>
                    <a:pt x="24651" y="545"/>
                  </a:cubicBezTo>
                  <a:cubicBezTo>
                    <a:pt x="21638" y="1363"/>
                    <a:pt x="18625" y="2726"/>
                    <a:pt x="18625" y="2726"/>
                  </a:cubicBezTo>
                  <a:cubicBezTo>
                    <a:pt x="10408" y="6815"/>
                    <a:pt x="822" y="13902"/>
                    <a:pt x="0" y="14992"/>
                  </a:cubicBezTo>
                  <a:cubicBezTo>
                    <a:pt x="0" y="14992"/>
                    <a:pt x="0" y="14992"/>
                    <a:pt x="0" y="14992"/>
                  </a:cubicBezTo>
                  <a:cubicBezTo>
                    <a:pt x="1370" y="14992"/>
                    <a:pt x="16982" y="8723"/>
                    <a:pt x="23556" y="4089"/>
                  </a:cubicBezTo>
                  <a:cubicBezTo>
                    <a:pt x="26021" y="2453"/>
                    <a:pt x="28212" y="273"/>
                    <a:pt x="26569" y="0"/>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2" name="Freeform: Shape 111">
              <a:extLst>
                <a:ext uri="{FF2B5EF4-FFF2-40B4-BE49-F238E27FC236}">
                  <a16:creationId xmlns:a16="http://schemas.microsoft.com/office/drawing/2014/main" id="{B83266CE-BE49-9C0C-9DBE-074411B24C59}"/>
                </a:ext>
              </a:extLst>
            </p:cNvPr>
            <p:cNvSpPr/>
            <p:nvPr/>
          </p:nvSpPr>
          <p:spPr>
            <a:xfrm>
              <a:off x="276060" y="3447093"/>
              <a:ext cx="142747" cy="110685"/>
            </a:xfrm>
            <a:custGeom>
              <a:avLst/>
              <a:gdLst>
                <a:gd name="connsiteX0" fmla="*/ 115116 w 115116"/>
                <a:gd name="connsiteY0" fmla="*/ 698 h 89260"/>
                <a:gd name="connsiteX1" fmla="*/ 108817 w 115116"/>
                <a:gd name="connsiteY1" fmla="*/ 153 h 89260"/>
                <a:gd name="connsiteX2" fmla="*/ 106352 w 115116"/>
                <a:gd name="connsiteY2" fmla="*/ 698 h 89260"/>
                <a:gd name="connsiteX3" fmla="*/ 83617 w 115116"/>
                <a:gd name="connsiteY3" fmla="*/ 5332 h 89260"/>
                <a:gd name="connsiteX4" fmla="*/ 40067 w 115116"/>
                <a:gd name="connsiteY4" fmla="*/ 27411 h 89260"/>
                <a:gd name="connsiteX5" fmla="*/ 40067 w 115116"/>
                <a:gd name="connsiteY5" fmla="*/ 27957 h 89260"/>
                <a:gd name="connsiteX6" fmla="*/ 47462 w 115116"/>
                <a:gd name="connsiteY6" fmla="*/ 29047 h 89260"/>
                <a:gd name="connsiteX7" fmla="*/ 49379 w 115116"/>
                <a:gd name="connsiteY7" fmla="*/ 34226 h 89260"/>
                <a:gd name="connsiteX8" fmla="*/ 22811 w 115116"/>
                <a:gd name="connsiteY8" fmla="*/ 53852 h 89260"/>
                <a:gd name="connsiteX9" fmla="*/ 18976 w 115116"/>
                <a:gd name="connsiteY9" fmla="*/ 54943 h 89260"/>
                <a:gd name="connsiteX10" fmla="*/ 24728 w 115116"/>
                <a:gd name="connsiteY10" fmla="*/ 42131 h 89260"/>
                <a:gd name="connsiteX11" fmla="*/ 351 w 115116"/>
                <a:gd name="connsiteY11" fmla="*/ 57669 h 89260"/>
                <a:gd name="connsiteX12" fmla="*/ 77 w 115116"/>
                <a:gd name="connsiteY12" fmla="*/ 59577 h 89260"/>
                <a:gd name="connsiteX13" fmla="*/ 4459 w 115116"/>
                <a:gd name="connsiteY13" fmla="*/ 72116 h 89260"/>
                <a:gd name="connsiteX14" fmla="*/ 5829 w 115116"/>
                <a:gd name="connsiteY14" fmla="*/ 77295 h 89260"/>
                <a:gd name="connsiteX15" fmla="*/ 4185 w 115116"/>
                <a:gd name="connsiteY15" fmla="*/ 86835 h 89260"/>
                <a:gd name="connsiteX16" fmla="*/ 5007 w 115116"/>
                <a:gd name="connsiteY16" fmla="*/ 88471 h 89260"/>
                <a:gd name="connsiteX17" fmla="*/ 74853 w 115116"/>
                <a:gd name="connsiteY17" fmla="*/ 51126 h 89260"/>
                <a:gd name="connsiteX18" fmla="*/ 80878 w 115116"/>
                <a:gd name="connsiteY18" fmla="*/ 30682 h 89260"/>
                <a:gd name="connsiteX19" fmla="*/ 62801 w 115116"/>
                <a:gd name="connsiteY19" fmla="*/ 35316 h 89260"/>
                <a:gd name="connsiteX20" fmla="*/ 99778 w 115116"/>
                <a:gd name="connsiteY20" fmla="*/ 14055 h 89260"/>
                <a:gd name="connsiteX21" fmla="*/ 114842 w 115116"/>
                <a:gd name="connsiteY21" fmla="*/ 425 h 8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116" h="89260">
                  <a:moveTo>
                    <a:pt x="115116" y="698"/>
                  </a:moveTo>
                  <a:cubicBezTo>
                    <a:pt x="115116" y="698"/>
                    <a:pt x="113473" y="-393"/>
                    <a:pt x="108817" y="153"/>
                  </a:cubicBezTo>
                  <a:cubicBezTo>
                    <a:pt x="107995" y="153"/>
                    <a:pt x="106899" y="425"/>
                    <a:pt x="106352" y="698"/>
                  </a:cubicBezTo>
                  <a:cubicBezTo>
                    <a:pt x="98682" y="2333"/>
                    <a:pt x="91287" y="3696"/>
                    <a:pt x="83617" y="5332"/>
                  </a:cubicBezTo>
                  <a:cubicBezTo>
                    <a:pt x="74305" y="7513"/>
                    <a:pt x="44175" y="21687"/>
                    <a:pt x="40067" y="27411"/>
                  </a:cubicBezTo>
                  <a:cubicBezTo>
                    <a:pt x="40067" y="27411"/>
                    <a:pt x="40067" y="27957"/>
                    <a:pt x="40067" y="27957"/>
                  </a:cubicBezTo>
                  <a:cubicBezTo>
                    <a:pt x="42532" y="28774"/>
                    <a:pt x="45271" y="27411"/>
                    <a:pt x="47462" y="29047"/>
                  </a:cubicBezTo>
                  <a:cubicBezTo>
                    <a:pt x="51023" y="31500"/>
                    <a:pt x="49927" y="33136"/>
                    <a:pt x="49379" y="34226"/>
                  </a:cubicBezTo>
                  <a:cubicBezTo>
                    <a:pt x="48010" y="36407"/>
                    <a:pt x="28015" y="51126"/>
                    <a:pt x="22811" y="53852"/>
                  </a:cubicBezTo>
                  <a:cubicBezTo>
                    <a:pt x="20619" y="54943"/>
                    <a:pt x="20346" y="54943"/>
                    <a:pt x="18976" y="54943"/>
                  </a:cubicBezTo>
                  <a:cubicBezTo>
                    <a:pt x="17607" y="49218"/>
                    <a:pt x="24454" y="47310"/>
                    <a:pt x="24728" y="42131"/>
                  </a:cubicBezTo>
                  <a:cubicBezTo>
                    <a:pt x="20893" y="42676"/>
                    <a:pt x="2542" y="52489"/>
                    <a:pt x="351" y="57669"/>
                  </a:cubicBezTo>
                  <a:cubicBezTo>
                    <a:pt x="351" y="58214"/>
                    <a:pt x="-197" y="59032"/>
                    <a:pt x="77" y="59577"/>
                  </a:cubicBezTo>
                  <a:cubicBezTo>
                    <a:pt x="1172" y="63938"/>
                    <a:pt x="3637" y="67754"/>
                    <a:pt x="4459" y="72116"/>
                  </a:cubicBezTo>
                  <a:cubicBezTo>
                    <a:pt x="4733" y="73751"/>
                    <a:pt x="5829" y="75387"/>
                    <a:pt x="5829" y="77295"/>
                  </a:cubicBezTo>
                  <a:cubicBezTo>
                    <a:pt x="5829" y="80566"/>
                    <a:pt x="3637" y="83564"/>
                    <a:pt x="4185" y="86835"/>
                  </a:cubicBezTo>
                  <a:cubicBezTo>
                    <a:pt x="4185" y="87381"/>
                    <a:pt x="4459" y="88198"/>
                    <a:pt x="5007" y="88471"/>
                  </a:cubicBezTo>
                  <a:cubicBezTo>
                    <a:pt x="10759" y="94468"/>
                    <a:pt x="61157" y="64756"/>
                    <a:pt x="74853" y="51126"/>
                  </a:cubicBezTo>
                  <a:cubicBezTo>
                    <a:pt x="77865" y="48128"/>
                    <a:pt x="86630" y="30682"/>
                    <a:pt x="80878" y="30682"/>
                  </a:cubicBezTo>
                  <a:cubicBezTo>
                    <a:pt x="74579" y="30682"/>
                    <a:pt x="69101" y="33953"/>
                    <a:pt x="62801" y="35316"/>
                  </a:cubicBezTo>
                  <a:cubicBezTo>
                    <a:pt x="74579" y="27411"/>
                    <a:pt x="88000" y="21960"/>
                    <a:pt x="99778" y="14055"/>
                  </a:cubicBezTo>
                  <a:cubicBezTo>
                    <a:pt x="99778" y="14055"/>
                    <a:pt x="114842" y="1243"/>
                    <a:pt x="114842" y="425"/>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3" name="Freeform: Shape 112">
              <a:extLst>
                <a:ext uri="{FF2B5EF4-FFF2-40B4-BE49-F238E27FC236}">
                  <a16:creationId xmlns:a16="http://schemas.microsoft.com/office/drawing/2014/main" id="{5CD8A5E1-2CA5-84E1-70CB-CF38F7C05A5D}"/>
                </a:ext>
              </a:extLst>
            </p:cNvPr>
            <p:cNvSpPr/>
            <p:nvPr/>
          </p:nvSpPr>
          <p:spPr>
            <a:xfrm>
              <a:off x="206528" y="3361425"/>
              <a:ext cx="180013" cy="101066"/>
            </a:xfrm>
            <a:custGeom>
              <a:avLst/>
              <a:gdLst>
                <a:gd name="connsiteX0" fmla="*/ 26295 w 145169"/>
                <a:gd name="connsiteY0" fmla="*/ 67602 h 81503"/>
                <a:gd name="connsiteX1" fmla="*/ 88471 w 145169"/>
                <a:gd name="connsiteY1" fmla="*/ 31893 h 81503"/>
                <a:gd name="connsiteX2" fmla="*/ 65737 w 145169"/>
                <a:gd name="connsiteY2" fmla="*/ 46612 h 81503"/>
                <a:gd name="connsiteX3" fmla="*/ 139417 w 145169"/>
                <a:gd name="connsiteY3" fmla="*/ 4907 h 81503"/>
                <a:gd name="connsiteX4" fmla="*/ 145169 w 145169"/>
                <a:gd name="connsiteY4" fmla="*/ 0 h 81503"/>
                <a:gd name="connsiteX5" fmla="*/ 142430 w 145169"/>
                <a:gd name="connsiteY5" fmla="*/ 545 h 81503"/>
                <a:gd name="connsiteX6" fmla="*/ 0 w 145169"/>
                <a:gd name="connsiteY6" fmla="*/ 81504 h 81503"/>
                <a:gd name="connsiteX7" fmla="*/ 27390 w 145169"/>
                <a:gd name="connsiteY7" fmla="*/ 66511 h 81503"/>
                <a:gd name="connsiteX8" fmla="*/ 26295 w 145169"/>
                <a:gd name="connsiteY8" fmla="*/ 67602 h 81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169" h="81503">
                  <a:moveTo>
                    <a:pt x="26295" y="67602"/>
                  </a:moveTo>
                  <a:cubicBezTo>
                    <a:pt x="48207" y="57788"/>
                    <a:pt x="66833" y="42251"/>
                    <a:pt x="88471" y="31893"/>
                  </a:cubicBezTo>
                  <a:cubicBezTo>
                    <a:pt x="74045" y="40978"/>
                    <a:pt x="66468" y="45885"/>
                    <a:pt x="65737" y="46612"/>
                  </a:cubicBezTo>
                  <a:lnTo>
                    <a:pt x="139417" y="4907"/>
                  </a:lnTo>
                  <a:cubicBezTo>
                    <a:pt x="140787" y="4089"/>
                    <a:pt x="142978" y="2726"/>
                    <a:pt x="145169" y="0"/>
                  </a:cubicBezTo>
                  <a:cubicBezTo>
                    <a:pt x="144347" y="0"/>
                    <a:pt x="143252" y="0"/>
                    <a:pt x="142430" y="545"/>
                  </a:cubicBezTo>
                  <a:cubicBezTo>
                    <a:pt x="126544" y="7632"/>
                    <a:pt x="22460" y="63240"/>
                    <a:pt x="0" y="81504"/>
                  </a:cubicBezTo>
                  <a:cubicBezTo>
                    <a:pt x="11230" y="80141"/>
                    <a:pt x="18078" y="71145"/>
                    <a:pt x="27390" y="66511"/>
                  </a:cubicBezTo>
                  <a:cubicBezTo>
                    <a:pt x="27116" y="66784"/>
                    <a:pt x="26569" y="67329"/>
                    <a:pt x="26295" y="67602"/>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4" name="Freeform: Shape 113">
              <a:extLst>
                <a:ext uri="{FF2B5EF4-FFF2-40B4-BE49-F238E27FC236}">
                  <a16:creationId xmlns:a16="http://schemas.microsoft.com/office/drawing/2014/main" id="{B5110119-A109-DB00-C072-46420986FF79}"/>
                </a:ext>
              </a:extLst>
            </p:cNvPr>
            <p:cNvSpPr/>
            <p:nvPr/>
          </p:nvSpPr>
          <p:spPr>
            <a:xfrm>
              <a:off x="169506" y="3636908"/>
              <a:ext cx="92326" cy="60288"/>
            </a:xfrm>
            <a:custGeom>
              <a:avLst/>
              <a:gdLst>
                <a:gd name="connsiteX0" fmla="*/ 56424 w 74455"/>
                <a:gd name="connsiteY0" fmla="*/ 273 h 48618"/>
                <a:gd name="connsiteX1" fmla="*/ 55329 w 74455"/>
                <a:gd name="connsiteY1" fmla="*/ 273 h 48618"/>
                <a:gd name="connsiteX2" fmla="*/ 50398 w 74455"/>
                <a:gd name="connsiteY2" fmla="*/ 3271 h 48618"/>
                <a:gd name="connsiteX3" fmla="*/ 23282 w 74455"/>
                <a:gd name="connsiteY3" fmla="*/ 26986 h 48618"/>
                <a:gd name="connsiteX4" fmla="*/ 0 w 74455"/>
                <a:gd name="connsiteY4" fmla="*/ 43341 h 48618"/>
                <a:gd name="connsiteX5" fmla="*/ 548 w 74455"/>
                <a:gd name="connsiteY5" fmla="*/ 43614 h 48618"/>
                <a:gd name="connsiteX6" fmla="*/ 7395 w 74455"/>
                <a:gd name="connsiteY6" fmla="*/ 42796 h 48618"/>
                <a:gd name="connsiteX7" fmla="*/ 16160 w 74455"/>
                <a:gd name="connsiteY7" fmla="*/ 42251 h 48618"/>
                <a:gd name="connsiteX8" fmla="*/ 20817 w 74455"/>
                <a:gd name="connsiteY8" fmla="*/ 48521 h 48618"/>
                <a:gd name="connsiteX9" fmla="*/ 31225 w 74455"/>
                <a:gd name="connsiteY9" fmla="*/ 47430 h 48618"/>
                <a:gd name="connsiteX10" fmla="*/ 73680 w 74455"/>
                <a:gd name="connsiteY10" fmla="*/ 29439 h 48618"/>
                <a:gd name="connsiteX11" fmla="*/ 68476 w 74455"/>
                <a:gd name="connsiteY11" fmla="*/ 10086 h 48618"/>
                <a:gd name="connsiteX12" fmla="*/ 56424 w 74455"/>
                <a:gd name="connsiteY12" fmla="*/ 0 h 48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455" h="48618">
                  <a:moveTo>
                    <a:pt x="56424" y="273"/>
                  </a:moveTo>
                  <a:cubicBezTo>
                    <a:pt x="56424" y="273"/>
                    <a:pt x="55603" y="273"/>
                    <a:pt x="55329" y="273"/>
                  </a:cubicBezTo>
                  <a:cubicBezTo>
                    <a:pt x="54233" y="818"/>
                    <a:pt x="52864" y="1363"/>
                    <a:pt x="50398" y="3271"/>
                  </a:cubicBezTo>
                  <a:cubicBezTo>
                    <a:pt x="40812" y="10631"/>
                    <a:pt x="33690" y="20717"/>
                    <a:pt x="23282" y="26986"/>
                  </a:cubicBezTo>
                  <a:cubicBezTo>
                    <a:pt x="6026" y="37617"/>
                    <a:pt x="822" y="40615"/>
                    <a:pt x="0" y="43341"/>
                  </a:cubicBezTo>
                  <a:cubicBezTo>
                    <a:pt x="0" y="43341"/>
                    <a:pt x="274" y="43614"/>
                    <a:pt x="548" y="43614"/>
                  </a:cubicBezTo>
                  <a:cubicBezTo>
                    <a:pt x="1917" y="43614"/>
                    <a:pt x="3013" y="43614"/>
                    <a:pt x="7395" y="42796"/>
                  </a:cubicBezTo>
                  <a:cubicBezTo>
                    <a:pt x="13969" y="41433"/>
                    <a:pt x="14791" y="41433"/>
                    <a:pt x="16160" y="42251"/>
                  </a:cubicBezTo>
                  <a:cubicBezTo>
                    <a:pt x="18352" y="43887"/>
                    <a:pt x="18078" y="47430"/>
                    <a:pt x="20817" y="48521"/>
                  </a:cubicBezTo>
                  <a:cubicBezTo>
                    <a:pt x="21912" y="48793"/>
                    <a:pt x="26569" y="48521"/>
                    <a:pt x="31225" y="47430"/>
                  </a:cubicBezTo>
                  <a:cubicBezTo>
                    <a:pt x="61081" y="41978"/>
                    <a:pt x="73406" y="29712"/>
                    <a:pt x="73680" y="29439"/>
                  </a:cubicBezTo>
                  <a:cubicBezTo>
                    <a:pt x="76967" y="25351"/>
                    <a:pt x="68750" y="10086"/>
                    <a:pt x="68476" y="10086"/>
                  </a:cubicBezTo>
                  <a:cubicBezTo>
                    <a:pt x="64915" y="3816"/>
                    <a:pt x="57520" y="273"/>
                    <a:pt x="56424" y="0"/>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5" name="Freeform: Shape 114">
              <a:extLst>
                <a:ext uri="{FF2B5EF4-FFF2-40B4-BE49-F238E27FC236}">
                  <a16:creationId xmlns:a16="http://schemas.microsoft.com/office/drawing/2014/main" id="{41D8C79F-D4EC-C7C1-6446-BEF0312BB6E8}"/>
                </a:ext>
              </a:extLst>
            </p:cNvPr>
            <p:cNvSpPr/>
            <p:nvPr/>
          </p:nvSpPr>
          <p:spPr>
            <a:xfrm>
              <a:off x="250342" y="3481083"/>
              <a:ext cx="43007" cy="33909"/>
            </a:xfrm>
            <a:custGeom>
              <a:avLst/>
              <a:gdLst>
                <a:gd name="connsiteX0" fmla="*/ 33142 w 34682"/>
                <a:gd name="connsiteY0" fmla="*/ 273 h 27345"/>
                <a:gd name="connsiteX1" fmla="*/ 27938 w 34682"/>
                <a:gd name="connsiteY1" fmla="*/ 1090 h 27345"/>
                <a:gd name="connsiteX2" fmla="*/ 0 w 34682"/>
                <a:gd name="connsiteY2" fmla="*/ 16628 h 27345"/>
                <a:gd name="connsiteX3" fmla="*/ 0 w 34682"/>
                <a:gd name="connsiteY3" fmla="*/ 16628 h 27345"/>
                <a:gd name="connsiteX4" fmla="*/ 4930 w 34682"/>
                <a:gd name="connsiteY4" fmla="*/ 16628 h 27345"/>
                <a:gd name="connsiteX5" fmla="*/ 3835 w 34682"/>
                <a:gd name="connsiteY5" fmla="*/ 20989 h 27345"/>
                <a:gd name="connsiteX6" fmla="*/ 3835 w 34682"/>
                <a:gd name="connsiteY6" fmla="*/ 27259 h 27345"/>
                <a:gd name="connsiteX7" fmla="*/ 26843 w 34682"/>
                <a:gd name="connsiteY7" fmla="*/ 10086 h 27345"/>
                <a:gd name="connsiteX8" fmla="*/ 33142 w 34682"/>
                <a:gd name="connsiteY8" fmla="*/ 0 h 27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 h="27345">
                  <a:moveTo>
                    <a:pt x="33142" y="273"/>
                  </a:moveTo>
                  <a:cubicBezTo>
                    <a:pt x="33142" y="273"/>
                    <a:pt x="30951" y="273"/>
                    <a:pt x="27938" y="1090"/>
                  </a:cubicBezTo>
                  <a:cubicBezTo>
                    <a:pt x="12052" y="5452"/>
                    <a:pt x="548" y="15265"/>
                    <a:pt x="0" y="16628"/>
                  </a:cubicBezTo>
                  <a:cubicBezTo>
                    <a:pt x="0" y="16628"/>
                    <a:pt x="0" y="16628"/>
                    <a:pt x="0" y="16628"/>
                  </a:cubicBezTo>
                  <a:cubicBezTo>
                    <a:pt x="1643" y="16628"/>
                    <a:pt x="3287" y="15810"/>
                    <a:pt x="4930" y="16628"/>
                  </a:cubicBezTo>
                  <a:cubicBezTo>
                    <a:pt x="5204" y="17718"/>
                    <a:pt x="5478" y="17991"/>
                    <a:pt x="3835" y="20989"/>
                  </a:cubicBezTo>
                  <a:cubicBezTo>
                    <a:pt x="2739" y="22897"/>
                    <a:pt x="274" y="28076"/>
                    <a:pt x="3835" y="27259"/>
                  </a:cubicBezTo>
                  <a:cubicBezTo>
                    <a:pt x="9313" y="25623"/>
                    <a:pt x="25199" y="11721"/>
                    <a:pt x="26843" y="10086"/>
                  </a:cubicBezTo>
                  <a:cubicBezTo>
                    <a:pt x="34512" y="3271"/>
                    <a:pt x="36429" y="273"/>
                    <a:pt x="33142" y="0"/>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6" name="Freeform: Shape 115">
              <a:extLst>
                <a:ext uri="{FF2B5EF4-FFF2-40B4-BE49-F238E27FC236}">
                  <a16:creationId xmlns:a16="http://schemas.microsoft.com/office/drawing/2014/main" id="{4A7DA1DA-9920-9382-3E72-327BB3CEB84E}"/>
                </a:ext>
              </a:extLst>
            </p:cNvPr>
            <p:cNvSpPr/>
            <p:nvPr/>
          </p:nvSpPr>
          <p:spPr>
            <a:xfrm>
              <a:off x="1002957" y="3048000"/>
              <a:ext cx="1128692" cy="812196"/>
            </a:xfrm>
            <a:custGeom>
              <a:avLst/>
              <a:gdLst>
                <a:gd name="connsiteX0" fmla="*/ 138632 w 910216"/>
                <a:gd name="connsiteY0" fmla="*/ 61128 h 654983"/>
                <a:gd name="connsiteX1" fmla="*/ 84947 w 910216"/>
                <a:gd name="connsiteY1" fmla="*/ 85661 h 654983"/>
                <a:gd name="connsiteX2" fmla="*/ 4967 w 910216"/>
                <a:gd name="connsiteY2" fmla="*/ 112102 h 654983"/>
                <a:gd name="connsiteX3" fmla="*/ 37288 w 910216"/>
                <a:gd name="connsiteY3" fmla="*/ 149173 h 654983"/>
                <a:gd name="connsiteX4" fmla="*/ 178896 w 910216"/>
                <a:gd name="connsiteY4" fmla="*/ 149173 h 654983"/>
                <a:gd name="connsiteX5" fmla="*/ 220530 w 910216"/>
                <a:gd name="connsiteY5" fmla="*/ 253574 h 654983"/>
                <a:gd name="connsiteX6" fmla="*/ 212860 w 910216"/>
                <a:gd name="connsiteY6" fmla="*/ 271020 h 654983"/>
                <a:gd name="connsiteX7" fmla="*/ 226556 w 910216"/>
                <a:gd name="connsiteY7" fmla="*/ 286012 h 654983"/>
                <a:gd name="connsiteX8" fmla="*/ 232308 w 910216"/>
                <a:gd name="connsiteY8" fmla="*/ 317632 h 654983"/>
                <a:gd name="connsiteX9" fmla="*/ 284075 w 910216"/>
                <a:gd name="connsiteY9" fmla="*/ 304821 h 654983"/>
                <a:gd name="connsiteX10" fmla="*/ 302701 w 910216"/>
                <a:gd name="connsiteY10" fmla="*/ 348707 h 654983"/>
                <a:gd name="connsiteX11" fmla="*/ 249016 w 910216"/>
                <a:gd name="connsiteY11" fmla="*/ 384144 h 654983"/>
                <a:gd name="connsiteX12" fmla="*/ 240251 w 910216"/>
                <a:gd name="connsiteY12" fmla="*/ 440297 h 654983"/>
                <a:gd name="connsiteX13" fmla="*/ 393911 w 910216"/>
                <a:gd name="connsiteY13" fmla="*/ 636832 h 654983"/>
                <a:gd name="connsiteX14" fmla="*/ 326531 w 910216"/>
                <a:gd name="connsiteY14" fmla="*/ 38776 h 654983"/>
                <a:gd name="connsiteX15" fmla="*/ 393911 w 910216"/>
                <a:gd name="connsiteY15" fmla="*/ 636832 h 654983"/>
                <a:gd name="connsiteX16" fmla="*/ 526755 w 910216"/>
                <a:gd name="connsiteY16" fmla="*/ 648553 h 654983"/>
                <a:gd name="connsiteX17" fmla="*/ 562088 w 910216"/>
                <a:gd name="connsiteY17" fmla="*/ 521528 h 654983"/>
                <a:gd name="connsiteX18" fmla="*/ 565923 w 910216"/>
                <a:gd name="connsiteY18" fmla="*/ 471917 h 654983"/>
                <a:gd name="connsiteX19" fmla="*/ 602078 w 910216"/>
                <a:gd name="connsiteY19" fmla="*/ 454199 h 654983"/>
                <a:gd name="connsiteX20" fmla="*/ 700958 w 910216"/>
                <a:gd name="connsiteY20" fmla="*/ 407041 h 654983"/>
                <a:gd name="connsiteX21" fmla="*/ 722322 w 910216"/>
                <a:gd name="connsiteY21" fmla="*/ 369151 h 654983"/>
                <a:gd name="connsiteX22" fmla="*/ 854892 w 910216"/>
                <a:gd name="connsiteY22" fmla="*/ 323357 h 654983"/>
                <a:gd name="connsiteX23" fmla="*/ 906933 w 910216"/>
                <a:gd name="connsiteY23" fmla="*/ 297734 h 654983"/>
                <a:gd name="connsiteX24" fmla="*/ 905290 w 910216"/>
                <a:gd name="connsiteY24" fmla="*/ 279198 h 654983"/>
                <a:gd name="connsiteX25" fmla="*/ 855440 w 910216"/>
                <a:gd name="connsiteY25" fmla="*/ 231222 h 654983"/>
                <a:gd name="connsiteX26" fmla="*/ 840923 w 910216"/>
                <a:gd name="connsiteY26" fmla="*/ 190879 h 654983"/>
                <a:gd name="connsiteX27" fmla="*/ 845579 w 910216"/>
                <a:gd name="connsiteY27" fmla="*/ 162803 h 654983"/>
                <a:gd name="connsiteX28" fmla="*/ 824762 w 910216"/>
                <a:gd name="connsiteY28" fmla="*/ 131455 h 654983"/>
                <a:gd name="connsiteX29" fmla="*/ 737113 w 910216"/>
                <a:gd name="connsiteY29" fmla="*/ 72849 h 654983"/>
                <a:gd name="connsiteX30" fmla="*/ 738482 w 910216"/>
                <a:gd name="connsiteY30" fmla="*/ 69578 h 654983"/>
                <a:gd name="connsiteX31" fmla="*/ 742591 w 910216"/>
                <a:gd name="connsiteY31" fmla="*/ 67942 h 654983"/>
                <a:gd name="connsiteX32" fmla="*/ 660420 w 910216"/>
                <a:gd name="connsiteY32" fmla="*/ 19967 h 654983"/>
                <a:gd name="connsiteX33" fmla="*/ 652476 w 910216"/>
                <a:gd name="connsiteY33" fmla="*/ 16151 h 654983"/>
                <a:gd name="connsiteX34" fmla="*/ 654120 w 910216"/>
                <a:gd name="connsiteY34" fmla="*/ 9609 h 654983"/>
                <a:gd name="connsiteX35" fmla="*/ 657407 w 910216"/>
                <a:gd name="connsiteY35" fmla="*/ 8791 h 654983"/>
                <a:gd name="connsiteX36" fmla="*/ 616321 w 910216"/>
                <a:gd name="connsiteY36" fmla="*/ 5520 h 654983"/>
                <a:gd name="connsiteX37" fmla="*/ 565375 w 910216"/>
                <a:gd name="connsiteY37" fmla="*/ 9609 h 654983"/>
                <a:gd name="connsiteX38" fmla="*/ 516072 w 910216"/>
                <a:gd name="connsiteY38" fmla="*/ 613 h 654983"/>
                <a:gd name="connsiteX39" fmla="*/ 419384 w 910216"/>
                <a:gd name="connsiteY39" fmla="*/ 613 h 654983"/>
                <a:gd name="connsiteX40" fmla="*/ 376929 w 910216"/>
                <a:gd name="connsiteY40" fmla="*/ 5792 h 654983"/>
                <a:gd name="connsiteX41" fmla="*/ 376929 w 910216"/>
                <a:gd name="connsiteY41" fmla="*/ 5792 h 654983"/>
                <a:gd name="connsiteX42" fmla="*/ 315301 w 910216"/>
                <a:gd name="connsiteY42" fmla="*/ 11789 h 654983"/>
                <a:gd name="connsiteX43" fmla="*/ 315301 w 910216"/>
                <a:gd name="connsiteY43" fmla="*/ 11789 h 654983"/>
                <a:gd name="connsiteX44" fmla="*/ 314205 w 910216"/>
                <a:gd name="connsiteY44" fmla="*/ 11789 h 654983"/>
                <a:gd name="connsiteX45" fmla="*/ 314479 w 910216"/>
                <a:gd name="connsiteY45" fmla="*/ 11789 h 654983"/>
                <a:gd name="connsiteX46" fmla="*/ 315848 w 910216"/>
                <a:gd name="connsiteY46" fmla="*/ 11789 h 654983"/>
                <a:gd name="connsiteX47" fmla="*/ 347347 w 910216"/>
                <a:gd name="connsiteY47" fmla="*/ 15333 h 654983"/>
                <a:gd name="connsiteX48" fmla="*/ 318313 w 910216"/>
                <a:gd name="connsiteY48" fmla="*/ 15333 h 654983"/>
                <a:gd name="connsiteX49" fmla="*/ 289827 w 910216"/>
                <a:gd name="connsiteY49" fmla="*/ 16423 h 654983"/>
                <a:gd name="connsiteX50" fmla="*/ 121376 w 910216"/>
                <a:gd name="connsiteY50" fmla="*/ 58947 h 654983"/>
                <a:gd name="connsiteX51" fmla="*/ 138906 w 910216"/>
                <a:gd name="connsiteY51" fmla="*/ 60855 h 6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10216" h="654983">
                  <a:moveTo>
                    <a:pt x="138632" y="61128"/>
                  </a:moveTo>
                  <a:cubicBezTo>
                    <a:pt x="127950" y="74212"/>
                    <a:pt x="100012" y="81844"/>
                    <a:pt x="84947" y="85661"/>
                  </a:cubicBezTo>
                  <a:cubicBezTo>
                    <a:pt x="84125" y="85661"/>
                    <a:pt x="8254" y="107740"/>
                    <a:pt x="4967" y="112102"/>
                  </a:cubicBezTo>
                  <a:cubicBezTo>
                    <a:pt x="-16123" y="140178"/>
                    <a:pt x="36740" y="149173"/>
                    <a:pt x="37288" y="149173"/>
                  </a:cubicBezTo>
                  <a:cubicBezTo>
                    <a:pt x="168214" y="139633"/>
                    <a:pt x="169857" y="140996"/>
                    <a:pt x="178896" y="149173"/>
                  </a:cubicBezTo>
                  <a:cubicBezTo>
                    <a:pt x="179444" y="149719"/>
                    <a:pt x="240251" y="217048"/>
                    <a:pt x="220530" y="253574"/>
                  </a:cubicBezTo>
                  <a:cubicBezTo>
                    <a:pt x="212586" y="268567"/>
                    <a:pt x="212586" y="269112"/>
                    <a:pt x="212860" y="271020"/>
                  </a:cubicBezTo>
                  <a:cubicBezTo>
                    <a:pt x="214230" y="278925"/>
                    <a:pt x="223817" y="279470"/>
                    <a:pt x="226556" y="286012"/>
                  </a:cubicBezTo>
                  <a:cubicBezTo>
                    <a:pt x="230664" y="296098"/>
                    <a:pt x="226556" y="307819"/>
                    <a:pt x="232308" y="317632"/>
                  </a:cubicBezTo>
                  <a:cubicBezTo>
                    <a:pt x="249563" y="313544"/>
                    <a:pt x="263533" y="295825"/>
                    <a:pt x="284075" y="304821"/>
                  </a:cubicBezTo>
                  <a:cubicBezTo>
                    <a:pt x="319135" y="320358"/>
                    <a:pt x="302975" y="348435"/>
                    <a:pt x="302701" y="348707"/>
                  </a:cubicBezTo>
                  <a:cubicBezTo>
                    <a:pt x="288184" y="365608"/>
                    <a:pt x="262163" y="365063"/>
                    <a:pt x="249016" y="384144"/>
                  </a:cubicBezTo>
                  <a:cubicBezTo>
                    <a:pt x="241894" y="394502"/>
                    <a:pt x="235047" y="423396"/>
                    <a:pt x="240251" y="440297"/>
                  </a:cubicBezTo>
                  <a:cubicBezTo>
                    <a:pt x="242716" y="448202"/>
                    <a:pt x="344882" y="620477"/>
                    <a:pt x="393911" y="636832"/>
                  </a:cubicBezTo>
                  <a:cubicBezTo>
                    <a:pt x="369260" y="278925"/>
                    <a:pt x="351456" y="115918"/>
                    <a:pt x="326531" y="38776"/>
                  </a:cubicBezTo>
                  <a:cubicBezTo>
                    <a:pt x="348717" y="106922"/>
                    <a:pt x="366794" y="240218"/>
                    <a:pt x="393911" y="636832"/>
                  </a:cubicBezTo>
                  <a:cubicBezTo>
                    <a:pt x="516346" y="660275"/>
                    <a:pt x="519085" y="657276"/>
                    <a:pt x="526755" y="648553"/>
                  </a:cubicBezTo>
                  <a:cubicBezTo>
                    <a:pt x="539628" y="634106"/>
                    <a:pt x="561814" y="522891"/>
                    <a:pt x="562088" y="521528"/>
                  </a:cubicBezTo>
                  <a:cubicBezTo>
                    <a:pt x="565375" y="505172"/>
                    <a:pt x="556610" y="487727"/>
                    <a:pt x="565923" y="471917"/>
                  </a:cubicBezTo>
                  <a:cubicBezTo>
                    <a:pt x="570853" y="463739"/>
                    <a:pt x="571401" y="463467"/>
                    <a:pt x="602078" y="454199"/>
                  </a:cubicBezTo>
                  <a:cubicBezTo>
                    <a:pt x="666364" y="434755"/>
                    <a:pt x="699314" y="419035"/>
                    <a:pt x="700958" y="407041"/>
                  </a:cubicBezTo>
                  <a:cubicBezTo>
                    <a:pt x="703423" y="388232"/>
                    <a:pt x="705066" y="377874"/>
                    <a:pt x="722322" y="369151"/>
                  </a:cubicBezTo>
                  <a:cubicBezTo>
                    <a:pt x="764503" y="347890"/>
                    <a:pt x="812984" y="344891"/>
                    <a:pt x="854892" y="323357"/>
                  </a:cubicBezTo>
                  <a:cubicBezTo>
                    <a:pt x="872148" y="314634"/>
                    <a:pt x="890773" y="308910"/>
                    <a:pt x="906933" y="297734"/>
                  </a:cubicBezTo>
                  <a:cubicBezTo>
                    <a:pt x="907207" y="297734"/>
                    <a:pt x="915151" y="291737"/>
                    <a:pt x="905290" y="279198"/>
                  </a:cubicBezTo>
                  <a:cubicBezTo>
                    <a:pt x="891047" y="260934"/>
                    <a:pt x="869135" y="250031"/>
                    <a:pt x="855440" y="231222"/>
                  </a:cubicBezTo>
                  <a:cubicBezTo>
                    <a:pt x="846675" y="219228"/>
                    <a:pt x="846949" y="203691"/>
                    <a:pt x="840923" y="190879"/>
                  </a:cubicBezTo>
                  <a:cubicBezTo>
                    <a:pt x="833801" y="175614"/>
                    <a:pt x="837088" y="171526"/>
                    <a:pt x="845579" y="162803"/>
                  </a:cubicBezTo>
                  <a:cubicBezTo>
                    <a:pt x="857631" y="150809"/>
                    <a:pt x="849414" y="145902"/>
                    <a:pt x="824762" y="131455"/>
                  </a:cubicBezTo>
                  <a:cubicBezTo>
                    <a:pt x="744782" y="84298"/>
                    <a:pt x="743961" y="83207"/>
                    <a:pt x="737113" y="72849"/>
                  </a:cubicBezTo>
                  <a:cubicBezTo>
                    <a:pt x="737661" y="71759"/>
                    <a:pt x="738209" y="70396"/>
                    <a:pt x="738482" y="69578"/>
                  </a:cubicBezTo>
                  <a:cubicBezTo>
                    <a:pt x="739852" y="69033"/>
                    <a:pt x="741495" y="68488"/>
                    <a:pt x="742591" y="67942"/>
                  </a:cubicBezTo>
                  <a:cubicBezTo>
                    <a:pt x="719309" y="45045"/>
                    <a:pt x="671650" y="63308"/>
                    <a:pt x="660420" y="19967"/>
                  </a:cubicBezTo>
                  <a:cubicBezTo>
                    <a:pt x="657955" y="18877"/>
                    <a:pt x="654942" y="17241"/>
                    <a:pt x="652476" y="16151"/>
                  </a:cubicBezTo>
                  <a:cubicBezTo>
                    <a:pt x="652750" y="14243"/>
                    <a:pt x="653572" y="11517"/>
                    <a:pt x="654120" y="9609"/>
                  </a:cubicBezTo>
                  <a:cubicBezTo>
                    <a:pt x="655216" y="9609"/>
                    <a:pt x="656311" y="9063"/>
                    <a:pt x="657407" y="8791"/>
                  </a:cubicBezTo>
                  <a:cubicBezTo>
                    <a:pt x="646998" y="7428"/>
                    <a:pt x="616595" y="5520"/>
                    <a:pt x="616321" y="5520"/>
                  </a:cubicBezTo>
                  <a:cubicBezTo>
                    <a:pt x="596052" y="4430"/>
                    <a:pt x="570305" y="8791"/>
                    <a:pt x="565375" y="9609"/>
                  </a:cubicBezTo>
                  <a:cubicBezTo>
                    <a:pt x="547845" y="12880"/>
                    <a:pt x="533054" y="1431"/>
                    <a:pt x="516072" y="613"/>
                  </a:cubicBezTo>
                  <a:cubicBezTo>
                    <a:pt x="492243" y="-204"/>
                    <a:pt x="440201" y="-204"/>
                    <a:pt x="419384" y="613"/>
                  </a:cubicBezTo>
                  <a:cubicBezTo>
                    <a:pt x="394001" y="2066"/>
                    <a:pt x="379851" y="3794"/>
                    <a:pt x="376929" y="5792"/>
                  </a:cubicBezTo>
                  <a:cubicBezTo>
                    <a:pt x="376929" y="5792"/>
                    <a:pt x="376929" y="5792"/>
                    <a:pt x="376929" y="5792"/>
                  </a:cubicBezTo>
                  <a:cubicBezTo>
                    <a:pt x="349174" y="7245"/>
                    <a:pt x="328631" y="9246"/>
                    <a:pt x="315301" y="11789"/>
                  </a:cubicBezTo>
                  <a:lnTo>
                    <a:pt x="315301" y="11789"/>
                  </a:lnTo>
                  <a:cubicBezTo>
                    <a:pt x="315301" y="11789"/>
                    <a:pt x="314479" y="11789"/>
                    <a:pt x="314205" y="11789"/>
                  </a:cubicBezTo>
                  <a:cubicBezTo>
                    <a:pt x="314205" y="11789"/>
                    <a:pt x="314205" y="11789"/>
                    <a:pt x="314479" y="11789"/>
                  </a:cubicBezTo>
                  <a:cubicBezTo>
                    <a:pt x="315027" y="11789"/>
                    <a:pt x="315301" y="11789"/>
                    <a:pt x="315848" y="11789"/>
                  </a:cubicBezTo>
                  <a:cubicBezTo>
                    <a:pt x="332099" y="13062"/>
                    <a:pt x="342601" y="14243"/>
                    <a:pt x="347347" y="15333"/>
                  </a:cubicBezTo>
                  <a:cubicBezTo>
                    <a:pt x="346068" y="15333"/>
                    <a:pt x="336391" y="15333"/>
                    <a:pt x="318313" y="15333"/>
                  </a:cubicBezTo>
                  <a:cubicBezTo>
                    <a:pt x="307083" y="15333"/>
                    <a:pt x="302975" y="15333"/>
                    <a:pt x="289827" y="16423"/>
                  </a:cubicBezTo>
                  <a:cubicBezTo>
                    <a:pt x="192318" y="27327"/>
                    <a:pt x="122198" y="58674"/>
                    <a:pt x="121376" y="58947"/>
                  </a:cubicBezTo>
                  <a:cubicBezTo>
                    <a:pt x="123568" y="60220"/>
                    <a:pt x="129410" y="60855"/>
                    <a:pt x="138906" y="60855"/>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7" name="Freeform: Shape 116">
              <a:extLst>
                <a:ext uri="{FF2B5EF4-FFF2-40B4-BE49-F238E27FC236}">
                  <a16:creationId xmlns:a16="http://schemas.microsoft.com/office/drawing/2014/main" id="{536817FA-0DD7-2B4F-A498-AC184D325183}"/>
                </a:ext>
              </a:extLst>
            </p:cNvPr>
            <p:cNvSpPr/>
            <p:nvPr/>
          </p:nvSpPr>
          <p:spPr>
            <a:xfrm>
              <a:off x="667167" y="3610893"/>
              <a:ext cx="53026" cy="61271"/>
            </a:xfrm>
            <a:custGeom>
              <a:avLst/>
              <a:gdLst>
                <a:gd name="connsiteX0" fmla="*/ 40203 w 42762"/>
                <a:gd name="connsiteY0" fmla="*/ 17981 h 49411"/>
                <a:gd name="connsiteX1" fmla="*/ 33629 w 42762"/>
                <a:gd name="connsiteY1" fmla="*/ 263 h 49411"/>
                <a:gd name="connsiteX2" fmla="*/ 487 w 42762"/>
                <a:gd name="connsiteY2" fmla="*/ 20162 h 49411"/>
                <a:gd name="connsiteX3" fmla="*/ 13908 w 42762"/>
                <a:gd name="connsiteY3" fmla="*/ 48511 h 49411"/>
                <a:gd name="connsiteX4" fmla="*/ 40477 w 42762"/>
                <a:gd name="connsiteY4" fmla="*/ 17981 h 49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762" h="49411">
                  <a:moveTo>
                    <a:pt x="40203" y="17981"/>
                  </a:moveTo>
                  <a:cubicBezTo>
                    <a:pt x="45133" y="4625"/>
                    <a:pt x="42942" y="-1372"/>
                    <a:pt x="33629" y="263"/>
                  </a:cubicBezTo>
                  <a:cubicBezTo>
                    <a:pt x="33629" y="263"/>
                    <a:pt x="5417" y="7623"/>
                    <a:pt x="487" y="20162"/>
                  </a:cubicBezTo>
                  <a:cubicBezTo>
                    <a:pt x="-2526" y="27249"/>
                    <a:pt x="9251" y="45785"/>
                    <a:pt x="13908" y="48511"/>
                  </a:cubicBezTo>
                  <a:cubicBezTo>
                    <a:pt x="25412" y="55598"/>
                    <a:pt x="40203" y="18527"/>
                    <a:pt x="40477" y="17981"/>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8" name="Freeform: Shape 117">
              <a:extLst>
                <a:ext uri="{FF2B5EF4-FFF2-40B4-BE49-F238E27FC236}">
                  <a16:creationId xmlns:a16="http://schemas.microsoft.com/office/drawing/2014/main" id="{9F7F2B6E-ACD5-7780-12F1-93B274E7CE10}"/>
                </a:ext>
              </a:extLst>
            </p:cNvPr>
            <p:cNvSpPr/>
            <p:nvPr/>
          </p:nvSpPr>
          <p:spPr>
            <a:xfrm>
              <a:off x="695960" y="3081210"/>
              <a:ext cx="560759" cy="212952"/>
            </a:xfrm>
            <a:custGeom>
              <a:avLst/>
              <a:gdLst>
                <a:gd name="connsiteX0" fmla="*/ 215289 w 452215"/>
                <a:gd name="connsiteY0" fmla="*/ 52609 h 171732"/>
                <a:gd name="connsiteX1" fmla="*/ 196389 w 452215"/>
                <a:gd name="connsiteY1" fmla="*/ 59697 h 171732"/>
                <a:gd name="connsiteX2" fmla="*/ 291434 w 452215"/>
                <a:gd name="connsiteY2" fmla="*/ 34346 h 171732"/>
                <a:gd name="connsiteX3" fmla="*/ 177216 w 452215"/>
                <a:gd name="connsiteY3" fmla="*/ 67602 h 171732"/>
                <a:gd name="connsiteX4" fmla="*/ 162699 w 452215"/>
                <a:gd name="connsiteY4" fmla="*/ 73871 h 171732"/>
                <a:gd name="connsiteX5" fmla="*/ 152839 w 452215"/>
                <a:gd name="connsiteY5" fmla="*/ 94315 h 171732"/>
                <a:gd name="connsiteX6" fmla="*/ 81624 w 452215"/>
                <a:gd name="connsiteY6" fmla="*/ 119121 h 171732"/>
                <a:gd name="connsiteX7" fmla="*/ 95319 w 452215"/>
                <a:gd name="connsiteY7" fmla="*/ 122937 h 171732"/>
                <a:gd name="connsiteX8" fmla="*/ 94771 w 452215"/>
                <a:gd name="connsiteY8" fmla="*/ 125118 h 171732"/>
                <a:gd name="connsiteX9" fmla="*/ 125174 w 452215"/>
                <a:gd name="connsiteY9" fmla="*/ 116122 h 171732"/>
                <a:gd name="connsiteX10" fmla="*/ 81076 w 452215"/>
                <a:gd name="connsiteY10" fmla="*/ 128116 h 171732"/>
                <a:gd name="connsiteX11" fmla="*/ 50672 w 452215"/>
                <a:gd name="connsiteY11" fmla="*/ 144471 h 171732"/>
                <a:gd name="connsiteX12" fmla="*/ 0 w 452215"/>
                <a:gd name="connsiteY12" fmla="*/ 169822 h 171732"/>
                <a:gd name="connsiteX13" fmla="*/ 1370 w 452215"/>
                <a:gd name="connsiteY13" fmla="*/ 171730 h 171732"/>
                <a:gd name="connsiteX14" fmla="*/ 38073 w 452215"/>
                <a:gd name="connsiteY14" fmla="*/ 166278 h 171732"/>
                <a:gd name="connsiteX15" fmla="*/ 102166 w 452215"/>
                <a:gd name="connsiteY15" fmla="*/ 152104 h 171732"/>
                <a:gd name="connsiteX16" fmla="*/ 95593 w 452215"/>
                <a:gd name="connsiteY16" fmla="*/ 160009 h 171732"/>
                <a:gd name="connsiteX17" fmla="*/ 156947 w 452215"/>
                <a:gd name="connsiteY17" fmla="*/ 126480 h 171732"/>
                <a:gd name="connsiteX18" fmla="*/ 151195 w 452215"/>
                <a:gd name="connsiteY18" fmla="*/ 125118 h 171732"/>
                <a:gd name="connsiteX19" fmla="*/ 195842 w 452215"/>
                <a:gd name="connsiteY19" fmla="*/ 97041 h 171732"/>
                <a:gd name="connsiteX20" fmla="*/ 256922 w 452215"/>
                <a:gd name="connsiteY20" fmla="*/ 65694 h 171732"/>
                <a:gd name="connsiteX21" fmla="*/ 254731 w 452215"/>
                <a:gd name="connsiteY21" fmla="*/ 64876 h 171732"/>
                <a:gd name="connsiteX22" fmla="*/ 328137 w 452215"/>
                <a:gd name="connsiteY22" fmla="*/ 40616 h 171732"/>
                <a:gd name="connsiteX23" fmla="*/ 317455 w 452215"/>
                <a:gd name="connsiteY23" fmla="*/ 41706 h 171732"/>
                <a:gd name="connsiteX24" fmla="*/ 416608 w 452215"/>
                <a:gd name="connsiteY24" fmla="*/ 11176 h 171732"/>
                <a:gd name="connsiteX25" fmla="*/ 381549 w 452215"/>
                <a:gd name="connsiteY25" fmla="*/ 15537 h 171732"/>
                <a:gd name="connsiteX26" fmla="*/ 452216 w 452215"/>
                <a:gd name="connsiteY26" fmla="*/ 0 h 171732"/>
                <a:gd name="connsiteX27" fmla="*/ 391683 w 452215"/>
                <a:gd name="connsiteY27" fmla="*/ 4634 h 171732"/>
                <a:gd name="connsiteX28" fmla="*/ 280752 w 452215"/>
                <a:gd name="connsiteY28" fmla="*/ 27531 h 171732"/>
                <a:gd name="connsiteX29" fmla="*/ 284313 w 452215"/>
                <a:gd name="connsiteY29" fmla="*/ 30530 h 171732"/>
                <a:gd name="connsiteX30" fmla="*/ 267878 w 452215"/>
                <a:gd name="connsiteY30" fmla="*/ 31620 h 171732"/>
                <a:gd name="connsiteX31" fmla="*/ 175573 w 452215"/>
                <a:gd name="connsiteY31" fmla="*/ 59151 h 171732"/>
                <a:gd name="connsiteX32" fmla="*/ 214193 w 452215"/>
                <a:gd name="connsiteY32" fmla="*/ 52609 h 17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52215" h="171732">
                  <a:moveTo>
                    <a:pt x="215289" y="52609"/>
                  </a:moveTo>
                  <a:cubicBezTo>
                    <a:pt x="208989" y="55063"/>
                    <a:pt x="202689" y="57243"/>
                    <a:pt x="196389" y="59697"/>
                  </a:cubicBezTo>
                  <a:cubicBezTo>
                    <a:pt x="216384" y="55063"/>
                    <a:pt x="281026" y="37344"/>
                    <a:pt x="291434" y="34346"/>
                  </a:cubicBezTo>
                  <a:cubicBezTo>
                    <a:pt x="248157" y="48793"/>
                    <a:pt x="213919" y="59969"/>
                    <a:pt x="177216" y="67602"/>
                  </a:cubicBezTo>
                  <a:cubicBezTo>
                    <a:pt x="168725" y="69510"/>
                    <a:pt x="165986" y="71418"/>
                    <a:pt x="162699" y="73871"/>
                  </a:cubicBezTo>
                  <a:cubicBezTo>
                    <a:pt x="162699" y="76324"/>
                    <a:pt x="159138" y="88591"/>
                    <a:pt x="152839" y="94315"/>
                  </a:cubicBezTo>
                  <a:cubicBezTo>
                    <a:pt x="133665" y="88591"/>
                    <a:pt x="83267" y="117485"/>
                    <a:pt x="81624" y="119121"/>
                  </a:cubicBezTo>
                  <a:cubicBezTo>
                    <a:pt x="86006" y="121029"/>
                    <a:pt x="91210" y="120211"/>
                    <a:pt x="95319" y="122937"/>
                  </a:cubicBezTo>
                  <a:cubicBezTo>
                    <a:pt x="95319" y="123482"/>
                    <a:pt x="94771" y="124572"/>
                    <a:pt x="94771" y="125118"/>
                  </a:cubicBezTo>
                  <a:cubicBezTo>
                    <a:pt x="101345" y="124300"/>
                    <a:pt x="103810" y="124027"/>
                    <a:pt x="125174" y="116122"/>
                  </a:cubicBezTo>
                  <a:cubicBezTo>
                    <a:pt x="88197" y="136021"/>
                    <a:pt x="84089" y="131387"/>
                    <a:pt x="81076" y="128116"/>
                  </a:cubicBezTo>
                  <a:cubicBezTo>
                    <a:pt x="53137" y="128934"/>
                    <a:pt x="51494" y="139292"/>
                    <a:pt x="50672" y="144471"/>
                  </a:cubicBezTo>
                  <a:cubicBezTo>
                    <a:pt x="34786" y="154830"/>
                    <a:pt x="14243" y="155920"/>
                    <a:pt x="0" y="169822"/>
                  </a:cubicBezTo>
                  <a:cubicBezTo>
                    <a:pt x="274" y="170367"/>
                    <a:pt x="1096" y="171185"/>
                    <a:pt x="1370" y="171730"/>
                  </a:cubicBezTo>
                  <a:cubicBezTo>
                    <a:pt x="5752" y="171730"/>
                    <a:pt x="9039" y="172003"/>
                    <a:pt x="38073" y="166278"/>
                  </a:cubicBezTo>
                  <a:cubicBezTo>
                    <a:pt x="59711" y="162189"/>
                    <a:pt x="78611" y="146924"/>
                    <a:pt x="102166" y="152104"/>
                  </a:cubicBezTo>
                  <a:cubicBezTo>
                    <a:pt x="101071" y="154830"/>
                    <a:pt x="98879" y="157466"/>
                    <a:pt x="95593" y="160009"/>
                  </a:cubicBezTo>
                  <a:cubicBezTo>
                    <a:pt x="111205" y="163007"/>
                    <a:pt x="161604" y="138747"/>
                    <a:pt x="156947" y="126480"/>
                  </a:cubicBezTo>
                  <a:cubicBezTo>
                    <a:pt x="155304" y="125935"/>
                    <a:pt x="153113" y="125390"/>
                    <a:pt x="151195" y="125118"/>
                  </a:cubicBezTo>
                  <a:cubicBezTo>
                    <a:pt x="155030" y="119938"/>
                    <a:pt x="188172" y="98949"/>
                    <a:pt x="195842" y="97041"/>
                  </a:cubicBezTo>
                  <a:cubicBezTo>
                    <a:pt x="240762" y="86410"/>
                    <a:pt x="256648" y="69510"/>
                    <a:pt x="256922" y="65694"/>
                  </a:cubicBezTo>
                  <a:cubicBezTo>
                    <a:pt x="256374" y="65694"/>
                    <a:pt x="255279" y="65148"/>
                    <a:pt x="254731" y="64876"/>
                  </a:cubicBezTo>
                  <a:cubicBezTo>
                    <a:pt x="296364" y="53972"/>
                    <a:pt x="315264" y="49066"/>
                    <a:pt x="328137" y="40616"/>
                  </a:cubicBezTo>
                  <a:cubicBezTo>
                    <a:pt x="325946" y="40616"/>
                    <a:pt x="322385" y="40978"/>
                    <a:pt x="317455" y="41706"/>
                  </a:cubicBezTo>
                  <a:cubicBezTo>
                    <a:pt x="317455" y="41706"/>
                    <a:pt x="411678" y="12539"/>
                    <a:pt x="416608" y="11176"/>
                  </a:cubicBezTo>
                  <a:cubicBezTo>
                    <a:pt x="392231" y="14720"/>
                    <a:pt x="390861" y="14720"/>
                    <a:pt x="381549" y="15537"/>
                  </a:cubicBezTo>
                  <a:cubicBezTo>
                    <a:pt x="404831" y="9268"/>
                    <a:pt x="428660" y="5997"/>
                    <a:pt x="452216" y="0"/>
                  </a:cubicBezTo>
                  <a:cubicBezTo>
                    <a:pt x="429482" y="0"/>
                    <a:pt x="391957" y="4634"/>
                    <a:pt x="391683" y="4634"/>
                  </a:cubicBezTo>
                  <a:cubicBezTo>
                    <a:pt x="390861" y="4634"/>
                    <a:pt x="300473" y="20171"/>
                    <a:pt x="280752" y="27531"/>
                  </a:cubicBezTo>
                  <a:cubicBezTo>
                    <a:pt x="281574" y="28622"/>
                    <a:pt x="282943" y="29985"/>
                    <a:pt x="284313" y="30530"/>
                  </a:cubicBezTo>
                  <a:cubicBezTo>
                    <a:pt x="280478" y="31620"/>
                    <a:pt x="277191" y="32710"/>
                    <a:pt x="267878" y="31620"/>
                  </a:cubicBezTo>
                  <a:cubicBezTo>
                    <a:pt x="261305" y="30802"/>
                    <a:pt x="183516" y="49611"/>
                    <a:pt x="175573" y="59151"/>
                  </a:cubicBezTo>
                  <a:cubicBezTo>
                    <a:pt x="179681" y="61060"/>
                    <a:pt x="180503" y="61605"/>
                    <a:pt x="214193" y="52609"/>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9" name="Freeform: Shape 118">
              <a:extLst>
                <a:ext uri="{FF2B5EF4-FFF2-40B4-BE49-F238E27FC236}">
                  <a16:creationId xmlns:a16="http://schemas.microsoft.com/office/drawing/2014/main" id="{12ECA81C-2239-3FF9-74FC-F38DFD21F835}"/>
                </a:ext>
              </a:extLst>
            </p:cNvPr>
            <p:cNvSpPr/>
            <p:nvPr/>
          </p:nvSpPr>
          <p:spPr>
            <a:xfrm>
              <a:off x="436470" y="3326102"/>
              <a:ext cx="122273" cy="77575"/>
            </a:xfrm>
            <a:custGeom>
              <a:avLst/>
              <a:gdLst>
                <a:gd name="connsiteX0" fmla="*/ 60807 w 98605"/>
                <a:gd name="connsiteY0" fmla="*/ 11040 h 62559"/>
                <a:gd name="connsiteX1" fmla="*/ 55876 w 98605"/>
                <a:gd name="connsiteY1" fmla="*/ 18946 h 62559"/>
                <a:gd name="connsiteX2" fmla="*/ 43003 w 98605"/>
                <a:gd name="connsiteY2" fmla="*/ 29849 h 62559"/>
                <a:gd name="connsiteX3" fmla="*/ 46290 w 98605"/>
                <a:gd name="connsiteY3" fmla="*/ 21944 h 62559"/>
                <a:gd name="connsiteX4" fmla="*/ 47386 w 98605"/>
                <a:gd name="connsiteY4" fmla="*/ 18128 h 62559"/>
                <a:gd name="connsiteX5" fmla="*/ 30403 w 98605"/>
                <a:gd name="connsiteY5" fmla="*/ 26850 h 62559"/>
                <a:gd name="connsiteX6" fmla="*/ 33142 w 98605"/>
                <a:gd name="connsiteY6" fmla="*/ 26850 h 62559"/>
                <a:gd name="connsiteX7" fmla="*/ 33142 w 98605"/>
                <a:gd name="connsiteY7" fmla="*/ 27668 h 62559"/>
                <a:gd name="connsiteX8" fmla="*/ 822 w 98605"/>
                <a:gd name="connsiteY8" fmla="*/ 42661 h 62559"/>
                <a:gd name="connsiteX9" fmla="*/ 5752 w 98605"/>
                <a:gd name="connsiteY9" fmla="*/ 42661 h 62559"/>
                <a:gd name="connsiteX10" fmla="*/ 4657 w 98605"/>
                <a:gd name="connsiteY10" fmla="*/ 45932 h 62559"/>
                <a:gd name="connsiteX11" fmla="*/ 36703 w 98605"/>
                <a:gd name="connsiteY11" fmla="*/ 36664 h 62559"/>
                <a:gd name="connsiteX12" fmla="*/ 0 w 98605"/>
                <a:gd name="connsiteY12" fmla="*/ 62014 h 62559"/>
                <a:gd name="connsiteX13" fmla="*/ 0 w 98605"/>
                <a:gd name="connsiteY13" fmla="*/ 62559 h 62559"/>
                <a:gd name="connsiteX14" fmla="*/ 38347 w 98605"/>
                <a:gd name="connsiteY14" fmla="*/ 47840 h 62559"/>
                <a:gd name="connsiteX15" fmla="*/ 60533 w 98605"/>
                <a:gd name="connsiteY15" fmla="*/ 29576 h 62559"/>
                <a:gd name="connsiteX16" fmla="*/ 60533 w 98605"/>
                <a:gd name="connsiteY16" fmla="*/ 32575 h 62559"/>
                <a:gd name="connsiteX17" fmla="*/ 60533 w 98605"/>
                <a:gd name="connsiteY17" fmla="*/ 33120 h 62559"/>
                <a:gd name="connsiteX18" fmla="*/ 92580 w 98605"/>
                <a:gd name="connsiteY18" fmla="*/ 5861 h 62559"/>
                <a:gd name="connsiteX19" fmla="*/ 98606 w 98605"/>
                <a:gd name="connsiteY19" fmla="*/ 137 h 62559"/>
                <a:gd name="connsiteX20" fmla="*/ 95045 w 98605"/>
                <a:gd name="connsiteY20" fmla="*/ 137 h 62559"/>
                <a:gd name="connsiteX21" fmla="*/ 61902 w 98605"/>
                <a:gd name="connsiteY21" fmla="*/ 10768 h 62559"/>
                <a:gd name="connsiteX22" fmla="*/ 61081 w 98605"/>
                <a:gd name="connsiteY22" fmla="*/ 11313 h 6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605" h="62559">
                  <a:moveTo>
                    <a:pt x="60807" y="11040"/>
                  </a:moveTo>
                  <a:cubicBezTo>
                    <a:pt x="59163" y="13494"/>
                    <a:pt x="57794" y="16492"/>
                    <a:pt x="55876" y="18946"/>
                  </a:cubicBezTo>
                  <a:cubicBezTo>
                    <a:pt x="53137" y="22217"/>
                    <a:pt x="52590" y="22489"/>
                    <a:pt x="43003" y="29849"/>
                  </a:cubicBezTo>
                  <a:cubicBezTo>
                    <a:pt x="44099" y="27396"/>
                    <a:pt x="45194" y="24397"/>
                    <a:pt x="46290" y="21944"/>
                  </a:cubicBezTo>
                  <a:cubicBezTo>
                    <a:pt x="46838" y="20581"/>
                    <a:pt x="47386" y="19491"/>
                    <a:pt x="47386" y="18128"/>
                  </a:cubicBezTo>
                  <a:cubicBezTo>
                    <a:pt x="46564" y="17583"/>
                    <a:pt x="38621" y="18673"/>
                    <a:pt x="30403" y="26850"/>
                  </a:cubicBezTo>
                  <a:cubicBezTo>
                    <a:pt x="31225" y="26850"/>
                    <a:pt x="32321" y="26850"/>
                    <a:pt x="33142" y="26850"/>
                  </a:cubicBezTo>
                  <a:cubicBezTo>
                    <a:pt x="33142" y="26850"/>
                    <a:pt x="33142" y="27396"/>
                    <a:pt x="33142" y="27668"/>
                  </a:cubicBezTo>
                  <a:cubicBezTo>
                    <a:pt x="23830" y="35573"/>
                    <a:pt x="11230" y="36936"/>
                    <a:pt x="822" y="42661"/>
                  </a:cubicBezTo>
                  <a:cubicBezTo>
                    <a:pt x="2465" y="43478"/>
                    <a:pt x="4109" y="41570"/>
                    <a:pt x="5752" y="42661"/>
                  </a:cubicBezTo>
                  <a:cubicBezTo>
                    <a:pt x="4840" y="44479"/>
                    <a:pt x="4473" y="45569"/>
                    <a:pt x="4657" y="45932"/>
                  </a:cubicBezTo>
                  <a:cubicBezTo>
                    <a:pt x="4840" y="46294"/>
                    <a:pt x="15522" y="43206"/>
                    <a:pt x="36703" y="36664"/>
                  </a:cubicBezTo>
                  <a:cubicBezTo>
                    <a:pt x="27117" y="41843"/>
                    <a:pt x="1917" y="55745"/>
                    <a:pt x="0" y="62014"/>
                  </a:cubicBezTo>
                  <a:cubicBezTo>
                    <a:pt x="0" y="62014"/>
                    <a:pt x="0" y="62287"/>
                    <a:pt x="0" y="62559"/>
                  </a:cubicBezTo>
                  <a:cubicBezTo>
                    <a:pt x="0" y="62559"/>
                    <a:pt x="33964" y="50020"/>
                    <a:pt x="38347" y="47840"/>
                  </a:cubicBezTo>
                  <a:cubicBezTo>
                    <a:pt x="40354" y="46749"/>
                    <a:pt x="47750" y="40663"/>
                    <a:pt x="60533" y="29576"/>
                  </a:cubicBezTo>
                  <a:cubicBezTo>
                    <a:pt x="60533" y="29576"/>
                    <a:pt x="61081" y="30667"/>
                    <a:pt x="60533" y="32575"/>
                  </a:cubicBezTo>
                  <a:cubicBezTo>
                    <a:pt x="60533" y="32575"/>
                    <a:pt x="60533" y="32847"/>
                    <a:pt x="60533" y="33120"/>
                  </a:cubicBezTo>
                  <a:cubicBezTo>
                    <a:pt x="66375" y="27486"/>
                    <a:pt x="77057" y="18400"/>
                    <a:pt x="92580" y="5861"/>
                  </a:cubicBezTo>
                  <a:cubicBezTo>
                    <a:pt x="97510" y="1773"/>
                    <a:pt x="97784" y="1500"/>
                    <a:pt x="98606" y="137"/>
                  </a:cubicBezTo>
                  <a:cubicBezTo>
                    <a:pt x="97510" y="-46"/>
                    <a:pt x="96324" y="-46"/>
                    <a:pt x="95045" y="137"/>
                  </a:cubicBezTo>
                  <a:cubicBezTo>
                    <a:pt x="95045" y="137"/>
                    <a:pt x="64915" y="8860"/>
                    <a:pt x="61902" y="10768"/>
                  </a:cubicBezTo>
                  <a:cubicBezTo>
                    <a:pt x="61902" y="10768"/>
                    <a:pt x="61355" y="11040"/>
                    <a:pt x="61081" y="11313"/>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20" name="Freeform: Shape 119">
              <a:extLst>
                <a:ext uri="{FF2B5EF4-FFF2-40B4-BE49-F238E27FC236}">
                  <a16:creationId xmlns:a16="http://schemas.microsoft.com/office/drawing/2014/main" id="{11C843D8-6675-8B62-B93A-D821FADF48B5}"/>
                </a:ext>
              </a:extLst>
            </p:cNvPr>
            <p:cNvSpPr/>
            <p:nvPr/>
          </p:nvSpPr>
          <p:spPr>
            <a:xfrm>
              <a:off x="446376" y="3389606"/>
              <a:ext cx="616493" cy="459252"/>
            </a:xfrm>
            <a:custGeom>
              <a:avLst/>
              <a:gdLst>
                <a:gd name="connsiteX0" fmla="*/ 380955 w 497161"/>
                <a:gd name="connsiteY0" fmla="*/ 198615 h 370357"/>
                <a:gd name="connsiteX1" fmla="*/ 425875 w 497161"/>
                <a:gd name="connsiteY1" fmla="*/ 236504 h 370357"/>
                <a:gd name="connsiteX2" fmla="*/ 447787 w 497161"/>
                <a:gd name="connsiteY2" fmla="*/ 254495 h 370357"/>
                <a:gd name="connsiteX3" fmla="*/ 495994 w 497161"/>
                <a:gd name="connsiteY3" fmla="*/ 176808 h 370357"/>
                <a:gd name="connsiteX4" fmla="*/ 497090 w 497161"/>
                <a:gd name="connsiteY4" fmla="*/ 169175 h 370357"/>
                <a:gd name="connsiteX5" fmla="*/ 356303 w 497161"/>
                <a:gd name="connsiteY5" fmla="*/ 137282 h 370357"/>
                <a:gd name="connsiteX6" fmla="*/ 397937 w 497161"/>
                <a:gd name="connsiteY6" fmla="*/ 116293 h 370357"/>
                <a:gd name="connsiteX7" fmla="*/ 419849 w 497161"/>
                <a:gd name="connsiteY7" fmla="*/ 102664 h 370357"/>
                <a:gd name="connsiteX8" fmla="*/ 345073 w 497161"/>
                <a:gd name="connsiteY8" fmla="*/ 42149 h 370357"/>
                <a:gd name="connsiteX9" fmla="*/ 312752 w 497161"/>
                <a:gd name="connsiteY9" fmla="*/ 38606 h 370357"/>
                <a:gd name="connsiteX10" fmla="*/ 288101 w 497161"/>
                <a:gd name="connsiteY10" fmla="*/ 14346 h 370357"/>
                <a:gd name="connsiteX11" fmla="*/ 222912 w 497161"/>
                <a:gd name="connsiteY11" fmla="*/ 32336 h 370357"/>
                <a:gd name="connsiteX12" fmla="*/ 197165 w 497161"/>
                <a:gd name="connsiteY12" fmla="*/ 40241 h 370357"/>
                <a:gd name="connsiteX13" fmla="*/ 192782 w 497161"/>
                <a:gd name="connsiteY13" fmla="*/ 1261 h 370357"/>
                <a:gd name="connsiteX14" fmla="*/ 147862 w 497161"/>
                <a:gd name="connsiteY14" fmla="*/ 3987 h 370357"/>
                <a:gd name="connsiteX15" fmla="*/ 2967 w 497161"/>
                <a:gd name="connsiteY15" fmla="*/ 135374 h 370357"/>
                <a:gd name="connsiteX16" fmla="*/ 118554 w 497161"/>
                <a:gd name="connsiteY16" fmla="*/ 129650 h 370357"/>
                <a:gd name="connsiteX17" fmla="*/ 151149 w 497161"/>
                <a:gd name="connsiteY17" fmla="*/ 114658 h 370357"/>
                <a:gd name="connsiteX18" fmla="*/ 188674 w 497161"/>
                <a:gd name="connsiteY18" fmla="*/ 99393 h 370357"/>
                <a:gd name="connsiteX19" fmla="*/ 215516 w 497161"/>
                <a:gd name="connsiteY19" fmla="*/ 120109 h 370357"/>
                <a:gd name="connsiteX20" fmla="*/ 239620 w 497161"/>
                <a:gd name="connsiteY20" fmla="*/ 157454 h 370357"/>
                <a:gd name="connsiteX21" fmla="*/ 280158 w 497161"/>
                <a:gd name="connsiteY21" fmla="*/ 196979 h 370357"/>
                <a:gd name="connsiteX22" fmla="*/ 190591 w 497161"/>
                <a:gd name="connsiteY22" fmla="*/ 281754 h 370357"/>
                <a:gd name="connsiteX23" fmla="*/ 114994 w 497161"/>
                <a:gd name="connsiteY23" fmla="*/ 300290 h 370357"/>
                <a:gd name="connsiteX24" fmla="*/ 107050 w 497161"/>
                <a:gd name="connsiteY24" fmla="*/ 325913 h 370357"/>
                <a:gd name="connsiteX25" fmla="*/ 170322 w 497161"/>
                <a:gd name="connsiteY25" fmla="*/ 317190 h 370357"/>
                <a:gd name="connsiteX26" fmla="*/ 263176 w 497161"/>
                <a:gd name="connsiteY26" fmla="*/ 331910 h 370357"/>
                <a:gd name="connsiteX27" fmla="*/ 234416 w 497161"/>
                <a:gd name="connsiteY27" fmla="*/ 345812 h 370357"/>
                <a:gd name="connsiteX28" fmla="*/ 369998 w 497161"/>
                <a:gd name="connsiteY28" fmla="*/ 367074 h 370357"/>
                <a:gd name="connsiteX29" fmla="*/ 363972 w 497161"/>
                <a:gd name="connsiteY29" fmla="*/ 361349 h 370357"/>
                <a:gd name="connsiteX30" fmla="*/ 316039 w 497161"/>
                <a:gd name="connsiteY30" fmla="*/ 318008 h 370357"/>
                <a:gd name="connsiteX31" fmla="*/ 382598 w 497161"/>
                <a:gd name="connsiteY31" fmla="*/ 339815 h 370357"/>
                <a:gd name="connsiteX32" fmla="*/ 391363 w 497161"/>
                <a:gd name="connsiteY32" fmla="*/ 343904 h 370357"/>
                <a:gd name="connsiteX33" fmla="*/ 412454 w 497161"/>
                <a:gd name="connsiteY33" fmla="*/ 288568 h 370357"/>
                <a:gd name="connsiteX34" fmla="*/ 344525 w 497161"/>
                <a:gd name="connsiteY34" fmla="*/ 238957 h 370357"/>
                <a:gd name="connsiteX35" fmla="*/ 380681 w 497161"/>
                <a:gd name="connsiteY35" fmla="*/ 198615 h 37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97161" h="370357">
                  <a:moveTo>
                    <a:pt x="380955" y="198615"/>
                  </a:moveTo>
                  <a:cubicBezTo>
                    <a:pt x="394924" y="197524"/>
                    <a:pt x="425601" y="235959"/>
                    <a:pt x="425875" y="236504"/>
                  </a:cubicBezTo>
                  <a:cubicBezTo>
                    <a:pt x="433270" y="246045"/>
                    <a:pt x="440939" y="255858"/>
                    <a:pt x="447787" y="254495"/>
                  </a:cubicBezTo>
                  <a:cubicBezTo>
                    <a:pt x="466961" y="250951"/>
                    <a:pt x="495994" y="177625"/>
                    <a:pt x="495994" y="176808"/>
                  </a:cubicBezTo>
                  <a:cubicBezTo>
                    <a:pt x="496816" y="174627"/>
                    <a:pt x="497364" y="171356"/>
                    <a:pt x="497090" y="169175"/>
                  </a:cubicBezTo>
                  <a:lnTo>
                    <a:pt x="356303" y="137282"/>
                  </a:lnTo>
                  <a:cubicBezTo>
                    <a:pt x="360412" y="134284"/>
                    <a:pt x="363972" y="131286"/>
                    <a:pt x="397937" y="116293"/>
                  </a:cubicBezTo>
                  <a:cubicBezTo>
                    <a:pt x="412727" y="109751"/>
                    <a:pt x="420123" y="106480"/>
                    <a:pt x="419849" y="102664"/>
                  </a:cubicBezTo>
                  <a:cubicBezTo>
                    <a:pt x="418753" y="92578"/>
                    <a:pt x="369177" y="45966"/>
                    <a:pt x="345073" y="42149"/>
                  </a:cubicBezTo>
                  <a:cubicBezTo>
                    <a:pt x="334391" y="40514"/>
                    <a:pt x="323161" y="43785"/>
                    <a:pt x="312752" y="38606"/>
                  </a:cubicBezTo>
                  <a:cubicBezTo>
                    <a:pt x="301796" y="33154"/>
                    <a:pt x="303166" y="15708"/>
                    <a:pt x="288101" y="14346"/>
                  </a:cubicBezTo>
                  <a:cubicBezTo>
                    <a:pt x="274406" y="13255"/>
                    <a:pt x="244550" y="24431"/>
                    <a:pt x="222912" y="32336"/>
                  </a:cubicBezTo>
                  <a:cubicBezTo>
                    <a:pt x="201000" y="40514"/>
                    <a:pt x="200726" y="40514"/>
                    <a:pt x="197165" y="40241"/>
                  </a:cubicBezTo>
                  <a:cubicBezTo>
                    <a:pt x="195795" y="36698"/>
                    <a:pt x="194152" y="33154"/>
                    <a:pt x="192782" y="1261"/>
                  </a:cubicBezTo>
                  <a:cubicBezTo>
                    <a:pt x="183743" y="-2282"/>
                    <a:pt x="156079" y="2624"/>
                    <a:pt x="147862" y="3987"/>
                  </a:cubicBezTo>
                  <a:cubicBezTo>
                    <a:pt x="105407" y="13800"/>
                    <a:pt x="-20863" y="119292"/>
                    <a:pt x="2967" y="135374"/>
                  </a:cubicBezTo>
                  <a:cubicBezTo>
                    <a:pt x="26523" y="151457"/>
                    <a:pt x="107598" y="134829"/>
                    <a:pt x="118554" y="129650"/>
                  </a:cubicBezTo>
                  <a:cubicBezTo>
                    <a:pt x="116911" y="122835"/>
                    <a:pt x="115815" y="118474"/>
                    <a:pt x="151149" y="114658"/>
                  </a:cubicBezTo>
                  <a:cubicBezTo>
                    <a:pt x="181004" y="111387"/>
                    <a:pt x="185661" y="104027"/>
                    <a:pt x="188674" y="99393"/>
                  </a:cubicBezTo>
                  <a:cubicBezTo>
                    <a:pt x="196069" y="103209"/>
                    <a:pt x="215243" y="119837"/>
                    <a:pt x="215516" y="120109"/>
                  </a:cubicBezTo>
                  <a:cubicBezTo>
                    <a:pt x="225925" y="131013"/>
                    <a:pt x="230033" y="146005"/>
                    <a:pt x="239620" y="157454"/>
                  </a:cubicBezTo>
                  <a:cubicBezTo>
                    <a:pt x="251672" y="171901"/>
                    <a:pt x="279610" y="170266"/>
                    <a:pt x="280158" y="196979"/>
                  </a:cubicBezTo>
                  <a:cubicBezTo>
                    <a:pt x="280158" y="197524"/>
                    <a:pt x="274132" y="256948"/>
                    <a:pt x="190591" y="281754"/>
                  </a:cubicBezTo>
                  <a:cubicBezTo>
                    <a:pt x="165666" y="289114"/>
                    <a:pt x="138549" y="287751"/>
                    <a:pt x="114994" y="300290"/>
                  </a:cubicBezTo>
                  <a:cubicBezTo>
                    <a:pt x="104585" y="305741"/>
                    <a:pt x="104037" y="323460"/>
                    <a:pt x="107050" y="325913"/>
                  </a:cubicBezTo>
                  <a:cubicBezTo>
                    <a:pt x="111707" y="330002"/>
                    <a:pt x="126498" y="331910"/>
                    <a:pt x="170322" y="317190"/>
                  </a:cubicBezTo>
                  <a:cubicBezTo>
                    <a:pt x="192599" y="309740"/>
                    <a:pt x="223550" y="314647"/>
                    <a:pt x="263176" y="331910"/>
                  </a:cubicBezTo>
                  <a:cubicBezTo>
                    <a:pt x="260072" y="335363"/>
                    <a:pt x="250486" y="339997"/>
                    <a:pt x="234416" y="345812"/>
                  </a:cubicBezTo>
                  <a:cubicBezTo>
                    <a:pt x="247563" y="357260"/>
                    <a:pt x="349456" y="378522"/>
                    <a:pt x="369998" y="367074"/>
                  </a:cubicBezTo>
                  <a:cubicBezTo>
                    <a:pt x="369451" y="365075"/>
                    <a:pt x="367443" y="363167"/>
                    <a:pt x="363972" y="361349"/>
                  </a:cubicBezTo>
                  <a:cubicBezTo>
                    <a:pt x="360502" y="359531"/>
                    <a:pt x="344525" y="345084"/>
                    <a:pt x="316039" y="318008"/>
                  </a:cubicBezTo>
                  <a:cubicBezTo>
                    <a:pt x="351373" y="321824"/>
                    <a:pt x="362603" y="326185"/>
                    <a:pt x="382598" y="339815"/>
                  </a:cubicBezTo>
                  <a:cubicBezTo>
                    <a:pt x="386433" y="342541"/>
                    <a:pt x="389446" y="344449"/>
                    <a:pt x="391363" y="343904"/>
                  </a:cubicBezTo>
                  <a:cubicBezTo>
                    <a:pt x="402593" y="340360"/>
                    <a:pt x="421492" y="297836"/>
                    <a:pt x="412454" y="288568"/>
                  </a:cubicBezTo>
                  <a:cubicBezTo>
                    <a:pt x="392733" y="268124"/>
                    <a:pt x="355755" y="270850"/>
                    <a:pt x="344525" y="238957"/>
                  </a:cubicBezTo>
                  <a:cubicBezTo>
                    <a:pt x="335213" y="212789"/>
                    <a:pt x="380133" y="198615"/>
                    <a:pt x="380681" y="198615"/>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21" name="Freeform: Shape 120">
              <a:extLst>
                <a:ext uri="{FF2B5EF4-FFF2-40B4-BE49-F238E27FC236}">
                  <a16:creationId xmlns:a16="http://schemas.microsoft.com/office/drawing/2014/main" id="{417732CA-7878-204A-2F7E-6BD43AA485EA}"/>
                </a:ext>
              </a:extLst>
            </p:cNvPr>
            <p:cNvSpPr/>
            <p:nvPr/>
          </p:nvSpPr>
          <p:spPr>
            <a:xfrm>
              <a:off x="347822" y="3376298"/>
              <a:ext cx="24115" cy="11830"/>
            </a:xfrm>
            <a:custGeom>
              <a:avLst/>
              <a:gdLst>
                <a:gd name="connsiteX0" fmla="*/ 0 w 19447"/>
                <a:gd name="connsiteY0" fmla="*/ 9541 h 9540"/>
                <a:gd name="connsiteX1" fmla="*/ 15613 w 19447"/>
                <a:gd name="connsiteY1" fmla="*/ 2726 h 9540"/>
                <a:gd name="connsiteX2" fmla="*/ 19447 w 19447"/>
                <a:gd name="connsiteY2" fmla="*/ 0 h 9540"/>
                <a:gd name="connsiteX3" fmla="*/ 19447 w 19447"/>
                <a:gd name="connsiteY3" fmla="*/ 0 h 9540"/>
                <a:gd name="connsiteX4" fmla="*/ 18625 w 19447"/>
                <a:gd name="connsiteY4" fmla="*/ 0 h 9540"/>
                <a:gd name="connsiteX5" fmla="*/ 274 w 19447"/>
                <a:gd name="connsiteY5" fmla="*/ 9541 h 9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47" h="9540">
                  <a:moveTo>
                    <a:pt x="0" y="9541"/>
                  </a:moveTo>
                  <a:cubicBezTo>
                    <a:pt x="0" y="9541"/>
                    <a:pt x="9039" y="6815"/>
                    <a:pt x="15613" y="2726"/>
                  </a:cubicBezTo>
                  <a:cubicBezTo>
                    <a:pt x="16982" y="1908"/>
                    <a:pt x="19173" y="545"/>
                    <a:pt x="19447" y="0"/>
                  </a:cubicBezTo>
                  <a:cubicBezTo>
                    <a:pt x="19447" y="0"/>
                    <a:pt x="19447" y="0"/>
                    <a:pt x="19447" y="0"/>
                  </a:cubicBezTo>
                  <a:cubicBezTo>
                    <a:pt x="19173" y="0"/>
                    <a:pt x="18899" y="0"/>
                    <a:pt x="18625" y="0"/>
                  </a:cubicBezTo>
                  <a:cubicBezTo>
                    <a:pt x="15613" y="1090"/>
                    <a:pt x="548" y="8178"/>
                    <a:pt x="274" y="9541"/>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22" name="Freeform: Shape 121">
              <a:extLst>
                <a:ext uri="{FF2B5EF4-FFF2-40B4-BE49-F238E27FC236}">
                  <a16:creationId xmlns:a16="http://schemas.microsoft.com/office/drawing/2014/main" id="{F9CF3C78-AAE4-9908-CD29-0DA06D1E5D86}"/>
                </a:ext>
              </a:extLst>
            </p:cNvPr>
            <p:cNvSpPr/>
            <p:nvPr/>
          </p:nvSpPr>
          <p:spPr>
            <a:xfrm>
              <a:off x="1290321" y="3448892"/>
              <a:ext cx="59536" cy="37993"/>
            </a:xfrm>
            <a:custGeom>
              <a:avLst/>
              <a:gdLst>
                <a:gd name="connsiteX0" fmla="*/ 19193 w 48012"/>
                <a:gd name="connsiteY0" fmla="*/ 30049 h 30639"/>
                <a:gd name="connsiteX1" fmla="*/ 40557 w 48012"/>
                <a:gd name="connsiteY1" fmla="*/ 25687 h 30639"/>
                <a:gd name="connsiteX2" fmla="*/ 47679 w 48012"/>
                <a:gd name="connsiteY2" fmla="*/ 19145 h 30639"/>
                <a:gd name="connsiteX3" fmla="*/ 46583 w 48012"/>
                <a:gd name="connsiteY3" fmla="*/ 13421 h 30639"/>
                <a:gd name="connsiteX4" fmla="*/ 38640 w 48012"/>
                <a:gd name="connsiteY4" fmla="*/ 6333 h 30639"/>
                <a:gd name="connsiteX5" fmla="*/ 37270 w 48012"/>
                <a:gd name="connsiteY5" fmla="*/ 1972 h 30639"/>
                <a:gd name="connsiteX6" fmla="*/ 36997 w 48012"/>
                <a:gd name="connsiteY6" fmla="*/ 1154 h 30639"/>
                <a:gd name="connsiteX7" fmla="*/ 26588 w 48012"/>
                <a:gd name="connsiteY7" fmla="*/ 336 h 30639"/>
                <a:gd name="connsiteX8" fmla="*/ 4402 w 48012"/>
                <a:gd name="connsiteY8" fmla="*/ 27595 h 30639"/>
                <a:gd name="connsiteX9" fmla="*/ 19467 w 48012"/>
                <a:gd name="connsiteY9" fmla="*/ 30321 h 3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012" h="30639">
                  <a:moveTo>
                    <a:pt x="19193" y="30049"/>
                  </a:moveTo>
                  <a:lnTo>
                    <a:pt x="40557" y="25687"/>
                  </a:lnTo>
                  <a:cubicBezTo>
                    <a:pt x="40557" y="25687"/>
                    <a:pt x="46309" y="23234"/>
                    <a:pt x="47679" y="19145"/>
                  </a:cubicBezTo>
                  <a:cubicBezTo>
                    <a:pt x="48500" y="16692"/>
                    <a:pt x="47679" y="14784"/>
                    <a:pt x="46583" y="13421"/>
                  </a:cubicBezTo>
                  <a:cubicBezTo>
                    <a:pt x="44666" y="10150"/>
                    <a:pt x="40831" y="9332"/>
                    <a:pt x="38640" y="6333"/>
                  </a:cubicBezTo>
                  <a:cubicBezTo>
                    <a:pt x="37270" y="4425"/>
                    <a:pt x="37270" y="2790"/>
                    <a:pt x="37270" y="1972"/>
                  </a:cubicBezTo>
                  <a:cubicBezTo>
                    <a:pt x="37270" y="1700"/>
                    <a:pt x="37270" y="1427"/>
                    <a:pt x="36997" y="1154"/>
                  </a:cubicBezTo>
                  <a:cubicBezTo>
                    <a:pt x="36997" y="1154"/>
                    <a:pt x="34257" y="-754"/>
                    <a:pt x="26588" y="336"/>
                  </a:cubicBezTo>
                  <a:cubicBezTo>
                    <a:pt x="17001" y="2517"/>
                    <a:pt x="-10663" y="18327"/>
                    <a:pt x="4402" y="27595"/>
                  </a:cubicBezTo>
                  <a:cubicBezTo>
                    <a:pt x="7689" y="29503"/>
                    <a:pt x="13441" y="31412"/>
                    <a:pt x="19467" y="30321"/>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23" name="Freeform: Shape 122">
              <a:extLst>
                <a:ext uri="{FF2B5EF4-FFF2-40B4-BE49-F238E27FC236}">
                  <a16:creationId xmlns:a16="http://schemas.microsoft.com/office/drawing/2014/main" id="{C8DF541B-18DD-3E09-C95D-C719C664861D}"/>
                </a:ext>
              </a:extLst>
            </p:cNvPr>
            <p:cNvSpPr/>
            <p:nvPr/>
          </p:nvSpPr>
          <p:spPr>
            <a:xfrm>
              <a:off x="707811" y="3382388"/>
              <a:ext cx="83930" cy="30066"/>
            </a:xfrm>
            <a:custGeom>
              <a:avLst/>
              <a:gdLst>
                <a:gd name="connsiteX0" fmla="*/ 67136 w 67684"/>
                <a:gd name="connsiteY0" fmla="*/ 9808 h 24246"/>
                <a:gd name="connsiteX1" fmla="*/ 67684 w 67684"/>
                <a:gd name="connsiteY1" fmla="*/ 9536 h 24246"/>
                <a:gd name="connsiteX2" fmla="*/ 13451 w 67684"/>
                <a:gd name="connsiteY2" fmla="*/ 813 h 24246"/>
                <a:gd name="connsiteX3" fmla="*/ 4686 w 67684"/>
                <a:gd name="connsiteY3" fmla="*/ 20712 h 24246"/>
                <a:gd name="connsiteX4" fmla="*/ 67410 w 67684"/>
                <a:gd name="connsiteY4" fmla="*/ 10081 h 24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84" h="24246">
                  <a:moveTo>
                    <a:pt x="67136" y="9808"/>
                  </a:moveTo>
                  <a:cubicBezTo>
                    <a:pt x="67136" y="9808"/>
                    <a:pt x="67410" y="9808"/>
                    <a:pt x="67684" y="9536"/>
                  </a:cubicBezTo>
                  <a:cubicBezTo>
                    <a:pt x="65493" y="6264"/>
                    <a:pt x="35637" y="-2731"/>
                    <a:pt x="13451" y="813"/>
                  </a:cubicBezTo>
                  <a:cubicBezTo>
                    <a:pt x="-5996" y="4084"/>
                    <a:pt x="30" y="17168"/>
                    <a:pt x="4686" y="20712"/>
                  </a:cubicBezTo>
                  <a:cubicBezTo>
                    <a:pt x="19477" y="32705"/>
                    <a:pt x="66862" y="10353"/>
                    <a:pt x="67410" y="10081"/>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24" name="Freeform: Shape 123">
              <a:extLst>
                <a:ext uri="{FF2B5EF4-FFF2-40B4-BE49-F238E27FC236}">
                  <a16:creationId xmlns:a16="http://schemas.microsoft.com/office/drawing/2014/main" id="{C00F3201-7267-9035-CCD6-77E982437C43}"/>
                </a:ext>
              </a:extLst>
            </p:cNvPr>
            <p:cNvSpPr/>
            <p:nvPr/>
          </p:nvSpPr>
          <p:spPr>
            <a:xfrm>
              <a:off x="580820" y="3242782"/>
              <a:ext cx="76760" cy="42576"/>
            </a:xfrm>
            <a:custGeom>
              <a:avLst/>
              <a:gdLst>
                <a:gd name="connsiteX0" fmla="*/ 18352 w 61902"/>
                <a:gd name="connsiteY0" fmla="*/ 22080 h 34335"/>
                <a:gd name="connsiteX1" fmla="*/ 0 w 61902"/>
                <a:gd name="connsiteY1" fmla="*/ 30257 h 34335"/>
                <a:gd name="connsiteX2" fmla="*/ 2739 w 61902"/>
                <a:gd name="connsiteY2" fmla="*/ 29439 h 34335"/>
                <a:gd name="connsiteX3" fmla="*/ 21638 w 61902"/>
                <a:gd name="connsiteY3" fmla="*/ 27259 h 34335"/>
                <a:gd name="connsiteX4" fmla="*/ 15339 w 61902"/>
                <a:gd name="connsiteY4" fmla="*/ 34073 h 34335"/>
                <a:gd name="connsiteX5" fmla="*/ 33964 w 61902"/>
                <a:gd name="connsiteY5" fmla="*/ 28622 h 34335"/>
                <a:gd name="connsiteX6" fmla="*/ 58615 w 61902"/>
                <a:gd name="connsiteY6" fmla="*/ 5997 h 34335"/>
                <a:gd name="connsiteX7" fmla="*/ 51768 w 61902"/>
                <a:gd name="connsiteY7" fmla="*/ 7360 h 34335"/>
                <a:gd name="connsiteX8" fmla="*/ 61902 w 61902"/>
                <a:gd name="connsiteY8" fmla="*/ 0 h 34335"/>
                <a:gd name="connsiteX9" fmla="*/ 60259 w 61902"/>
                <a:gd name="connsiteY9" fmla="*/ 0 h 34335"/>
                <a:gd name="connsiteX10" fmla="*/ 18078 w 61902"/>
                <a:gd name="connsiteY10" fmla="*/ 17718 h 34335"/>
                <a:gd name="connsiteX11" fmla="*/ 28760 w 61902"/>
                <a:gd name="connsiteY11" fmla="*/ 16355 h 34335"/>
                <a:gd name="connsiteX12" fmla="*/ 18352 w 61902"/>
                <a:gd name="connsiteY12" fmla="*/ 22080 h 34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902" h="34335">
                  <a:moveTo>
                    <a:pt x="18352" y="22080"/>
                  </a:moveTo>
                  <a:cubicBezTo>
                    <a:pt x="12052" y="24260"/>
                    <a:pt x="2191" y="28622"/>
                    <a:pt x="0" y="30257"/>
                  </a:cubicBezTo>
                  <a:cubicBezTo>
                    <a:pt x="1096" y="30257"/>
                    <a:pt x="1917" y="29985"/>
                    <a:pt x="2739" y="29439"/>
                  </a:cubicBezTo>
                  <a:cubicBezTo>
                    <a:pt x="12326" y="26441"/>
                    <a:pt x="21638" y="27259"/>
                    <a:pt x="21638" y="27259"/>
                  </a:cubicBezTo>
                  <a:cubicBezTo>
                    <a:pt x="20817" y="30530"/>
                    <a:pt x="16160" y="30530"/>
                    <a:pt x="15339" y="34073"/>
                  </a:cubicBezTo>
                  <a:cubicBezTo>
                    <a:pt x="16708" y="35709"/>
                    <a:pt x="32869" y="29167"/>
                    <a:pt x="33964" y="28622"/>
                  </a:cubicBezTo>
                  <a:cubicBezTo>
                    <a:pt x="39716" y="25623"/>
                    <a:pt x="58615" y="9268"/>
                    <a:pt x="58615" y="5997"/>
                  </a:cubicBezTo>
                  <a:cubicBezTo>
                    <a:pt x="56150" y="5179"/>
                    <a:pt x="53959" y="7360"/>
                    <a:pt x="51768" y="7360"/>
                  </a:cubicBezTo>
                  <a:cubicBezTo>
                    <a:pt x="53959" y="3271"/>
                    <a:pt x="59163" y="3544"/>
                    <a:pt x="61902" y="0"/>
                  </a:cubicBezTo>
                  <a:cubicBezTo>
                    <a:pt x="61902" y="0"/>
                    <a:pt x="61355" y="0"/>
                    <a:pt x="60259" y="0"/>
                  </a:cubicBezTo>
                  <a:cubicBezTo>
                    <a:pt x="43277" y="5452"/>
                    <a:pt x="20817" y="15810"/>
                    <a:pt x="18078" y="17718"/>
                  </a:cubicBezTo>
                  <a:cubicBezTo>
                    <a:pt x="21912" y="18808"/>
                    <a:pt x="25199" y="16083"/>
                    <a:pt x="28760" y="16355"/>
                  </a:cubicBezTo>
                  <a:cubicBezTo>
                    <a:pt x="29308" y="17718"/>
                    <a:pt x="27390" y="18808"/>
                    <a:pt x="18352" y="22080"/>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25" name="Freeform: Shape 124">
              <a:extLst>
                <a:ext uri="{FF2B5EF4-FFF2-40B4-BE49-F238E27FC236}">
                  <a16:creationId xmlns:a16="http://schemas.microsoft.com/office/drawing/2014/main" id="{7FC5A43C-F954-5D4F-1B19-F7EBADB64F28}"/>
                </a:ext>
              </a:extLst>
            </p:cNvPr>
            <p:cNvSpPr/>
            <p:nvPr/>
          </p:nvSpPr>
          <p:spPr>
            <a:xfrm>
              <a:off x="498027" y="3353650"/>
              <a:ext cx="62719" cy="38369"/>
            </a:xfrm>
            <a:custGeom>
              <a:avLst/>
              <a:gdLst>
                <a:gd name="connsiteX0" fmla="*/ 3495 w 50579"/>
                <a:gd name="connsiteY0" fmla="*/ 22080 h 30942"/>
                <a:gd name="connsiteX1" fmla="*/ 4317 w 50579"/>
                <a:gd name="connsiteY1" fmla="*/ 29712 h 30942"/>
                <a:gd name="connsiteX2" fmla="*/ 34994 w 50579"/>
                <a:gd name="connsiteY2" fmla="*/ 20172 h 30942"/>
                <a:gd name="connsiteX3" fmla="*/ 48963 w 50579"/>
                <a:gd name="connsiteY3" fmla="*/ 0 h 30942"/>
                <a:gd name="connsiteX4" fmla="*/ 46498 w 50579"/>
                <a:gd name="connsiteY4" fmla="*/ 273 h 30942"/>
                <a:gd name="connsiteX5" fmla="*/ 3495 w 50579"/>
                <a:gd name="connsiteY5" fmla="*/ 22080 h 3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579" h="30942">
                  <a:moveTo>
                    <a:pt x="3495" y="22080"/>
                  </a:moveTo>
                  <a:cubicBezTo>
                    <a:pt x="-614" y="25078"/>
                    <a:pt x="-1983" y="25896"/>
                    <a:pt x="4317" y="29712"/>
                  </a:cubicBezTo>
                  <a:cubicBezTo>
                    <a:pt x="9795" y="32983"/>
                    <a:pt x="23216" y="29712"/>
                    <a:pt x="34994" y="20172"/>
                  </a:cubicBezTo>
                  <a:cubicBezTo>
                    <a:pt x="41568" y="14447"/>
                    <a:pt x="55263" y="545"/>
                    <a:pt x="48963" y="0"/>
                  </a:cubicBezTo>
                  <a:cubicBezTo>
                    <a:pt x="48141" y="0"/>
                    <a:pt x="47046" y="0"/>
                    <a:pt x="46498" y="273"/>
                  </a:cubicBezTo>
                  <a:cubicBezTo>
                    <a:pt x="35542" y="3271"/>
                    <a:pt x="5412" y="20717"/>
                    <a:pt x="3495" y="22080"/>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26" name="Freeform: Shape 125">
              <a:extLst>
                <a:ext uri="{FF2B5EF4-FFF2-40B4-BE49-F238E27FC236}">
                  <a16:creationId xmlns:a16="http://schemas.microsoft.com/office/drawing/2014/main" id="{B14C0F14-01DE-45F3-FF28-3540C413410D}"/>
                </a:ext>
              </a:extLst>
            </p:cNvPr>
            <p:cNvSpPr/>
            <p:nvPr/>
          </p:nvSpPr>
          <p:spPr>
            <a:xfrm>
              <a:off x="641957" y="3255626"/>
              <a:ext cx="90006" cy="27433"/>
            </a:xfrm>
            <a:custGeom>
              <a:avLst/>
              <a:gdLst>
                <a:gd name="connsiteX0" fmla="*/ 72311 w 72584"/>
                <a:gd name="connsiteY0" fmla="*/ 273 h 22123"/>
                <a:gd name="connsiteX1" fmla="*/ 72037 w 72584"/>
                <a:gd name="connsiteY1" fmla="*/ 0 h 22123"/>
                <a:gd name="connsiteX2" fmla="*/ 70667 w 72584"/>
                <a:gd name="connsiteY2" fmla="*/ 273 h 22123"/>
                <a:gd name="connsiteX3" fmla="*/ 69298 w 72584"/>
                <a:gd name="connsiteY3" fmla="*/ 545 h 22123"/>
                <a:gd name="connsiteX4" fmla="*/ 43551 w 72584"/>
                <a:gd name="connsiteY4" fmla="*/ 9268 h 22123"/>
                <a:gd name="connsiteX5" fmla="*/ 13147 w 72584"/>
                <a:gd name="connsiteY5" fmla="*/ 17446 h 22123"/>
                <a:gd name="connsiteX6" fmla="*/ 0 w 72584"/>
                <a:gd name="connsiteY6" fmla="*/ 22080 h 22123"/>
                <a:gd name="connsiteX7" fmla="*/ 47659 w 72584"/>
                <a:gd name="connsiteY7" fmla="*/ 13629 h 22123"/>
                <a:gd name="connsiteX8" fmla="*/ 69846 w 72584"/>
                <a:gd name="connsiteY8" fmla="*/ 2726 h 22123"/>
                <a:gd name="connsiteX9" fmla="*/ 72585 w 72584"/>
                <a:gd name="connsiteY9" fmla="*/ 545 h 22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584" h="22123">
                  <a:moveTo>
                    <a:pt x="72311" y="273"/>
                  </a:moveTo>
                  <a:cubicBezTo>
                    <a:pt x="72311" y="273"/>
                    <a:pt x="72311" y="0"/>
                    <a:pt x="72037" y="0"/>
                  </a:cubicBezTo>
                  <a:cubicBezTo>
                    <a:pt x="71489" y="0"/>
                    <a:pt x="70941" y="0"/>
                    <a:pt x="70667" y="273"/>
                  </a:cubicBezTo>
                  <a:cubicBezTo>
                    <a:pt x="70393" y="273"/>
                    <a:pt x="69846" y="273"/>
                    <a:pt x="69298" y="545"/>
                  </a:cubicBezTo>
                  <a:cubicBezTo>
                    <a:pt x="60533" y="2998"/>
                    <a:pt x="52316" y="6542"/>
                    <a:pt x="43551" y="9268"/>
                  </a:cubicBezTo>
                  <a:cubicBezTo>
                    <a:pt x="33416" y="12266"/>
                    <a:pt x="23282" y="14175"/>
                    <a:pt x="13147" y="17446"/>
                  </a:cubicBezTo>
                  <a:cubicBezTo>
                    <a:pt x="6026" y="19626"/>
                    <a:pt x="1643" y="21262"/>
                    <a:pt x="0" y="22080"/>
                  </a:cubicBezTo>
                  <a:cubicBezTo>
                    <a:pt x="2739" y="22625"/>
                    <a:pt x="31773" y="17991"/>
                    <a:pt x="47659" y="13629"/>
                  </a:cubicBezTo>
                  <a:cubicBezTo>
                    <a:pt x="55603" y="11449"/>
                    <a:pt x="59163" y="10086"/>
                    <a:pt x="69846" y="2726"/>
                  </a:cubicBezTo>
                  <a:cubicBezTo>
                    <a:pt x="70667" y="2181"/>
                    <a:pt x="71763" y="1363"/>
                    <a:pt x="72585" y="545"/>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27" name="Freeform: Shape 126">
              <a:extLst>
                <a:ext uri="{FF2B5EF4-FFF2-40B4-BE49-F238E27FC236}">
                  <a16:creationId xmlns:a16="http://schemas.microsoft.com/office/drawing/2014/main" id="{2F429D05-0E7A-A868-7279-0A9149749FFB}"/>
                </a:ext>
              </a:extLst>
            </p:cNvPr>
            <p:cNvSpPr/>
            <p:nvPr/>
          </p:nvSpPr>
          <p:spPr>
            <a:xfrm>
              <a:off x="641617" y="3240465"/>
              <a:ext cx="58079" cy="34428"/>
            </a:xfrm>
            <a:custGeom>
              <a:avLst/>
              <a:gdLst>
                <a:gd name="connsiteX0" fmla="*/ 274 w 46837"/>
                <a:gd name="connsiteY0" fmla="*/ 27765 h 27764"/>
                <a:gd name="connsiteX1" fmla="*/ 274 w 46837"/>
                <a:gd name="connsiteY1" fmla="*/ 27765 h 27764"/>
                <a:gd name="connsiteX2" fmla="*/ 42181 w 46837"/>
                <a:gd name="connsiteY2" fmla="*/ 10864 h 27764"/>
                <a:gd name="connsiteX3" fmla="*/ 46838 w 46837"/>
                <a:gd name="connsiteY3" fmla="*/ 6775 h 27764"/>
                <a:gd name="connsiteX4" fmla="*/ 44099 w 46837"/>
                <a:gd name="connsiteY4" fmla="*/ 4049 h 27764"/>
                <a:gd name="connsiteX5" fmla="*/ 44099 w 46837"/>
                <a:gd name="connsiteY5" fmla="*/ 1324 h 27764"/>
                <a:gd name="connsiteX6" fmla="*/ 44099 w 46837"/>
                <a:gd name="connsiteY6" fmla="*/ 1051 h 27764"/>
                <a:gd name="connsiteX7" fmla="*/ 42729 w 46837"/>
                <a:gd name="connsiteY7" fmla="*/ 233 h 27764"/>
                <a:gd name="connsiteX8" fmla="*/ 38621 w 46837"/>
                <a:gd name="connsiteY8" fmla="*/ 506 h 27764"/>
                <a:gd name="connsiteX9" fmla="*/ 33964 w 46837"/>
                <a:gd name="connsiteY9" fmla="*/ 2959 h 27764"/>
                <a:gd name="connsiteX10" fmla="*/ 15065 w 46837"/>
                <a:gd name="connsiteY10" fmla="*/ 17951 h 27764"/>
                <a:gd name="connsiteX11" fmla="*/ 0 w 46837"/>
                <a:gd name="connsiteY11" fmla="*/ 27492 h 27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837" h="27764">
                  <a:moveTo>
                    <a:pt x="274" y="27765"/>
                  </a:moveTo>
                  <a:cubicBezTo>
                    <a:pt x="274" y="27765"/>
                    <a:pt x="274" y="27765"/>
                    <a:pt x="274" y="27765"/>
                  </a:cubicBezTo>
                  <a:cubicBezTo>
                    <a:pt x="3561" y="27492"/>
                    <a:pt x="33416" y="14953"/>
                    <a:pt x="42181" y="10864"/>
                  </a:cubicBezTo>
                  <a:cubicBezTo>
                    <a:pt x="46016" y="9229"/>
                    <a:pt x="46838" y="8411"/>
                    <a:pt x="46838" y="6775"/>
                  </a:cubicBezTo>
                  <a:cubicBezTo>
                    <a:pt x="46838" y="4867"/>
                    <a:pt x="44099" y="5685"/>
                    <a:pt x="44099" y="4049"/>
                  </a:cubicBezTo>
                  <a:cubicBezTo>
                    <a:pt x="44099" y="3232"/>
                    <a:pt x="44647" y="2414"/>
                    <a:pt x="44099" y="1324"/>
                  </a:cubicBezTo>
                  <a:cubicBezTo>
                    <a:pt x="44099" y="1324"/>
                    <a:pt x="44099" y="1324"/>
                    <a:pt x="44099" y="1051"/>
                  </a:cubicBezTo>
                  <a:cubicBezTo>
                    <a:pt x="44099" y="1051"/>
                    <a:pt x="43825" y="506"/>
                    <a:pt x="42729" y="233"/>
                  </a:cubicBezTo>
                  <a:cubicBezTo>
                    <a:pt x="41360" y="-312"/>
                    <a:pt x="40538" y="233"/>
                    <a:pt x="38621" y="506"/>
                  </a:cubicBezTo>
                  <a:cubicBezTo>
                    <a:pt x="37525" y="1051"/>
                    <a:pt x="35882" y="1596"/>
                    <a:pt x="33964" y="2959"/>
                  </a:cubicBezTo>
                  <a:cubicBezTo>
                    <a:pt x="27390" y="7593"/>
                    <a:pt x="23008" y="14953"/>
                    <a:pt x="15065" y="17951"/>
                  </a:cubicBezTo>
                  <a:cubicBezTo>
                    <a:pt x="5204" y="21495"/>
                    <a:pt x="1917" y="22858"/>
                    <a:pt x="0" y="27492"/>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28" name="Freeform: Shape 127">
              <a:extLst>
                <a:ext uri="{FF2B5EF4-FFF2-40B4-BE49-F238E27FC236}">
                  <a16:creationId xmlns:a16="http://schemas.microsoft.com/office/drawing/2014/main" id="{92C62A8F-00EA-76FA-FB3E-6CFAEEF4FC8A}"/>
                </a:ext>
              </a:extLst>
            </p:cNvPr>
            <p:cNvSpPr/>
            <p:nvPr/>
          </p:nvSpPr>
          <p:spPr>
            <a:xfrm>
              <a:off x="711752" y="3205263"/>
              <a:ext cx="42967" cy="20139"/>
            </a:xfrm>
            <a:custGeom>
              <a:avLst/>
              <a:gdLst>
                <a:gd name="connsiteX0" fmla="*/ 13012 w 34650"/>
                <a:gd name="connsiteY0" fmla="*/ 11449 h 16241"/>
                <a:gd name="connsiteX1" fmla="*/ 34651 w 34650"/>
                <a:gd name="connsiteY1" fmla="*/ 0 h 16241"/>
                <a:gd name="connsiteX2" fmla="*/ 32459 w 34650"/>
                <a:gd name="connsiteY2" fmla="*/ 273 h 16241"/>
                <a:gd name="connsiteX3" fmla="*/ 5069 w 34650"/>
                <a:gd name="connsiteY3" fmla="*/ 10086 h 16241"/>
                <a:gd name="connsiteX4" fmla="*/ 413 w 34650"/>
                <a:gd name="connsiteY4" fmla="*/ 16083 h 16241"/>
                <a:gd name="connsiteX5" fmla="*/ 13286 w 34650"/>
                <a:gd name="connsiteY5" fmla="*/ 11449 h 16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650" h="16241">
                  <a:moveTo>
                    <a:pt x="13012" y="11449"/>
                  </a:moveTo>
                  <a:cubicBezTo>
                    <a:pt x="34103" y="818"/>
                    <a:pt x="34377" y="818"/>
                    <a:pt x="34651" y="0"/>
                  </a:cubicBezTo>
                  <a:cubicBezTo>
                    <a:pt x="33829" y="0"/>
                    <a:pt x="33281" y="0"/>
                    <a:pt x="32459" y="273"/>
                  </a:cubicBezTo>
                  <a:cubicBezTo>
                    <a:pt x="32459" y="273"/>
                    <a:pt x="11095" y="7087"/>
                    <a:pt x="5069" y="10086"/>
                  </a:cubicBezTo>
                  <a:cubicBezTo>
                    <a:pt x="-2053" y="13629"/>
                    <a:pt x="413" y="16083"/>
                    <a:pt x="413" y="16083"/>
                  </a:cubicBezTo>
                  <a:cubicBezTo>
                    <a:pt x="1782" y="16900"/>
                    <a:pt x="6712" y="14447"/>
                    <a:pt x="13286" y="11449"/>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29" name="Freeform: Shape 128">
              <a:extLst>
                <a:ext uri="{FF2B5EF4-FFF2-40B4-BE49-F238E27FC236}">
                  <a16:creationId xmlns:a16="http://schemas.microsoft.com/office/drawing/2014/main" id="{EF8286D4-25BA-7766-837C-F02E1431A66A}"/>
                </a:ext>
              </a:extLst>
            </p:cNvPr>
            <p:cNvSpPr/>
            <p:nvPr/>
          </p:nvSpPr>
          <p:spPr>
            <a:xfrm>
              <a:off x="739056" y="3155912"/>
              <a:ext cx="161712" cy="84503"/>
            </a:xfrm>
            <a:custGeom>
              <a:avLst/>
              <a:gdLst>
                <a:gd name="connsiteX0" fmla="*/ 36736 w 130410"/>
                <a:gd name="connsiteY0" fmla="*/ 41433 h 68146"/>
                <a:gd name="connsiteX1" fmla="*/ 51800 w 130410"/>
                <a:gd name="connsiteY1" fmla="*/ 39253 h 68146"/>
                <a:gd name="connsiteX2" fmla="*/ 51800 w 130410"/>
                <a:gd name="connsiteY2" fmla="*/ 40343 h 68146"/>
                <a:gd name="connsiteX3" fmla="*/ 37283 w 130410"/>
                <a:gd name="connsiteY3" fmla="*/ 45795 h 68146"/>
                <a:gd name="connsiteX4" fmla="*/ 4963 w 130410"/>
                <a:gd name="connsiteY4" fmla="*/ 57243 h 68146"/>
                <a:gd name="connsiteX5" fmla="*/ 1402 w 130410"/>
                <a:gd name="connsiteY5" fmla="*/ 68147 h 68146"/>
                <a:gd name="connsiteX6" fmla="*/ 17562 w 130410"/>
                <a:gd name="connsiteY6" fmla="*/ 64058 h 68146"/>
                <a:gd name="connsiteX7" fmla="*/ 36736 w 130410"/>
                <a:gd name="connsiteY7" fmla="*/ 61605 h 68146"/>
                <a:gd name="connsiteX8" fmla="*/ 79465 w 130410"/>
                <a:gd name="connsiteY8" fmla="*/ 39798 h 68146"/>
                <a:gd name="connsiteX9" fmla="*/ 107403 w 130410"/>
                <a:gd name="connsiteY9" fmla="*/ 30257 h 68146"/>
                <a:gd name="connsiteX10" fmla="*/ 109320 w 130410"/>
                <a:gd name="connsiteY10" fmla="*/ 28894 h 68146"/>
                <a:gd name="connsiteX11" fmla="*/ 102199 w 130410"/>
                <a:gd name="connsiteY11" fmla="*/ 26986 h 68146"/>
                <a:gd name="connsiteX12" fmla="*/ 101925 w 130410"/>
                <a:gd name="connsiteY12" fmla="*/ 26441 h 68146"/>
                <a:gd name="connsiteX13" fmla="*/ 106581 w 130410"/>
                <a:gd name="connsiteY13" fmla="*/ 24260 h 68146"/>
                <a:gd name="connsiteX14" fmla="*/ 119455 w 130410"/>
                <a:gd name="connsiteY14" fmla="*/ 16628 h 68146"/>
                <a:gd name="connsiteX15" fmla="*/ 115346 w 130410"/>
                <a:gd name="connsiteY15" fmla="*/ 15810 h 68146"/>
                <a:gd name="connsiteX16" fmla="*/ 121098 w 130410"/>
                <a:gd name="connsiteY16" fmla="*/ 7632 h 68146"/>
                <a:gd name="connsiteX17" fmla="*/ 130411 w 130410"/>
                <a:gd name="connsiteY17" fmla="*/ 0 h 68146"/>
                <a:gd name="connsiteX18" fmla="*/ 127672 w 130410"/>
                <a:gd name="connsiteY18" fmla="*/ 0 h 68146"/>
                <a:gd name="connsiteX19" fmla="*/ 52074 w 130410"/>
                <a:gd name="connsiteY19" fmla="*/ 27804 h 68146"/>
                <a:gd name="connsiteX20" fmla="*/ 60291 w 130410"/>
                <a:gd name="connsiteY20" fmla="*/ 26441 h 68146"/>
                <a:gd name="connsiteX21" fmla="*/ 40022 w 130410"/>
                <a:gd name="connsiteY21" fmla="*/ 33528 h 68146"/>
                <a:gd name="connsiteX22" fmla="*/ 14823 w 130410"/>
                <a:gd name="connsiteY22" fmla="*/ 46885 h 68146"/>
                <a:gd name="connsiteX23" fmla="*/ 37009 w 130410"/>
                <a:gd name="connsiteY23" fmla="*/ 41706 h 6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10" h="68146">
                  <a:moveTo>
                    <a:pt x="36736" y="41433"/>
                  </a:moveTo>
                  <a:cubicBezTo>
                    <a:pt x="45774" y="38707"/>
                    <a:pt x="48513" y="37890"/>
                    <a:pt x="51800" y="39253"/>
                  </a:cubicBezTo>
                  <a:cubicBezTo>
                    <a:pt x="51800" y="39525"/>
                    <a:pt x="51800" y="40070"/>
                    <a:pt x="51800" y="40343"/>
                  </a:cubicBezTo>
                  <a:cubicBezTo>
                    <a:pt x="49061" y="41978"/>
                    <a:pt x="46048" y="43069"/>
                    <a:pt x="37283" y="45795"/>
                  </a:cubicBezTo>
                  <a:cubicBezTo>
                    <a:pt x="12906" y="53427"/>
                    <a:pt x="6606" y="56426"/>
                    <a:pt x="4963" y="57243"/>
                  </a:cubicBezTo>
                  <a:cubicBezTo>
                    <a:pt x="-515" y="60514"/>
                    <a:pt x="-1063" y="67057"/>
                    <a:pt x="1402" y="68147"/>
                  </a:cubicBezTo>
                  <a:cubicBezTo>
                    <a:pt x="1402" y="68147"/>
                    <a:pt x="6790" y="66784"/>
                    <a:pt x="17562" y="64058"/>
                  </a:cubicBezTo>
                  <a:cubicBezTo>
                    <a:pt x="23862" y="62150"/>
                    <a:pt x="30436" y="63785"/>
                    <a:pt x="36736" y="61605"/>
                  </a:cubicBezTo>
                  <a:cubicBezTo>
                    <a:pt x="51800" y="56153"/>
                    <a:pt x="64948" y="46340"/>
                    <a:pt x="79465" y="39798"/>
                  </a:cubicBezTo>
                  <a:cubicBezTo>
                    <a:pt x="88503" y="35709"/>
                    <a:pt x="98638" y="34619"/>
                    <a:pt x="107403" y="30257"/>
                  </a:cubicBezTo>
                  <a:cubicBezTo>
                    <a:pt x="107951" y="29985"/>
                    <a:pt x="108772" y="29439"/>
                    <a:pt x="109320" y="28894"/>
                  </a:cubicBezTo>
                  <a:cubicBezTo>
                    <a:pt x="109320" y="28894"/>
                    <a:pt x="106945" y="28259"/>
                    <a:pt x="102199" y="26986"/>
                  </a:cubicBezTo>
                  <a:cubicBezTo>
                    <a:pt x="102199" y="26986"/>
                    <a:pt x="102199" y="26441"/>
                    <a:pt x="101925" y="26441"/>
                  </a:cubicBezTo>
                  <a:cubicBezTo>
                    <a:pt x="103294" y="25623"/>
                    <a:pt x="104938" y="24805"/>
                    <a:pt x="106581" y="24260"/>
                  </a:cubicBezTo>
                  <a:cubicBezTo>
                    <a:pt x="119181" y="18536"/>
                    <a:pt x="119181" y="17991"/>
                    <a:pt x="119455" y="16628"/>
                  </a:cubicBezTo>
                  <a:cubicBezTo>
                    <a:pt x="118085" y="16355"/>
                    <a:pt x="116442" y="16628"/>
                    <a:pt x="115346" y="15810"/>
                  </a:cubicBezTo>
                  <a:cubicBezTo>
                    <a:pt x="117263" y="13084"/>
                    <a:pt x="121920" y="12266"/>
                    <a:pt x="121098" y="7632"/>
                  </a:cubicBezTo>
                  <a:cubicBezTo>
                    <a:pt x="123837" y="4634"/>
                    <a:pt x="127946" y="3544"/>
                    <a:pt x="130411" y="0"/>
                  </a:cubicBezTo>
                  <a:cubicBezTo>
                    <a:pt x="129589" y="0"/>
                    <a:pt x="128494" y="0"/>
                    <a:pt x="127672" y="0"/>
                  </a:cubicBezTo>
                  <a:cubicBezTo>
                    <a:pt x="112607" y="3816"/>
                    <a:pt x="57552" y="24260"/>
                    <a:pt x="52074" y="27804"/>
                  </a:cubicBezTo>
                  <a:cubicBezTo>
                    <a:pt x="55087" y="28349"/>
                    <a:pt x="57552" y="26986"/>
                    <a:pt x="60291" y="26441"/>
                  </a:cubicBezTo>
                  <a:cubicBezTo>
                    <a:pt x="56183" y="29985"/>
                    <a:pt x="44953" y="32438"/>
                    <a:pt x="40022" y="33528"/>
                  </a:cubicBezTo>
                  <a:cubicBezTo>
                    <a:pt x="23314" y="37344"/>
                    <a:pt x="14823" y="46885"/>
                    <a:pt x="14823" y="46885"/>
                  </a:cubicBezTo>
                  <a:cubicBezTo>
                    <a:pt x="16467" y="47975"/>
                    <a:pt x="34818" y="42524"/>
                    <a:pt x="37009" y="41706"/>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30" name="Freeform: Shape 129">
              <a:extLst>
                <a:ext uri="{FF2B5EF4-FFF2-40B4-BE49-F238E27FC236}">
                  <a16:creationId xmlns:a16="http://schemas.microsoft.com/office/drawing/2014/main" id="{7E6B5D27-CA7F-0C0E-A43F-26FC34362D5C}"/>
                </a:ext>
              </a:extLst>
            </p:cNvPr>
            <p:cNvSpPr/>
            <p:nvPr/>
          </p:nvSpPr>
          <p:spPr>
            <a:xfrm>
              <a:off x="561660" y="3296861"/>
              <a:ext cx="251993" cy="84844"/>
            </a:xfrm>
            <a:custGeom>
              <a:avLst/>
              <a:gdLst>
                <a:gd name="connsiteX0" fmla="*/ 5317 w 203216"/>
                <a:gd name="connsiteY0" fmla="*/ 68422 h 68421"/>
                <a:gd name="connsiteX1" fmla="*/ 200610 w 203216"/>
                <a:gd name="connsiteY1" fmla="*/ 12541 h 68421"/>
                <a:gd name="connsiteX2" fmla="*/ 184176 w 203216"/>
                <a:gd name="connsiteY2" fmla="*/ 2 h 68421"/>
                <a:gd name="connsiteX3" fmla="*/ 86940 w 203216"/>
                <a:gd name="connsiteY3" fmla="*/ 28897 h 68421"/>
                <a:gd name="connsiteX4" fmla="*/ 66945 w 203216"/>
                <a:gd name="connsiteY4" fmla="*/ 19083 h 68421"/>
                <a:gd name="connsiteX5" fmla="*/ 74888 w 203216"/>
                <a:gd name="connsiteY5" fmla="*/ 15812 h 68421"/>
                <a:gd name="connsiteX6" fmla="*/ 84749 w 203216"/>
                <a:gd name="connsiteY6" fmla="*/ 820 h 68421"/>
                <a:gd name="connsiteX7" fmla="*/ 66397 w 203216"/>
                <a:gd name="connsiteY7" fmla="*/ 5181 h 68421"/>
                <a:gd name="connsiteX8" fmla="*/ 44759 w 203216"/>
                <a:gd name="connsiteY8" fmla="*/ 4091 h 68421"/>
                <a:gd name="connsiteX9" fmla="*/ 30790 w 203216"/>
                <a:gd name="connsiteY9" fmla="*/ 6544 h 68421"/>
                <a:gd name="connsiteX10" fmla="*/ 14903 w 203216"/>
                <a:gd name="connsiteY10" fmla="*/ 23717 h 68421"/>
                <a:gd name="connsiteX11" fmla="*/ 24216 w 203216"/>
                <a:gd name="connsiteY11" fmla="*/ 21537 h 68421"/>
                <a:gd name="connsiteX12" fmla="*/ 42568 w 203216"/>
                <a:gd name="connsiteY12" fmla="*/ 17175 h 68421"/>
                <a:gd name="connsiteX13" fmla="*/ 33529 w 203216"/>
                <a:gd name="connsiteY13" fmla="*/ 35711 h 68421"/>
                <a:gd name="connsiteX14" fmla="*/ 8603 w 203216"/>
                <a:gd name="connsiteY14" fmla="*/ 53157 h 68421"/>
                <a:gd name="connsiteX15" fmla="*/ 4769 w 203216"/>
                <a:gd name="connsiteY15" fmla="*/ 68149 h 68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3216" h="68421">
                  <a:moveTo>
                    <a:pt x="5317" y="68422"/>
                  </a:moveTo>
                  <a:cubicBezTo>
                    <a:pt x="6686" y="68422"/>
                    <a:pt x="160073" y="52612"/>
                    <a:pt x="200610" y="12541"/>
                  </a:cubicBezTo>
                  <a:cubicBezTo>
                    <a:pt x="211567" y="1638"/>
                    <a:pt x="184450" y="2"/>
                    <a:pt x="184176" y="2"/>
                  </a:cubicBezTo>
                  <a:cubicBezTo>
                    <a:pt x="169933" y="-270"/>
                    <a:pt x="101183" y="23172"/>
                    <a:pt x="86940" y="28897"/>
                  </a:cubicBezTo>
                  <a:cubicBezTo>
                    <a:pt x="74066" y="34076"/>
                    <a:pt x="64206" y="22082"/>
                    <a:pt x="66945" y="19083"/>
                  </a:cubicBezTo>
                  <a:cubicBezTo>
                    <a:pt x="68041" y="17721"/>
                    <a:pt x="70232" y="16903"/>
                    <a:pt x="74888" y="15812"/>
                  </a:cubicBezTo>
                  <a:cubicBezTo>
                    <a:pt x="99814" y="8725"/>
                    <a:pt x="87488" y="1093"/>
                    <a:pt x="84749" y="820"/>
                  </a:cubicBezTo>
                  <a:cubicBezTo>
                    <a:pt x="78175" y="548"/>
                    <a:pt x="72697" y="4364"/>
                    <a:pt x="66397" y="5181"/>
                  </a:cubicBezTo>
                  <a:cubicBezTo>
                    <a:pt x="59276" y="5999"/>
                    <a:pt x="52154" y="3273"/>
                    <a:pt x="44759" y="4091"/>
                  </a:cubicBezTo>
                  <a:cubicBezTo>
                    <a:pt x="42568" y="4091"/>
                    <a:pt x="35446" y="5181"/>
                    <a:pt x="30790" y="6544"/>
                  </a:cubicBezTo>
                  <a:cubicBezTo>
                    <a:pt x="26955" y="8180"/>
                    <a:pt x="14903" y="20719"/>
                    <a:pt x="14903" y="23717"/>
                  </a:cubicBezTo>
                  <a:cubicBezTo>
                    <a:pt x="17916" y="23717"/>
                    <a:pt x="18190" y="23717"/>
                    <a:pt x="24216" y="21537"/>
                  </a:cubicBezTo>
                  <a:cubicBezTo>
                    <a:pt x="31064" y="19083"/>
                    <a:pt x="40650" y="15812"/>
                    <a:pt x="42568" y="17175"/>
                  </a:cubicBezTo>
                  <a:cubicBezTo>
                    <a:pt x="46402" y="19629"/>
                    <a:pt x="34350" y="35166"/>
                    <a:pt x="33529" y="35711"/>
                  </a:cubicBezTo>
                  <a:cubicBezTo>
                    <a:pt x="26133" y="42526"/>
                    <a:pt x="15451" y="45252"/>
                    <a:pt x="8603" y="53157"/>
                  </a:cubicBezTo>
                  <a:cubicBezTo>
                    <a:pt x="-4818" y="68422"/>
                    <a:pt x="386" y="68422"/>
                    <a:pt x="4769" y="68149"/>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2" name="Freeform: Shape 11">
              <a:extLst>
                <a:ext uri="{FF2B5EF4-FFF2-40B4-BE49-F238E27FC236}">
                  <a16:creationId xmlns:a16="http://schemas.microsoft.com/office/drawing/2014/main" id="{4BD08E12-DF12-22A7-67F5-56B18EC44849}"/>
                </a:ext>
              </a:extLst>
            </p:cNvPr>
            <p:cNvSpPr/>
            <p:nvPr/>
          </p:nvSpPr>
          <p:spPr>
            <a:xfrm>
              <a:off x="2778635" y="3459112"/>
              <a:ext cx="1596058" cy="3398888"/>
            </a:xfrm>
            <a:custGeom>
              <a:avLst/>
              <a:gdLst>
                <a:gd name="connsiteX0" fmla="*/ 1588019 w 1596058"/>
                <a:gd name="connsiteY0" fmla="*/ 2498786 h 3398888"/>
                <a:gd name="connsiteX1" fmla="*/ 1587568 w 1596058"/>
                <a:gd name="connsiteY1" fmla="*/ 2509090 h 3398888"/>
                <a:gd name="connsiteX2" fmla="*/ 1587773 w 1596058"/>
                <a:gd name="connsiteY2" fmla="*/ 2500904 h 3398888"/>
                <a:gd name="connsiteX3" fmla="*/ 1587907 w 1596058"/>
                <a:gd name="connsiteY3" fmla="*/ 2495568 h 3398888"/>
                <a:gd name="connsiteX4" fmla="*/ 1587773 w 1596058"/>
                <a:gd name="connsiteY4" fmla="*/ 2500904 h 3398888"/>
                <a:gd name="connsiteX5" fmla="*/ 1587053 w 1596058"/>
                <a:gd name="connsiteY5" fmla="*/ 2507119 h 3398888"/>
                <a:gd name="connsiteX6" fmla="*/ 1588593 w 1596058"/>
                <a:gd name="connsiteY6" fmla="*/ 2485657 h 3398888"/>
                <a:gd name="connsiteX7" fmla="*/ 1588587 w 1596058"/>
                <a:gd name="connsiteY7" fmla="*/ 2493878 h 3398888"/>
                <a:gd name="connsiteX8" fmla="*/ 1588019 w 1596058"/>
                <a:gd name="connsiteY8" fmla="*/ 2498786 h 3398888"/>
                <a:gd name="connsiteX9" fmla="*/ 264977 w 1596058"/>
                <a:gd name="connsiteY9" fmla="*/ 0 h 3398888"/>
                <a:gd name="connsiteX10" fmla="*/ 323057 w 1596058"/>
                <a:gd name="connsiteY10" fmla="*/ 40562 h 3398888"/>
                <a:gd name="connsiteX11" fmla="*/ 308791 w 1596058"/>
                <a:gd name="connsiteY11" fmla="*/ 19943 h 3398888"/>
                <a:gd name="connsiteX12" fmla="*/ 386910 w 1596058"/>
                <a:gd name="connsiteY12" fmla="*/ 66251 h 3398888"/>
                <a:gd name="connsiteX13" fmla="*/ 376042 w 1596058"/>
                <a:gd name="connsiteY13" fmla="*/ 62533 h 3398888"/>
                <a:gd name="connsiteX14" fmla="*/ 426649 w 1596058"/>
                <a:gd name="connsiteY14" fmla="*/ 92616 h 3398888"/>
                <a:gd name="connsiteX15" fmla="*/ 430725 w 1596058"/>
                <a:gd name="connsiteY15" fmla="*/ 89575 h 3398888"/>
                <a:gd name="connsiteX16" fmla="*/ 455519 w 1596058"/>
                <a:gd name="connsiteY16" fmla="*/ 106136 h 3398888"/>
                <a:gd name="connsiteX17" fmla="*/ 445330 w 1596058"/>
                <a:gd name="connsiteY17" fmla="*/ 102080 h 3398888"/>
                <a:gd name="connsiteX18" fmla="*/ 511900 w 1596058"/>
                <a:gd name="connsiteY18" fmla="*/ 145685 h 3398888"/>
                <a:gd name="connsiteX19" fmla="*/ 713653 w 1596058"/>
                <a:gd name="connsiteY19" fmla="*/ 308947 h 3398888"/>
                <a:gd name="connsiteX20" fmla="*/ 604285 w 1596058"/>
                <a:gd name="connsiteY20" fmla="*/ 231541 h 3398888"/>
                <a:gd name="connsiteX21" fmla="*/ 819962 w 1596058"/>
                <a:gd name="connsiteY21" fmla="*/ 426576 h 3398888"/>
                <a:gd name="connsiteX22" fmla="*/ 824037 w 1596058"/>
                <a:gd name="connsiteY22" fmla="*/ 423872 h 3398888"/>
                <a:gd name="connsiteX23" fmla="*/ 771053 w 1596058"/>
                <a:gd name="connsiteY23" fmla="*/ 370127 h 3398888"/>
                <a:gd name="connsiteX24" fmla="*/ 793809 w 1596058"/>
                <a:gd name="connsiteY24" fmla="*/ 386351 h 3398888"/>
                <a:gd name="connsiteX25" fmla="*/ 742522 w 1596058"/>
                <a:gd name="connsiteY25" fmla="*/ 331256 h 3398888"/>
                <a:gd name="connsiteX26" fmla="*/ 754750 w 1596058"/>
                <a:gd name="connsiteY26" fmla="*/ 342410 h 3398888"/>
                <a:gd name="connsiteX27" fmla="*/ 755090 w 1596058"/>
                <a:gd name="connsiteY27" fmla="*/ 342410 h 3398888"/>
                <a:gd name="connsiteX28" fmla="*/ 863097 w 1596058"/>
                <a:gd name="connsiteY28" fmla="*/ 451251 h 3398888"/>
                <a:gd name="connsiteX29" fmla="*/ 1130741 w 1596058"/>
                <a:gd name="connsiteY29" fmla="*/ 785548 h 3398888"/>
                <a:gd name="connsiteX30" fmla="*/ 1250637 w 1596058"/>
                <a:gd name="connsiteY30" fmla="*/ 979231 h 3398888"/>
                <a:gd name="connsiteX31" fmla="*/ 1151459 w 1596058"/>
                <a:gd name="connsiteY31" fmla="*/ 887967 h 3398888"/>
                <a:gd name="connsiteX32" fmla="*/ 1250637 w 1596058"/>
                <a:gd name="connsiteY32" fmla="*/ 979231 h 3398888"/>
                <a:gd name="connsiteX33" fmla="*/ 1343699 w 1596058"/>
                <a:gd name="connsiteY33" fmla="*/ 1160407 h 3398888"/>
                <a:gd name="connsiteX34" fmla="*/ 1429970 w 1596058"/>
                <a:gd name="connsiteY34" fmla="*/ 1370315 h 3398888"/>
                <a:gd name="connsiteX35" fmla="*/ 1428952 w 1596058"/>
                <a:gd name="connsiteY35" fmla="*/ 1368963 h 3398888"/>
                <a:gd name="connsiteX36" fmla="*/ 1517259 w 1596058"/>
                <a:gd name="connsiteY36" fmla="*/ 1669796 h 3398888"/>
                <a:gd name="connsiteX37" fmla="*/ 1515902 w 1596058"/>
                <a:gd name="connsiteY37" fmla="*/ 1667093 h 3398888"/>
                <a:gd name="connsiteX38" fmla="*/ 1570924 w 1596058"/>
                <a:gd name="connsiteY38" fmla="*/ 1947308 h 3398888"/>
                <a:gd name="connsiteX39" fmla="*/ 1580435 w 1596058"/>
                <a:gd name="connsiteY39" fmla="*/ 2009840 h 3398888"/>
                <a:gd name="connsiteX40" fmla="*/ 1596058 w 1596058"/>
                <a:gd name="connsiteY40" fmla="*/ 2260986 h 3398888"/>
                <a:gd name="connsiteX41" fmla="*/ 1595720 w 1596058"/>
                <a:gd name="connsiteY41" fmla="*/ 2261324 h 3398888"/>
                <a:gd name="connsiteX42" fmla="*/ 1593045 w 1596058"/>
                <a:gd name="connsiteY42" fmla="*/ 2383939 h 3398888"/>
                <a:gd name="connsiteX43" fmla="*/ 1588593 w 1596058"/>
                <a:gd name="connsiteY43" fmla="*/ 2485657 h 3398888"/>
                <a:gd name="connsiteX44" fmla="*/ 1588640 w 1596058"/>
                <a:gd name="connsiteY44" fmla="*/ 2420424 h 3398888"/>
                <a:gd name="connsiteX45" fmla="*/ 1573642 w 1596058"/>
                <a:gd name="connsiteY45" fmla="*/ 2240367 h 3398888"/>
                <a:gd name="connsiteX46" fmla="*/ 1573642 w 1596058"/>
                <a:gd name="connsiteY46" fmla="*/ 2486780 h 3398888"/>
                <a:gd name="connsiteX47" fmla="*/ 1578058 w 1596058"/>
                <a:gd name="connsiteY47" fmla="*/ 2444190 h 3398888"/>
                <a:gd name="connsiteX48" fmla="*/ 1579416 w 1596058"/>
                <a:gd name="connsiteY48" fmla="*/ 2548636 h 3398888"/>
                <a:gd name="connsiteX49" fmla="*/ 1586104 w 1596058"/>
                <a:gd name="connsiteY49" fmla="*/ 2515316 h 3398888"/>
                <a:gd name="connsiteX50" fmla="*/ 1587053 w 1596058"/>
                <a:gd name="connsiteY50" fmla="*/ 2507119 h 3398888"/>
                <a:gd name="connsiteX51" fmla="*/ 1583683 w 1596058"/>
                <a:gd name="connsiteY51" fmla="*/ 2552693 h 3398888"/>
                <a:gd name="connsiteX52" fmla="*/ 1574322 w 1596058"/>
                <a:gd name="connsiteY52" fmla="*/ 2643957 h 3398888"/>
                <a:gd name="connsiteX53" fmla="*/ 1566510 w 1596058"/>
                <a:gd name="connsiteY53" fmla="*/ 2701420 h 3398888"/>
                <a:gd name="connsiteX54" fmla="*/ 1565151 w 1596058"/>
                <a:gd name="connsiteY54" fmla="*/ 2710547 h 3398888"/>
                <a:gd name="connsiteX55" fmla="*/ 1560395 w 1596058"/>
                <a:gd name="connsiteY55" fmla="*/ 2737925 h 3398888"/>
                <a:gd name="connsiteX56" fmla="*/ 1562773 w 1596058"/>
                <a:gd name="connsiteY56" fmla="*/ 2723052 h 3398888"/>
                <a:gd name="connsiteX57" fmla="*/ 1487031 w 1596058"/>
                <a:gd name="connsiteY57" fmla="*/ 2898145 h 3398888"/>
                <a:gd name="connsiteX58" fmla="*/ 1447632 w 1596058"/>
                <a:gd name="connsiteY58" fmla="*/ 2908285 h 3398888"/>
                <a:gd name="connsiteX59" fmla="*/ 1443556 w 1596058"/>
                <a:gd name="connsiteY59" fmla="*/ 2162961 h 3398888"/>
                <a:gd name="connsiteX60" fmla="*/ 1428611 w 1596058"/>
                <a:gd name="connsiteY60" fmla="*/ 2189326 h 3398888"/>
                <a:gd name="connsiteX61" fmla="*/ 1415026 w 1596058"/>
                <a:gd name="connsiteY61" fmla="*/ 2131526 h 3398888"/>
                <a:gd name="connsiteX62" fmla="*/ 1442878 w 1596058"/>
                <a:gd name="connsiteY62" fmla="*/ 2460415 h 3398888"/>
                <a:gd name="connsiteX63" fmla="*/ 1434047 w 1596058"/>
                <a:gd name="connsiteY63" fmla="*/ 2772741 h 3398888"/>
                <a:gd name="connsiteX64" fmla="*/ 1439142 w 1596058"/>
                <a:gd name="connsiteY64" fmla="*/ 2893075 h 3398888"/>
                <a:gd name="connsiteX65" fmla="*/ 1432689 w 1596058"/>
                <a:gd name="connsiteY65" fmla="*/ 3010366 h 3398888"/>
                <a:gd name="connsiteX66" fmla="*/ 1474803 w 1596058"/>
                <a:gd name="connsiteY66" fmla="*/ 3009691 h 3398888"/>
                <a:gd name="connsiteX67" fmla="*/ 1314151 w 1596058"/>
                <a:gd name="connsiteY67" fmla="*/ 3318299 h 3398888"/>
                <a:gd name="connsiteX68" fmla="*/ 1271259 w 1596058"/>
                <a:gd name="connsiteY68" fmla="*/ 3364903 h 3398888"/>
                <a:gd name="connsiteX69" fmla="*/ 1242316 w 1596058"/>
                <a:gd name="connsiteY69" fmla="*/ 3398888 h 3398888"/>
                <a:gd name="connsiteX70" fmla="*/ 718832 w 1596058"/>
                <a:gd name="connsiteY70" fmla="*/ 3398888 h 3398888"/>
                <a:gd name="connsiteX71" fmla="*/ 721719 w 1596058"/>
                <a:gd name="connsiteY71" fmla="*/ 3381803 h 3398888"/>
                <a:gd name="connsiteX72" fmla="*/ 710595 w 1596058"/>
                <a:gd name="connsiteY72" fmla="*/ 3271652 h 3398888"/>
                <a:gd name="connsiteX73" fmla="*/ 756447 w 1596058"/>
                <a:gd name="connsiteY73" fmla="*/ 3109066 h 3398888"/>
                <a:gd name="connsiteX74" fmla="*/ 896531 w 1596058"/>
                <a:gd name="connsiteY74" fmla="*/ 3136995 h 3398888"/>
                <a:gd name="connsiteX75" fmla="*/ 932895 w 1596058"/>
                <a:gd name="connsiteY75" fmla="*/ 3145788 h 3398888"/>
                <a:gd name="connsiteX76" fmla="*/ 1011779 w 1596058"/>
                <a:gd name="connsiteY76" fmla="*/ 3164924 h 3398888"/>
                <a:gd name="connsiteX77" fmla="*/ 1184066 w 1596058"/>
                <a:gd name="connsiteY77" fmla="*/ 3226358 h 3398888"/>
                <a:gd name="connsiteX78" fmla="*/ 1012033 w 1596058"/>
                <a:gd name="connsiteY78" fmla="*/ 3164924 h 3398888"/>
                <a:gd name="connsiteX79" fmla="*/ 932895 w 1596058"/>
                <a:gd name="connsiteY79" fmla="*/ 3145788 h 3398888"/>
                <a:gd name="connsiteX80" fmla="*/ 895863 w 1596058"/>
                <a:gd name="connsiteY80" fmla="*/ 3136805 h 3398888"/>
                <a:gd name="connsiteX81" fmla="*/ 756447 w 1596058"/>
                <a:gd name="connsiteY81" fmla="*/ 3109066 h 3398888"/>
                <a:gd name="connsiteX82" fmla="*/ 760184 w 1596058"/>
                <a:gd name="connsiteY82" fmla="*/ 3016450 h 3398888"/>
                <a:gd name="connsiteX83" fmla="*/ 687839 w 1596058"/>
                <a:gd name="connsiteY83" fmla="*/ 2999888 h 3398888"/>
                <a:gd name="connsiteX84" fmla="*/ 660327 w 1596058"/>
                <a:gd name="connsiteY84" fmla="*/ 2929919 h 3398888"/>
                <a:gd name="connsiteX85" fmla="*/ 648780 w 1596058"/>
                <a:gd name="connsiteY85" fmla="*/ 2923496 h 3398888"/>
                <a:gd name="connsiteX86" fmla="*/ 292828 w 1596058"/>
                <a:gd name="connsiteY86" fmla="*/ 2966086 h 3398888"/>
                <a:gd name="connsiteX87" fmla="*/ 125381 w 1596058"/>
                <a:gd name="connsiteY87" fmla="*/ 2812965 h 3398888"/>
                <a:gd name="connsiteX88" fmla="*/ 4466 w 1596058"/>
                <a:gd name="connsiteY88" fmla="*/ 2562834 h 3398888"/>
                <a:gd name="connsiteX89" fmla="*/ 52357 w 1596058"/>
                <a:gd name="connsiteY89" fmla="*/ 2431683 h 3398888"/>
                <a:gd name="connsiteX90" fmla="*/ 16354 w 1596058"/>
                <a:gd name="connsiteY90" fmla="*/ 2260648 h 3398888"/>
                <a:gd name="connsiteX91" fmla="*/ 165799 w 1596058"/>
                <a:gd name="connsiteY91" fmla="*/ 2004770 h 3398888"/>
                <a:gd name="connsiteX92" fmla="*/ 250372 w 1596058"/>
                <a:gd name="connsiteY92" fmla="*/ 1942913 h 3398888"/>
                <a:gd name="connsiteX93" fmla="*/ 288751 w 1596058"/>
                <a:gd name="connsiteY93" fmla="*/ 1808721 h 3398888"/>
                <a:gd name="connsiteX94" fmla="*/ 292488 w 1596058"/>
                <a:gd name="connsiteY94" fmla="*/ 1772554 h 3398888"/>
                <a:gd name="connsiteX95" fmla="*/ 377740 w 1596058"/>
                <a:gd name="connsiteY95" fmla="*/ 1714415 h 3398888"/>
                <a:gd name="connsiteX96" fmla="*/ 400157 w 1596058"/>
                <a:gd name="connsiteY96" fmla="*/ 1637686 h 3398888"/>
                <a:gd name="connsiteX97" fmla="*/ 412383 w 1596058"/>
                <a:gd name="connsiteY97" fmla="*/ 1626531 h 3398888"/>
                <a:gd name="connsiteX98" fmla="*/ 418158 w 1596058"/>
                <a:gd name="connsiteY98" fmla="*/ 1630249 h 3398888"/>
                <a:gd name="connsiteX99" fmla="*/ 485749 w 1596058"/>
                <a:gd name="connsiteY99" fmla="*/ 1658642 h 3398888"/>
                <a:gd name="connsiteX100" fmla="*/ 500354 w 1596058"/>
                <a:gd name="connsiteY100" fmla="*/ 1659657 h 3398888"/>
                <a:gd name="connsiteX101" fmla="*/ 777166 w 1596058"/>
                <a:gd name="connsiteY101" fmla="*/ 1624165 h 3398888"/>
                <a:gd name="connsiteX102" fmla="*/ 795847 w 1596058"/>
                <a:gd name="connsiteY102" fmla="*/ 1601518 h 3398888"/>
                <a:gd name="connsiteX103" fmla="*/ 890270 w 1596058"/>
                <a:gd name="connsiteY103" fmla="*/ 1604898 h 3398888"/>
                <a:gd name="connsiteX104" fmla="*/ 931027 w 1596058"/>
                <a:gd name="connsiteY104" fmla="*/ 1629572 h 3398888"/>
                <a:gd name="connsiteX105" fmla="*/ 928310 w 1596058"/>
                <a:gd name="connsiteY105" fmla="*/ 1759032 h 3398888"/>
                <a:gd name="connsiteX106" fmla="*/ 921856 w 1596058"/>
                <a:gd name="connsiteY106" fmla="*/ 1788102 h 3398888"/>
                <a:gd name="connsiteX107" fmla="*/ 1164026 w 1596058"/>
                <a:gd name="connsiteY107" fmla="*/ 2014911 h 3398888"/>
                <a:gd name="connsiteX108" fmla="*/ 1176933 w 1596058"/>
                <a:gd name="connsiteY108" fmla="*/ 2009840 h 3398888"/>
                <a:gd name="connsiteX109" fmla="*/ 1192896 w 1596058"/>
                <a:gd name="connsiteY109" fmla="*/ 1910126 h 3398888"/>
                <a:gd name="connsiteX110" fmla="*/ 1369853 w 1596058"/>
                <a:gd name="connsiteY110" fmla="*/ 2049388 h 3398888"/>
                <a:gd name="connsiteX111" fmla="*/ 1392949 w 1596058"/>
                <a:gd name="connsiteY111" fmla="*/ 2039586 h 3398888"/>
                <a:gd name="connsiteX112" fmla="*/ 1433367 w 1596058"/>
                <a:gd name="connsiteY112" fmla="*/ 2074063 h 3398888"/>
                <a:gd name="connsiteX113" fmla="*/ 1442198 w 1596058"/>
                <a:gd name="connsiteY113" fmla="*/ 1805678 h 3398888"/>
                <a:gd name="connsiteX114" fmla="*/ 1419781 w 1596058"/>
                <a:gd name="connsiteY114" fmla="*/ 1790807 h 3398888"/>
                <a:gd name="connsiteX115" fmla="*/ 1413668 w 1596058"/>
                <a:gd name="connsiteY115" fmla="*/ 1817848 h 3398888"/>
                <a:gd name="connsiteX116" fmla="*/ 1363739 w 1596058"/>
                <a:gd name="connsiteY116" fmla="*/ 1759032 h 3398888"/>
                <a:gd name="connsiteX117" fmla="*/ 1364079 w 1596058"/>
                <a:gd name="connsiteY117" fmla="*/ 1772554 h 3398888"/>
                <a:gd name="connsiteX118" fmla="*/ 1354569 w 1596058"/>
                <a:gd name="connsiteY118" fmla="*/ 1782356 h 3398888"/>
                <a:gd name="connsiteX119" fmla="*/ 1274072 w 1596058"/>
                <a:gd name="connsiteY119" fmla="*/ 1587997 h 3398888"/>
                <a:gd name="connsiteX120" fmla="*/ 1261505 w 1596058"/>
                <a:gd name="connsiteY120" fmla="*/ 1584279 h 3398888"/>
                <a:gd name="connsiteX121" fmla="*/ 1263203 w 1596058"/>
                <a:gd name="connsiteY121" fmla="*/ 1554196 h 3398888"/>
                <a:gd name="connsiteX122" fmla="*/ 1315170 w 1596058"/>
                <a:gd name="connsiteY122" fmla="*/ 1541013 h 3398888"/>
                <a:gd name="connsiteX123" fmla="*/ 1302602 w 1596058"/>
                <a:gd name="connsiteY123" fmla="*/ 1518704 h 3398888"/>
                <a:gd name="connsiteX124" fmla="*/ 1329095 w 1596058"/>
                <a:gd name="connsiteY124" fmla="*/ 1526140 h 3398888"/>
                <a:gd name="connsiteX125" fmla="*/ 1338945 w 1596058"/>
                <a:gd name="connsiteY125" fmla="*/ 1502141 h 3398888"/>
                <a:gd name="connsiteX126" fmla="*/ 1443556 w 1596058"/>
                <a:gd name="connsiteY126" fmla="*/ 1601855 h 3398888"/>
                <a:gd name="connsiteX127" fmla="*/ 1455444 w 1596058"/>
                <a:gd name="connsiteY127" fmla="*/ 1595433 h 3398888"/>
                <a:gd name="connsiteX128" fmla="*/ 1347435 w 1596058"/>
                <a:gd name="connsiteY128" fmla="*/ 1347668 h 3398888"/>
                <a:gd name="connsiteX129" fmla="*/ 1355248 w 1596058"/>
                <a:gd name="connsiteY129" fmla="*/ 1336513 h 3398888"/>
                <a:gd name="connsiteX130" fmla="*/ 1337247 w 1596058"/>
                <a:gd name="connsiteY130" fmla="*/ 1282769 h 3398888"/>
                <a:gd name="connsiteX131" fmla="*/ 1344040 w 1596058"/>
                <a:gd name="connsiteY131" fmla="*/ 1270262 h 3398888"/>
                <a:gd name="connsiteX132" fmla="*/ 1313471 w 1596058"/>
                <a:gd name="connsiteY132" fmla="*/ 1251672 h 3398888"/>
                <a:gd name="connsiteX133" fmla="*/ 1322642 w 1596058"/>
                <a:gd name="connsiteY133" fmla="*/ 1366259 h 3398888"/>
                <a:gd name="connsiteX134" fmla="*/ 1292753 w 1596058"/>
                <a:gd name="connsiteY134" fmla="*/ 1317923 h 3398888"/>
                <a:gd name="connsiteX135" fmla="*/ 1293093 w 1596058"/>
                <a:gd name="connsiteY135" fmla="*/ 1274318 h 3398888"/>
                <a:gd name="connsiteX136" fmla="*/ 1261505 w 1596058"/>
                <a:gd name="connsiteY136" fmla="*/ 1247616 h 3398888"/>
                <a:gd name="connsiteX137" fmla="*/ 1267279 w 1596058"/>
                <a:gd name="connsiteY137" fmla="*/ 1235447 h 3398888"/>
                <a:gd name="connsiteX138" fmla="*/ 1241805 w 1596058"/>
                <a:gd name="connsiteY138" fmla="*/ 1234094 h 3398888"/>
                <a:gd name="connsiteX139" fmla="*/ 1286300 w 1596058"/>
                <a:gd name="connsiteY139" fmla="*/ 1512958 h 3398888"/>
                <a:gd name="connsiteX140" fmla="*/ 1272034 w 1596058"/>
                <a:gd name="connsiteY140" fmla="*/ 1513972 h 3398888"/>
                <a:gd name="connsiteX141" fmla="*/ 1260486 w 1596058"/>
                <a:gd name="connsiteY141" fmla="*/ 1539323 h 3398888"/>
                <a:gd name="connsiteX142" fmla="*/ 1192556 w 1596058"/>
                <a:gd name="connsiteY142" fmla="*/ 1480170 h 3398888"/>
                <a:gd name="connsiteX143" fmla="*/ 1203765 w 1596058"/>
                <a:gd name="connsiteY143" fmla="*/ 1595096 h 3398888"/>
                <a:gd name="connsiteX144" fmla="*/ 1223465 w 1596058"/>
                <a:gd name="connsiteY144" fmla="*/ 1693796 h 3398888"/>
                <a:gd name="connsiteX145" fmla="*/ 1221766 w 1596058"/>
                <a:gd name="connsiteY145" fmla="*/ 1721513 h 3398888"/>
                <a:gd name="connsiteX146" fmla="*/ 1158592 w 1596058"/>
                <a:gd name="connsiteY146" fmla="*/ 1577518 h 3398888"/>
                <a:gd name="connsiteX147" fmla="*/ 1098474 w 1596058"/>
                <a:gd name="connsiteY147" fmla="*/ 1406483 h 3398888"/>
                <a:gd name="connsiteX148" fmla="*/ 899100 w 1596058"/>
                <a:gd name="connsiteY148" fmla="*/ 1173252 h 3398888"/>
                <a:gd name="connsiteX149" fmla="*/ 879061 w 1596058"/>
                <a:gd name="connsiteY149" fmla="*/ 1189814 h 3398888"/>
                <a:gd name="connsiteX150" fmla="*/ 1026129 w 1596058"/>
                <a:gd name="connsiteY150" fmla="*/ 1394990 h 3398888"/>
                <a:gd name="connsiteX151" fmla="*/ 1023072 w 1596058"/>
                <a:gd name="connsiteY151" fmla="*/ 1408510 h 3398888"/>
                <a:gd name="connsiteX152" fmla="*/ 1097455 w 1596058"/>
                <a:gd name="connsiteY152" fmla="*/ 1513634 h 3398888"/>
                <a:gd name="connsiteX153" fmla="*/ 1079793 w 1596058"/>
                <a:gd name="connsiteY153" fmla="*/ 1489634 h 3398888"/>
                <a:gd name="connsiteX154" fmla="*/ 1066547 w 1596058"/>
                <a:gd name="connsiteY154" fmla="*/ 1493014 h 3398888"/>
                <a:gd name="connsiteX155" fmla="*/ 1079113 w 1596058"/>
                <a:gd name="connsiteY155" fmla="*/ 1554533 h 3398888"/>
                <a:gd name="connsiteX156" fmla="*/ 1053640 w 1596058"/>
                <a:gd name="connsiteY156" fmla="*/ 1606926 h 3398888"/>
                <a:gd name="connsiteX157" fmla="*/ 1040734 w 1596058"/>
                <a:gd name="connsiteY157" fmla="*/ 1605236 h 3398888"/>
                <a:gd name="connsiteX158" fmla="*/ 1043450 w 1596058"/>
                <a:gd name="connsiteY158" fmla="*/ 1675205 h 3398888"/>
                <a:gd name="connsiteX159" fmla="*/ 972803 w 1596058"/>
                <a:gd name="connsiteY159" fmla="*/ 1600165 h 3398888"/>
                <a:gd name="connsiteX160" fmla="*/ 1051942 w 1596058"/>
                <a:gd name="connsiteY160" fmla="*/ 1536957 h 3398888"/>
                <a:gd name="connsiteX161" fmla="*/ 822340 w 1596058"/>
                <a:gd name="connsiteY161" fmla="*/ 1232067 h 3398888"/>
                <a:gd name="connsiteX162" fmla="*/ 740485 w 1596058"/>
                <a:gd name="connsiteY162" fmla="*/ 1269925 h 3398888"/>
                <a:gd name="connsiteX163" fmla="*/ 663384 w 1596058"/>
                <a:gd name="connsiteY163" fmla="*/ 1255728 h 3398888"/>
                <a:gd name="connsiteX164" fmla="*/ 655911 w 1596058"/>
                <a:gd name="connsiteY164" fmla="*/ 1339555 h 3398888"/>
                <a:gd name="connsiteX165" fmla="*/ 569981 w 1596058"/>
                <a:gd name="connsiteY165" fmla="*/ 1461241 h 3398888"/>
                <a:gd name="connsiteX166" fmla="*/ 540771 w 1596058"/>
                <a:gd name="connsiteY166" fmla="*/ 1552843 h 3398888"/>
                <a:gd name="connsiteX167" fmla="*/ 392005 w 1596058"/>
                <a:gd name="connsiteY167" fmla="*/ 1601855 h 3398888"/>
                <a:gd name="connsiteX168" fmla="*/ 380796 w 1596058"/>
                <a:gd name="connsiteY168" fmla="*/ 1558252 h 3398888"/>
                <a:gd name="connsiteX169" fmla="*/ 276865 w 1596058"/>
                <a:gd name="connsiteY169" fmla="*/ 1558252 h 3398888"/>
                <a:gd name="connsiteX170" fmla="*/ 287054 w 1596058"/>
                <a:gd name="connsiteY170" fmla="*/ 1476790 h 3398888"/>
                <a:gd name="connsiteX171" fmla="*/ 245617 w 1596058"/>
                <a:gd name="connsiteY171" fmla="*/ 1223279 h 3398888"/>
                <a:gd name="connsiteX172" fmla="*/ 227954 w 1596058"/>
                <a:gd name="connsiteY172" fmla="*/ 1198941 h 3398888"/>
                <a:gd name="connsiteX173" fmla="*/ 497975 w 1596058"/>
                <a:gd name="connsiteY173" fmla="*/ 1241869 h 3398888"/>
                <a:gd name="connsiteX174" fmla="*/ 333925 w 1596058"/>
                <a:gd name="connsiteY174" fmla="*/ 990047 h 3398888"/>
                <a:gd name="connsiteX175" fmla="*/ 345133 w 1596058"/>
                <a:gd name="connsiteY175" fmla="*/ 982274 h 3398888"/>
                <a:gd name="connsiteX176" fmla="*/ 317962 w 1596058"/>
                <a:gd name="connsiteY176" fmla="*/ 958274 h 3398888"/>
                <a:gd name="connsiteX177" fmla="*/ 323735 w 1596058"/>
                <a:gd name="connsiteY177" fmla="*/ 945767 h 3398888"/>
                <a:gd name="connsiteX178" fmla="*/ 376720 w 1596058"/>
                <a:gd name="connsiteY178" fmla="*/ 959626 h 3398888"/>
                <a:gd name="connsiteX179" fmla="*/ 405591 w 1596058"/>
                <a:gd name="connsiteY179" fmla="*/ 949823 h 3398888"/>
                <a:gd name="connsiteX180" fmla="*/ 410006 w 1596058"/>
                <a:gd name="connsiteY180" fmla="*/ 936303 h 3398888"/>
                <a:gd name="connsiteX181" fmla="*/ 393364 w 1596058"/>
                <a:gd name="connsiteY181" fmla="*/ 910614 h 3398888"/>
                <a:gd name="connsiteX182" fmla="*/ 459935 w 1596058"/>
                <a:gd name="connsiteY182" fmla="*/ 930896 h 3398888"/>
                <a:gd name="connsiteX183" fmla="*/ 466388 w 1596058"/>
                <a:gd name="connsiteY183" fmla="*/ 901826 h 3398888"/>
                <a:gd name="connsiteX184" fmla="*/ 496957 w 1596058"/>
                <a:gd name="connsiteY184" fmla="*/ 886953 h 3398888"/>
                <a:gd name="connsiteX185" fmla="*/ 481333 w 1596058"/>
                <a:gd name="connsiteY185" fmla="*/ 846729 h 3398888"/>
                <a:gd name="connsiteX186" fmla="*/ 538054 w 1596058"/>
                <a:gd name="connsiteY186" fmla="*/ 839968 h 3398888"/>
                <a:gd name="connsiteX187" fmla="*/ 545187 w 1596058"/>
                <a:gd name="connsiteY187" fmla="*/ 827800 h 3398888"/>
                <a:gd name="connsiteX188" fmla="*/ 524129 w 1596058"/>
                <a:gd name="connsiteY188" fmla="*/ 753775 h 3398888"/>
                <a:gd name="connsiteX189" fmla="*/ 579491 w 1596058"/>
                <a:gd name="connsiteY189" fmla="*/ 743297 h 3398888"/>
                <a:gd name="connsiteX190" fmla="*/ 587643 w 1596058"/>
                <a:gd name="connsiteY190" fmla="*/ 732142 h 3398888"/>
                <a:gd name="connsiteX191" fmla="*/ 615154 w 1596058"/>
                <a:gd name="connsiteY191" fmla="*/ 727748 h 3398888"/>
                <a:gd name="connsiteX192" fmla="*/ 629079 w 1596058"/>
                <a:gd name="connsiteY192" fmla="*/ 723015 h 3398888"/>
                <a:gd name="connsiteX193" fmla="*/ 612097 w 1596058"/>
                <a:gd name="connsiteY193" fmla="*/ 701383 h 3398888"/>
                <a:gd name="connsiteX194" fmla="*/ 515637 w 1596058"/>
                <a:gd name="connsiteY194" fmla="*/ 553332 h 3398888"/>
                <a:gd name="connsiteX195" fmla="*/ 552659 w 1596058"/>
                <a:gd name="connsiteY195" fmla="*/ 533050 h 3398888"/>
                <a:gd name="connsiteX196" fmla="*/ 586963 w 1596058"/>
                <a:gd name="connsiteY196" fmla="*/ 603357 h 3398888"/>
                <a:gd name="connsiteX197" fmla="*/ 634514 w 1596058"/>
                <a:gd name="connsiteY197" fmla="*/ 698002 h 3398888"/>
                <a:gd name="connsiteX198" fmla="*/ 678328 w 1596058"/>
                <a:gd name="connsiteY198" fmla="*/ 732142 h 3398888"/>
                <a:gd name="connsiteX199" fmla="*/ 734710 w 1596058"/>
                <a:gd name="connsiteY199" fmla="*/ 748705 h 3398888"/>
                <a:gd name="connsiteX200" fmla="*/ 694972 w 1596058"/>
                <a:gd name="connsiteY200" fmla="*/ 741944 h 3398888"/>
                <a:gd name="connsiteX201" fmla="*/ 756109 w 1596058"/>
                <a:gd name="connsiteY201" fmla="*/ 762563 h 3398888"/>
                <a:gd name="connsiteX202" fmla="*/ 767316 w 1596058"/>
                <a:gd name="connsiteY202" fmla="*/ 755803 h 3398888"/>
                <a:gd name="connsiteX203" fmla="*/ 849851 w 1596058"/>
                <a:gd name="connsiteY203" fmla="*/ 753775 h 3398888"/>
                <a:gd name="connsiteX204" fmla="*/ 850531 w 1596058"/>
                <a:gd name="connsiteY204" fmla="*/ 753775 h 3398888"/>
                <a:gd name="connsiteX205" fmla="*/ 847473 w 1596058"/>
                <a:gd name="connsiteY205" fmla="*/ 749719 h 3398888"/>
                <a:gd name="connsiteX206" fmla="*/ 852908 w 1596058"/>
                <a:gd name="connsiteY206" fmla="*/ 732817 h 3398888"/>
                <a:gd name="connsiteX207" fmla="*/ 874306 w 1596058"/>
                <a:gd name="connsiteY207" fmla="*/ 733494 h 3398888"/>
                <a:gd name="connsiteX208" fmla="*/ 847473 w 1596058"/>
                <a:gd name="connsiteY208" fmla="*/ 683805 h 3398888"/>
                <a:gd name="connsiteX209" fmla="*/ 808415 w 1596058"/>
                <a:gd name="connsiteY209" fmla="*/ 614850 h 3398888"/>
                <a:gd name="connsiteX210" fmla="*/ 811471 w 1596058"/>
                <a:gd name="connsiteY210" fmla="*/ 610118 h 3398888"/>
                <a:gd name="connsiteX211" fmla="*/ 873626 w 1596058"/>
                <a:gd name="connsiteY211" fmla="*/ 650680 h 3398888"/>
                <a:gd name="connsiteX212" fmla="*/ 779205 w 1596058"/>
                <a:gd name="connsiteY212" fmla="*/ 534403 h 3398888"/>
                <a:gd name="connsiteX213" fmla="*/ 856984 w 1596058"/>
                <a:gd name="connsiteY213" fmla="*/ 556711 h 3398888"/>
                <a:gd name="connsiteX214" fmla="*/ 847473 w 1596058"/>
                <a:gd name="connsiteY214" fmla="*/ 541840 h 3398888"/>
                <a:gd name="connsiteX215" fmla="*/ 851889 w 1596058"/>
                <a:gd name="connsiteY215" fmla="*/ 539135 h 3398888"/>
                <a:gd name="connsiteX216" fmla="*/ 873286 w 1596058"/>
                <a:gd name="connsiteY216" fmla="*/ 547247 h 3398888"/>
                <a:gd name="connsiteX217" fmla="*/ 716710 w 1596058"/>
                <a:gd name="connsiteY217" fmla="*/ 471531 h 3398888"/>
                <a:gd name="connsiteX218" fmla="*/ 612097 w 1596058"/>
                <a:gd name="connsiteY218" fmla="*/ 304890 h 3398888"/>
                <a:gd name="connsiteX219" fmla="*/ 617871 w 1596058"/>
                <a:gd name="connsiteY219" fmla="*/ 304215 h 3398888"/>
                <a:gd name="connsiteX220" fmla="*/ 522770 w 1596058"/>
                <a:gd name="connsiteY220" fmla="*/ 237287 h 3398888"/>
                <a:gd name="connsiteX221" fmla="*/ 520053 w 1596058"/>
                <a:gd name="connsiteY221" fmla="*/ 241682 h 3398888"/>
                <a:gd name="connsiteX222" fmla="*/ 523109 w 1596058"/>
                <a:gd name="connsiteY222" fmla="*/ 248779 h 3398888"/>
                <a:gd name="connsiteX223" fmla="*/ 580510 w 1596058"/>
                <a:gd name="connsiteY223" fmla="*/ 309961 h 3398888"/>
                <a:gd name="connsiteX224" fmla="*/ 592398 w 1596058"/>
                <a:gd name="connsiteY224" fmla="*/ 384661 h 3398888"/>
                <a:gd name="connsiteX225" fmla="*/ 658290 w 1596058"/>
                <a:gd name="connsiteY225" fmla="*/ 464095 h 3398888"/>
                <a:gd name="connsiteX226" fmla="*/ 699726 w 1596058"/>
                <a:gd name="connsiteY226" fmla="*/ 509728 h 3398888"/>
                <a:gd name="connsiteX227" fmla="*/ 707878 w 1596058"/>
                <a:gd name="connsiteY227" fmla="*/ 587809 h 3398888"/>
                <a:gd name="connsiteX228" fmla="*/ 715011 w 1596058"/>
                <a:gd name="connsiteY228" fmla="*/ 675017 h 3398888"/>
                <a:gd name="connsiteX229" fmla="*/ 669498 w 1596058"/>
                <a:gd name="connsiteY229" fmla="*/ 634793 h 3398888"/>
                <a:gd name="connsiteX230" fmla="*/ 497975 w 1596058"/>
                <a:gd name="connsiteY230" fmla="*/ 448885 h 3398888"/>
                <a:gd name="connsiteX231" fmla="*/ 491522 w 1596058"/>
                <a:gd name="connsiteY231" fmla="*/ 521220 h 3398888"/>
                <a:gd name="connsiteX232" fmla="*/ 328831 w 1596058"/>
                <a:gd name="connsiteY232" fmla="*/ 358973 h 3398888"/>
                <a:gd name="connsiteX233" fmla="*/ 333925 w 1596058"/>
                <a:gd name="connsiteY233" fmla="*/ 331593 h 3398888"/>
                <a:gd name="connsiteX234" fmla="*/ 373324 w 1596058"/>
                <a:gd name="connsiteY234" fmla="*/ 252160 h 3398888"/>
                <a:gd name="connsiteX235" fmla="*/ 334944 w 1596058"/>
                <a:gd name="connsiteY235" fmla="*/ 166980 h 3398888"/>
                <a:gd name="connsiteX236" fmla="*/ 278562 w 1596058"/>
                <a:gd name="connsiteY236" fmla="*/ 55097 h 3398888"/>
                <a:gd name="connsiteX237" fmla="*/ 285355 w 1596058"/>
                <a:gd name="connsiteY237" fmla="*/ 25690 h 3398888"/>
                <a:gd name="connsiteX238" fmla="*/ 264977 w 1596058"/>
                <a:gd name="connsiteY238" fmla="*/ 0 h 339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Lst>
              <a:rect l="l" t="t" r="r" b="b"/>
              <a:pathLst>
                <a:path w="1596058" h="3398888">
                  <a:moveTo>
                    <a:pt x="1588019" y="2498786"/>
                  </a:moveTo>
                  <a:lnTo>
                    <a:pt x="1587568" y="2509090"/>
                  </a:lnTo>
                  <a:lnTo>
                    <a:pt x="1587773" y="2500904"/>
                  </a:lnTo>
                  <a:close/>
                  <a:moveTo>
                    <a:pt x="1587907" y="2495568"/>
                  </a:moveTo>
                  <a:lnTo>
                    <a:pt x="1587773" y="2500904"/>
                  </a:lnTo>
                  <a:lnTo>
                    <a:pt x="1587053" y="2507119"/>
                  </a:lnTo>
                  <a:close/>
                  <a:moveTo>
                    <a:pt x="1588593" y="2485657"/>
                  </a:moveTo>
                  <a:lnTo>
                    <a:pt x="1588587" y="2493878"/>
                  </a:lnTo>
                  <a:lnTo>
                    <a:pt x="1588019" y="2498786"/>
                  </a:lnTo>
                  <a:close/>
                  <a:moveTo>
                    <a:pt x="264977" y="0"/>
                  </a:moveTo>
                  <a:cubicBezTo>
                    <a:pt x="288073" y="8112"/>
                    <a:pt x="299960" y="32449"/>
                    <a:pt x="323057" y="40562"/>
                  </a:cubicBezTo>
                  <a:cubicBezTo>
                    <a:pt x="315585" y="32000"/>
                    <a:pt x="310829" y="25124"/>
                    <a:pt x="308791" y="19943"/>
                  </a:cubicBezTo>
                  <a:cubicBezTo>
                    <a:pt x="313886" y="21295"/>
                    <a:pt x="380796" y="51717"/>
                    <a:pt x="386910" y="66251"/>
                  </a:cubicBezTo>
                  <a:cubicBezTo>
                    <a:pt x="383515" y="65237"/>
                    <a:pt x="379099" y="63885"/>
                    <a:pt x="376042" y="62533"/>
                  </a:cubicBezTo>
                  <a:cubicBezTo>
                    <a:pt x="412383" y="87209"/>
                    <a:pt x="421555" y="90588"/>
                    <a:pt x="426649" y="92616"/>
                  </a:cubicBezTo>
                  <a:cubicBezTo>
                    <a:pt x="428008" y="91602"/>
                    <a:pt x="429707" y="90588"/>
                    <a:pt x="430725" y="89575"/>
                  </a:cubicBezTo>
                  <a:cubicBezTo>
                    <a:pt x="446009" y="98701"/>
                    <a:pt x="449406" y="101405"/>
                    <a:pt x="455519" y="106136"/>
                  </a:cubicBezTo>
                  <a:cubicBezTo>
                    <a:pt x="452462" y="104785"/>
                    <a:pt x="448387" y="103095"/>
                    <a:pt x="445330" y="102080"/>
                  </a:cubicBezTo>
                  <a:cubicBezTo>
                    <a:pt x="451103" y="107151"/>
                    <a:pt x="457218" y="112897"/>
                    <a:pt x="511900" y="145685"/>
                  </a:cubicBezTo>
                  <a:cubicBezTo>
                    <a:pt x="587982" y="191655"/>
                    <a:pt x="703802" y="291369"/>
                    <a:pt x="713653" y="308947"/>
                  </a:cubicBezTo>
                  <a:cubicBezTo>
                    <a:pt x="672215" y="290018"/>
                    <a:pt x="642325" y="255201"/>
                    <a:pt x="604285" y="231541"/>
                  </a:cubicBezTo>
                  <a:cubicBezTo>
                    <a:pt x="680367" y="291708"/>
                    <a:pt x="744559" y="365395"/>
                    <a:pt x="819962" y="426576"/>
                  </a:cubicBezTo>
                  <a:cubicBezTo>
                    <a:pt x="821321" y="425900"/>
                    <a:pt x="822680" y="424548"/>
                    <a:pt x="824037" y="423872"/>
                  </a:cubicBezTo>
                  <a:cubicBezTo>
                    <a:pt x="806376" y="405956"/>
                    <a:pt x="783620" y="393112"/>
                    <a:pt x="771053" y="370127"/>
                  </a:cubicBezTo>
                  <a:cubicBezTo>
                    <a:pt x="778525" y="375536"/>
                    <a:pt x="785658" y="381620"/>
                    <a:pt x="793809" y="386351"/>
                  </a:cubicBezTo>
                  <a:cubicBezTo>
                    <a:pt x="748975" y="340044"/>
                    <a:pt x="747278" y="337678"/>
                    <a:pt x="742522" y="331256"/>
                  </a:cubicBezTo>
                  <a:cubicBezTo>
                    <a:pt x="746598" y="334635"/>
                    <a:pt x="750674" y="338354"/>
                    <a:pt x="754750" y="342410"/>
                  </a:cubicBezTo>
                  <a:lnTo>
                    <a:pt x="755090" y="342410"/>
                  </a:lnTo>
                  <a:lnTo>
                    <a:pt x="863097" y="451251"/>
                  </a:lnTo>
                  <a:cubicBezTo>
                    <a:pt x="964313" y="559416"/>
                    <a:pt x="967370" y="563810"/>
                    <a:pt x="1130741" y="785548"/>
                  </a:cubicBezTo>
                  <a:cubicBezTo>
                    <a:pt x="1169121" y="842335"/>
                    <a:pt x="1214973" y="921092"/>
                    <a:pt x="1250637" y="979231"/>
                  </a:cubicBezTo>
                  <a:cubicBezTo>
                    <a:pt x="1225163" y="943401"/>
                    <a:pt x="1192216" y="913655"/>
                    <a:pt x="1151459" y="887967"/>
                  </a:cubicBezTo>
                  <a:cubicBezTo>
                    <a:pt x="1195273" y="915684"/>
                    <a:pt x="1224823" y="945430"/>
                    <a:pt x="1250637" y="979231"/>
                  </a:cubicBezTo>
                  <a:lnTo>
                    <a:pt x="1343699" y="1160407"/>
                  </a:lnTo>
                  <a:cubicBezTo>
                    <a:pt x="1385137" y="1249643"/>
                    <a:pt x="1399403" y="1280403"/>
                    <a:pt x="1429970" y="1370315"/>
                  </a:cubicBezTo>
                  <a:cubicBezTo>
                    <a:pt x="1429631" y="1369976"/>
                    <a:pt x="1428952" y="1368963"/>
                    <a:pt x="1428952" y="1368963"/>
                  </a:cubicBezTo>
                  <a:cubicBezTo>
                    <a:pt x="1429869" y="1378200"/>
                    <a:pt x="1459282" y="1478480"/>
                    <a:pt x="1517259" y="1669796"/>
                  </a:cubicBezTo>
                  <a:cubicBezTo>
                    <a:pt x="1516921" y="1669120"/>
                    <a:pt x="1516241" y="1667769"/>
                    <a:pt x="1515902" y="1667093"/>
                  </a:cubicBezTo>
                  <a:cubicBezTo>
                    <a:pt x="1551225" y="1878014"/>
                    <a:pt x="1552923" y="1887479"/>
                    <a:pt x="1570924" y="1947308"/>
                  </a:cubicBezTo>
                  <a:cubicBezTo>
                    <a:pt x="1573981" y="1966574"/>
                    <a:pt x="1577039" y="1987193"/>
                    <a:pt x="1580435" y="2009840"/>
                  </a:cubicBezTo>
                  <a:cubicBezTo>
                    <a:pt x="1588248" y="2084880"/>
                    <a:pt x="1591644" y="2185609"/>
                    <a:pt x="1596058" y="2260986"/>
                  </a:cubicBezTo>
                  <a:lnTo>
                    <a:pt x="1595720" y="2261324"/>
                  </a:lnTo>
                  <a:cubicBezTo>
                    <a:pt x="1595889" y="2298337"/>
                    <a:pt x="1594700" y="2340926"/>
                    <a:pt x="1593045" y="2383939"/>
                  </a:cubicBezTo>
                  <a:lnTo>
                    <a:pt x="1588593" y="2485657"/>
                  </a:lnTo>
                  <a:lnTo>
                    <a:pt x="1588640" y="2420424"/>
                  </a:lnTo>
                  <a:cubicBezTo>
                    <a:pt x="1587462" y="2341202"/>
                    <a:pt x="1582558" y="2253804"/>
                    <a:pt x="1573642" y="2240367"/>
                  </a:cubicBezTo>
                  <a:cubicBezTo>
                    <a:pt x="1569566" y="2266055"/>
                    <a:pt x="1566510" y="2284647"/>
                    <a:pt x="1573642" y="2486780"/>
                  </a:cubicBezTo>
                  <a:cubicBezTo>
                    <a:pt x="1574763" y="2478228"/>
                    <a:pt x="1576257" y="2464032"/>
                    <a:pt x="1578058" y="2444190"/>
                  </a:cubicBezTo>
                  <a:cubicBezTo>
                    <a:pt x="1575340" y="2506385"/>
                    <a:pt x="1575782" y="2541200"/>
                    <a:pt x="1579416" y="2548636"/>
                  </a:cubicBezTo>
                  <a:cubicBezTo>
                    <a:pt x="1582218" y="2538243"/>
                    <a:pt x="1583874" y="2532412"/>
                    <a:pt x="1586104" y="2515316"/>
                  </a:cubicBezTo>
                  <a:lnTo>
                    <a:pt x="1587053" y="2507119"/>
                  </a:lnTo>
                  <a:lnTo>
                    <a:pt x="1583683" y="2552693"/>
                  </a:lnTo>
                  <a:cubicBezTo>
                    <a:pt x="1579799" y="2600797"/>
                    <a:pt x="1576869" y="2624183"/>
                    <a:pt x="1574322" y="2643957"/>
                  </a:cubicBezTo>
                  <a:lnTo>
                    <a:pt x="1566510" y="2701420"/>
                  </a:lnTo>
                  <a:lnTo>
                    <a:pt x="1565151" y="2710547"/>
                  </a:lnTo>
                  <a:cubicBezTo>
                    <a:pt x="1564131" y="2718996"/>
                    <a:pt x="1562094" y="2729813"/>
                    <a:pt x="1560395" y="2737925"/>
                  </a:cubicBezTo>
                  <a:cubicBezTo>
                    <a:pt x="1561075" y="2733193"/>
                    <a:pt x="1562094" y="2727447"/>
                    <a:pt x="1562773" y="2723052"/>
                  </a:cubicBezTo>
                  <a:cubicBezTo>
                    <a:pt x="1560498" y="2736337"/>
                    <a:pt x="1535261" y="2794712"/>
                    <a:pt x="1487031" y="2898145"/>
                  </a:cubicBezTo>
                  <a:cubicBezTo>
                    <a:pt x="1478881" y="2896354"/>
                    <a:pt x="1465735" y="2899734"/>
                    <a:pt x="1447632" y="2908285"/>
                  </a:cubicBezTo>
                  <a:cubicBezTo>
                    <a:pt x="1439482" y="2659844"/>
                    <a:pt x="1511146" y="2411064"/>
                    <a:pt x="1443556" y="2162961"/>
                  </a:cubicBezTo>
                  <a:cubicBezTo>
                    <a:pt x="1441519" y="2171750"/>
                    <a:pt x="1435745" y="2183580"/>
                    <a:pt x="1428611" y="2189326"/>
                  </a:cubicBezTo>
                  <a:cubicBezTo>
                    <a:pt x="1423857" y="2157553"/>
                    <a:pt x="1419340" y="2138286"/>
                    <a:pt x="1415026" y="2131526"/>
                  </a:cubicBezTo>
                  <a:lnTo>
                    <a:pt x="1442878" y="2460415"/>
                  </a:lnTo>
                  <a:cubicBezTo>
                    <a:pt x="1452388" y="2564861"/>
                    <a:pt x="1432009" y="2668633"/>
                    <a:pt x="1434047" y="2772741"/>
                  </a:cubicBezTo>
                  <a:cubicBezTo>
                    <a:pt x="1434726" y="2812965"/>
                    <a:pt x="1443896" y="2852851"/>
                    <a:pt x="1439142" y="2893075"/>
                  </a:cubicBezTo>
                  <a:cubicBezTo>
                    <a:pt x="1430751" y="2965646"/>
                    <a:pt x="1428611" y="3004721"/>
                    <a:pt x="1432689" y="3010366"/>
                  </a:cubicBezTo>
                  <a:cubicBezTo>
                    <a:pt x="1450587" y="3006546"/>
                    <a:pt x="1464616" y="3006309"/>
                    <a:pt x="1474803" y="3009691"/>
                  </a:cubicBezTo>
                  <a:cubicBezTo>
                    <a:pt x="1454765" y="3077969"/>
                    <a:pt x="1374268" y="3252048"/>
                    <a:pt x="1314151" y="3318299"/>
                  </a:cubicBezTo>
                  <a:cubicBezTo>
                    <a:pt x="1304556" y="3328355"/>
                    <a:pt x="1289314" y="3344664"/>
                    <a:pt x="1271259" y="3364903"/>
                  </a:cubicBezTo>
                  <a:lnTo>
                    <a:pt x="1242316" y="3398888"/>
                  </a:lnTo>
                  <a:lnTo>
                    <a:pt x="718832" y="3398888"/>
                  </a:lnTo>
                  <a:lnTo>
                    <a:pt x="721719" y="3381803"/>
                  </a:lnTo>
                  <a:cubicBezTo>
                    <a:pt x="724776" y="3333762"/>
                    <a:pt x="717049" y="3300045"/>
                    <a:pt x="710595" y="3271652"/>
                  </a:cubicBezTo>
                  <a:cubicBezTo>
                    <a:pt x="705161" y="3247551"/>
                    <a:pt x="720446" y="3193334"/>
                    <a:pt x="756447" y="3109066"/>
                  </a:cubicBezTo>
                  <a:cubicBezTo>
                    <a:pt x="807649" y="3118531"/>
                    <a:pt x="854139" y="3127763"/>
                    <a:pt x="896531" y="3136995"/>
                  </a:cubicBezTo>
                  <a:lnTo>
                    <a:pt x="932895" y="3145788"/>
                  </a:lnTo>
                  <a:lnTo>
                    <a:pt x="1011779" y="3164924"/>
                  </a:lnTo>
                  <a:cubicBezTo>
                    <a:pt x="1081831" y="3184021"/>
                    <a:pt x="1138043" y="3204049"/>
                    <a:pt x="1184066" y="3226358"/>
                  </a:cubicBezTo>
                  <a:cubicBezTo>
                    <a:pt x="1137364" y="3203712"/>
                    <a:pt x="1081661" y="3183853"/>
                    <a:pt x="1012033" y="3164924"/>
                  </a:cubicBezTo>
                  <a:lnTo>
                    <a:pt x="932895" y="3145788"/>
                  </a:lnTo>
                  <a:lnTo>
                    <a:pt x="895863" y="3136805"/>
                  </a:lnTo>
                  <a:cubicBezTo>
                    <a:pt x="853460" y="3127552"/>
                    <a:pt x="807140" y="3118362"/>
                    <a:pt x="756447" y="3109066"/>
                  </a:cubicBezTo>
                  <a:cubicBezTo>
                    <a:pt x="769355" y="3078645"/>
                    <a:pt x="770611" y="3047784"/>
                    <a:pt x="760184" y="3016450"/>
                  </a:cubicBezTo>
                  <a:cubicBezTo>
                    <a:pt x="736409" y="3009014"/>
                    <a:pt x="708897" y="3018140"/>
                    <a:pt x="687839" y="2999888"/>
                  </a:cubicBezTo>
                  <a:cubicBezTo>
                    <a:pt x="666441" y="2981297"/>
                    <a:pt x="682404" y="2948172"/>
                    <a:pt x="660327" y="2929919"/>
                  </a:cubicBezTo>
                  <a:cubicBezTo>
                    <a:pt x="657270" y="2927214"/>
                    <a:pt x="652854" y="2923834"/>
                    <a:pt x="648780" y="2923496"/>
                  </a:cubicBezTo>
                  <a:cubicBezTo>
                    <a:pt x="526845" y="2910314"/>
                    <a:pt x="411705" y="2954931"/>
                    <a:pt x="292828" y="2966086"/>
                  </a:cubicBezTo>
                  <a:cubicBezTo>
                    <a:pt x="268713" y="2968114"/>
                    <a:pt x="142364" y="2848119"/>
                    <a:pt x="125381" y="2812965"/>
                  </a:cubicBezTo>
                  <a:cubicBezTo>
                    <a:pt x="85303" y="2729476"/>
                    <a:pt x="38431" y="2649365"/>
                    <a:pt x="4466" y="2562834"/>
                  </a:cubicBezTo>
                  <a:cubicBezTo>
                    <a:pt x="-18291" y="2505033"/>
                    <a:pt x="53376" y="2481372"/>
                    <a:pt x="52357" y="2431683"/>
                  </a:cubicBezTo>
                  <a:cubicBezTo>
                    <a:pt x="51337" y="2372530"/>
                    <a:pt x="10920" y="2321491"/>
                    <a:pt x="16354" y="2260648"/>
                  </a:cubicBezTo>
                  <a:cubicBezTo>
                    <a:pt x="16354" y="2260648"/>
                    <a:pt x="147798" y="2033501"/>
                    <a:pt x="165799" y="2004770"/>
                  </a:cubicBezTo>
                  <a:cubicBezTo>
                    <a:pt x="171912" y="1994967"/>
                    <a:pt x="221501" y="1956772"/>
                    <a:pt x="250372" y="1942913"/>
                  </a:cubicBezTo>
                  <a:cubicBezTo>
                    <a:pt x="271871" y="1932547"/>
                    <a:pt x="284676" y="1887816"/>
                    <a:pt x="288751" y="1808721"/>
                  </a:cubicBezTo>
                  <a:cubicBezTo>
                    <a:pt x="289091" y="1797905"/>
                    <a:pt x="286375" y="1781680"/>
                    <a:pt x="292488" y="1772554"/>
                  </a:cubicBezTo>
                  <a:cubicBezTo>
                    <a:pt x="313206" y="1742132"/>
                    <a:pt x="355324" y="1742470"/>
                    <a:pt x="377740" y="1714415"/>
                  </a:cubicBezTo>
                  <a:cubicBezTo>
                    <a:pt x="395741" y="1692106"/>
                    <a:pt x="381816" y="1659994"/>
                    <a:pt x="400157" y="1637686"/>
                  </a:cubicBezTo>
                  <a:cubicBezTo>
                    <a:pt x="403214" y="1633967"/>
                    <a:pt x="408647" y="1629911"/>
                    <a:pt x="412383" y="1626531"/>
                  </a:cubicBezTo>
                  <a:cubicBezTo>
                    <a:pt x="412723" y="1626531"/>
                    <a:pt x="412723" y="1626531"/>
                    <a:pt x="418158" y="1630249"/>
                  </a:cubicBezTo>
                  <a:cubicBezTo>
                    <a:pt x="448387" y="1666079"/>
                    <a:pt x="457898" y="1664389"/>
                    <a:pt x="485749" y="1658642"/>
                  </a:cubicBezTo>
                  <a:cubicBezTo>
                    <a:pt x="487786" y="1658642"/>
                    <a:pt x="489485" y="1658642"/>
                    <a:pt x="500354" y="1659657"/>
                  </a:cubicBezTo>
                  <a:cubicBezTo>
                    <a:pt x="598512" y="1693457"/>
                    <a:pt x="678328" y="1585969"/>
                    <a:pt x="777166" y="1624165"/>
                  </a:cubicBezTo>
                  <a:cubicBezTo>
                    <a:pt x="781581" y="1616728"/>
                    <a:pt x="789394" y="1607602"/>
                    <a:pt x="795847" y="1601518"/>
                  </a:cubicBezTo>
                  <a:cubicBezTo>
                    <a:pt x="846557" y="1613010"/>
                    <a:pt x="878042" y="1614136"/>
                    <a:pt x="890270" y="1604898"/>
                  </a:cubicBezTo>
                  <a:cubicBezTo>
                    <a:pt x="903856" y="1612335"/>
                    <a:pt x="908610" y="1614701"/>
                    <a:pt x="931027" y="1629572"/>
                  </a:cubicBezTo>
                  <a:cubicBezTo>
                    <a:pt x="936699" y="1703937"/>
                    <a:pt x="935782" y="1747091"/>
                    <a:pt x="928310" y="1759032"/>
                  </a:cubicBezTo>
                  <a:cubicBezTo>
                    <a:pt x="923555" y="1766469"/>
                    <a:pt x="917102" y="1780327"/>
                    <a:pt x="921856" y="1788102"/>
                  </a:cubicBezTo>
                  <a:cubicBezTo>
                    <a:pt x="936462" y="1812439"/>
                    <a:pt x="1144327" y="2000713"/>
                    <a:pt x="1164026" y="2014911"/>
                  </a:cubicBezTo>
                  <a:cubicBezTo>
                    <a:pt x="1168102" y="2013559"/>
                    <a:pt x="1173197" y="2011530"/>
                    <a:pt x="1176933" y="2009840"/>
                  </a:cubicBezTo>
                  <a:cubicBezTo>
                    <a:pt x="1189160" y="1977728"/>
                    <a:pt x="1175234" y="1941562"/>
                    <a:pt x="1192896" y="1910126"/>
                  </a:cubicBezTo>
                  <a:cubicBezTo>
                    <a:pt x="1287658" y="1911816"/>
                    <a:pt x="1279167" y="2042628"/>
                    <a:pt x="1369853" y="2049388"/>
                  </a:cubicBezTo>
                  <a:cubicBezTo>
                    <a:pt x="1374948" y="2043980"/>
                    <a:pt x="1385477" y="2039586"/>
                    <a:pt x="1392949" y="2039586"/>
                  </a:cubicBezTo>
                  <a:cubicBezTo>
                    <a:pt x="1401780" y="2065951"/>
                    <a:pt x="1406195" y="2072035"/>
                    <a:pt x="1433367" y="2074063"/>
                  </a:cubicBezTo>
                  <a:cubicBezTo>
                    <a:pt x="1454085" y="2023361"/>
                    <a:pt x="1452388" y="1994291"/>
                    <a:pt x="1442198" y="1805678"/>
                  </a:cubicBezTo>
                  <a:cubicBezTo>
                    <a:pt x="1434726" y="1802975"/>
                    <a:pt x="1425555" y="1796553"/>
                    <a:pt x="1419781" y="1790807"/>
                  </a:cubicBezTo>
                  <a:cubicBezTo>
                    <a:pt x="1419101" y="1799256"/>
                    <a:pt x="1416724" y="1810073"/>
                    <a:pt x="1413668" y="1817848"/>
                  </a:cubicBezTo>
                  <a:cubicBezTo>
                    <a:pt x="1390571" y="1803651"/>
                    <a:pt x="1383778" y="1775595"/>
                    <a:pt x="1363739" y="1759032"/>
                  </a:cubicBezTo>
                  <a:cubicBezTo>
                    <a:pt x="1364079" y="1763090"/>
                    <a:pt x="1364079" y="1768497"/>
                    <a:pt x="1364079" y="1772554"/>
                  </a:cubicBezTo>
                  <a:cubicBezTo>
                    <a:pt x="1361362" y="1775595"/>
                    <a:pt x="1357286" y="1779314"/>
                    <a:pt x="1354569" y="1782356"/>
                  </a:cubicBezTo>
                  <a:cubicBezTo>
                    <a:pt x="1292753" y="1730639"/>
                    <a:pt x="1280525" y="1637686"/>
                    <a:pt x="1274072" y="1587997"/>
                  </a:cubicBezTo>
                  <a:cubicBezTo>
                    <a:pt x="1270336" y="1586984"/>
                    <a:pt x="1265241" y="1585293"/>
                    <a:pt x="1261505" y="1584279"/>
                  </a:cubicBezTo>
                  <a:cubicBezTo>
                    <a:pt x="1261166" y="1575152"/>
                    <a:pt x="1261845" y="1562984"/>
                    <a:pt x="1263203" y="1554196"/>
                  </a:cubicBezTo>
                  <a:cubicBezTo>
                    <a:pt x="1279507" y="1546083"/>
                    <a:pt x="1299885" y="1553858"/>
                    <a:pt x="1315170" y="1541013"/>
                  </a:cubicBezTo>
                  <a:cubicBezTo>
                    <a:pt x="1309735" y="1535604"/>
                    <a:pt x="1304301" y="1526140"/>
                    <a:pt x="1302602" y="1518704"/>
                  </a:cubicBezTo>
                  <a:cubicBezTo>
                    <a:pt x="1310754" y="1520394"/>
                    <a:pt x="1321283" y="1523436"/>
                    <a:pt x="1329095" y="1526140"/>
                  </a:cubicBezTo>
                  <a:cubicBezTo>
                    <a:pt x="1334189" y="1520394"/>
                    <a:pt x="1338265" y="1509916"/>
                    <a:pt x="1338945" y="1502141"/>
                  </a:cubicBezTo>
                  <a:cubicBezTo>
                    <a:pt x="1404836" y="1484902"/>
                    <a:pt x="1402799" y="1574814"/>
                    <a:pt x="1443556" y="1601855"/>
                  </a:cubicBezTo>
                  <a:cubicBezTo>
                    <a:pt x="1447292" y="1600165"/>
                    <a:pt x="1452048" y="1597462"/>
                    <a:pt x="1455444" y="1595433"/>
                  </a:cubicBezTo>
                  <a:cubicBezTo>
                    <a:pt x="1458501" y="1496057"/>
                    <a:pt x="1381401" y="1431158"/>
                    <a:pt x="1347435" y="1347668"/>
                  </a:cubicBezTo>
                  <a:cubicBezTo>
                    <a:pt x="1349814" y="1344288"/>
                    <a:pt x="1352871" y="1339893"/>
                    <a:pt x="1355248" y="1336513"/>
                  </a:cubicBezTo>
                  <a:cubicBezTo>
                    <a:pt x="1348218" y="1308570"/>
                    <a:pt x="1342240" y="1290654"/>
                    <a:pt x="1337247" y="1282769"/>
                  </a:cubicBezTo>
                  <a:cubicBezTo>
                    <a:pt x="1339285" y="1279052"/>
                    <a:pt x="1342002" y="1273981"/>
                    <a:pt x="1344040" y="1270262"/>
                  </a:cubicBezTo>
                  <a:cubicBezTo>
                    <a:pt x="1337926" y="1254038"/>
                    <a:pt x="1334529" y="1247277"/>
                    <a:pt x="1313471" y="1251672"/>
                  </a:cubicBezTo>
                  <a:cubicBezTo>
                    <a:pt x="1299546" y="1291220"/>
                    <a:pt x="1369853" y="1339218"/>
                    <a:pt x="1322642" y="1366259"/>
                  </a:cubicBezTo>
                  <a:cubicBezTo>
                    <a:pt x="1311434" y="1350710"/>
                    <a:pt x="1305659" y="1332120"/>
                    <a:pt x="1292753" y="1317923"/>
                  </a:cubicBezTo>
                  <a:cubicBezTo>
                    <a:pt x="1295708" y="1300345"/>
                    <a:pt x="1295809" y="1285811"/>
                    <a:pt x="1293093" y="1274318"/>
                  </a:cubicBezTo>
                  <a:cubicBezTo>
                    <a:pt x="1278827" y="1265530"/>
                    <a:pt x="1273732" y="1261813"/>
                    <a:pt x="1261505" y="1247616"/>
                  </a:cubicBezTo>
                  <a:cubicBezTo>
                    <a:pt x="1263203" y="1243897"/>
                    <a:pt x="1265581" y="1239165"/>
                    <a:pt x="1267279" y="1235447"/>
                  </a:cubicBezTo>
                  <a:cubicBezTo>
                    <a:pt x="1260146" y="1232067"/>
                    <a:pt x="1248938" y="1231728"/>
                    <a:pt x="1241805" y="1234094"/>
                  </a:cubicBezTo>
                  <a:cubicBezTo>
                    <a:pt x="1229578" y="1331443"/>
                    <a:pt x="1299546" y="1415609"/>
                    <a:pt x="1286300" y="1512958"/>
                  </a:cubicBezTo>
                  <a:cubicBezTo>
                    <a:pt x="1281884" y="1513296"/>
                    <a:pt x="1276110" y="1513972"/>
                    <a:pt x="1272034" y="1513972"/>
                  </a:cubicBezTo>
                  <a:cubicBezTo>
                    <a:pt x="1269318" y="1521746"/>
                    <a:pt x="1264562" y="1531887"/>
                    <a:pt x="1260486" y="1539323"/>
                  </a:cubicBezTo>
                  <a:cubicBezTo>
                    <a:pt x="1251994" y="1508226"/>
                    <a:pt x="1211917" y="1484226"/>
                    <a:pt x="1192556" y="1480170"/>
                  </a:cubicBezTo>
                  <a:cubicBezTo>
                    <a:pt x="1185525" y="1485578"/>
                    <a:pt x="1189261" y="1523886"/>
                    <a:pt x="1203765" y="1595096"/>
                  </a:cubicBezTo>
                  <a:cubicBezTo>
                    <a:pt x="1210218" y="1627883"/>
                    <a:pt x="1223465" y="1659657"/>
                    <a:pt x="1223465" y="1693796"/>
                  </a:cubicBezTo>
                  <a:cubicBezTo>
                    <a:pt x="1223465" y="1701908"/>
                    <a:pt x="1222785" y="1713063"/>
                    <a:pt x="1221766" y="1721513"/>
                  </a:cubicBezTo>
                  <a:lnTo>
                    <a:pt x="1158592" y="1577518"/>
                  </a:lnTo>
                  <a:cubicBezTo>
                    <a:pt x="1099152" y="1407497"/>
                    <a:pt x="1098474" y="1406483"/>
                    <a:pt x="1098474" y="1406483"/>
                  </a:cubicBezTo>
                  <a:lnTo>
                    <a:pt x="899100" y="1173252"/>
                  </a:lnTo>
                  <a:cubicBezTo>
                    <a:pt x="891968" y="1175956"/>
                    <a:pt x="883136" y="1183055"/>
                    <a:pt x="879061" y="1189814"/>
                  </a:cubicBezTo>
                  <a:cubicBezTo>
                    <a:pt x="967030" y="1368963"/>
                    <a:pt x="993183" y="1380456"/>
                    <a:pt x="1026129" y="1394990"/>
                  </a:cubicBezTo>
                  <a:cubicBezTo>
                    <a:pt x="1025449" y="1399046"/>
                    <a:pt x="1024091" y="1404454"/>
                    <a:pt x="1023072" y="1408510"/>
                  </a:cubicBezTo>
                  <a:cubicBezTo>
                    <a:pt x="1069705" y="1464395"/>
                    <a:pt x="1094500" y="1499436"/>
                    <a:pt x="1097455" y="1513634"/>
                  </a:cubicBezTo>
                  <a:cubicBezTo>
                    <a:pt x="1092021" y="1506536"/>
                    <a:pt x="1085227" y="1496733"/>
                    <a:pt x="1079793" y="1489634"/>
                  </a:cubicBezTo>
                  <a:cubicBezTo>
                    <a:pt x="1075717" y="1490648"/>
                    <a:pt x="1070623" y="1492000"/>
                    <a:pt x="1066547" y="1493014"/>
                  </a:cubicBezTo>
                  <a:cubicBezTo>
                    <a:pt x="1066309" y="1503831"/>
                    <a:pt x="1070520" y="1524339"/>
                    <a:pt x="1079113" y="1554533"/>
                  </a:cubicBezTo>
                  <a:cubicBezTo>
                    <a:pt x="1068924" y="1571434"/>
                    <a:pt x="1064509" y="1590701"/>
                    <a:pt x="1053640" y="1606926"/>
                  </a:cubicBezTo>
                  <a:cubicBezTo>
                    <a:pt x="1049904" y="1606588"/>
                    <a:pt x="1044810" y="1605574"/>
                    <a:pt x="1040734" y="1605236"/>
                  </a:cubicBezTo>
                  <a:cubicBezTo>
                    <a:pt x="1036318" y="1628896"/>
                    <a:pt x="1050923" y="1651544"/>
                    <a:pt x="1043450" y="1675205"/>
                  </a:cubicBezTo>
                  <a:cubicBezTo>
                    <a:pt x="1042771" y="1674867"/>
                    <a:pt x="989786" y="1629235"/>
                    <a:pt x="972803" y="1600165"/>
                  </a:cubicBezTo>
                  <a:cubicBezTo>
                    <a:pt x="1060094" y="1587997"/>
                    <a:pt x="1067225" y="1586984"/>
                    <a:pt x="1051942" y="1536957"/>
                  </a:cubicBezTo>
                  <a:cubicBezTo>
                    <a:pt x="1031564" y="1470705"/>
                    <a:pt x="824037" y="1233757"/>
                    <a:pt x="822340" y="1232067"/>
                  </a:cubicBezTo>
                  <a:cubicBezTo>
                    <a:pt x="784638" y="1199617"/>
                    <a:pt x="764599" y="1227334"/>
                    <a:pt x="740485" y="1269925"/>
                  </a:cubicBezTo>
                  <a:cubicBezTo>
                    <a:pt x="713992" y="1269925"/>
                    <a:pt x="691915" y="1232404"/>
                    <a:pt x="663384" y="1255728"/>
                  </a:cubicBezTo>
                  <a:cubicBezTo>
                    <a:pt x="659071" y="1259334"/>
                    <a:pt x="656591" y="1287274"/>
                    <a:pt x="655911" y="1339555"/>
                  </a:cubicBezTo>
                  <a:cubicBezTo>
                    <a:pt x="594775" y="1363554"/>
                    <a:pt x="593756" y="1363893"/>
                    <a:pt x="569981" y="1461241"/>
                  </a:cubicBezTo>
                  <a:cubicBezTo>
                    <a:pt x="592058" y="1496057"/>
                    <a:pt x="581869" y="1547773"/>
                    <a:pt x="540771" y="1552843"/>
                  </a:cubicBezTo>
                  <a:lnTo>
                    <a:pt x="392005" y="1601855"/>
                  </a:lnTo>
                  <a:cubicBezTo>
                    <a:pt x="391564" y="1601179"/>
                    <a:pt x="387827" y="1586645"/>
                    <a:pt x="380796" y="1558252"/>
                  </a:cubicBezTo>
                  <a:cubicBezTo>
                    <a:pt x="353625" y="1552167"/>
                    <a:pt x="340379" y="1553182"/>
                    <a:pt x="276865" y="1558252"/>
                  </a:cubicBezTo>
                  <a:cubicBezTo>
                    <a:pt x="277985" y="1553746"/>
                    <a:pt x="281382" y="1526589"/>
                    <a:pt x="287054" y="1476790"/>
                  </a:cubicBezTo>
                  <a:cubicBezTo>
                    <a:pt x="255467" y="1467663"/>
                    <a:pt x="245617" y="1225645"/>
                    <a:pt x="245617" y="1223279"/>
                  </a:cubicBezTo>
                  <a:cubicBezTo>
                    <a:pt x="239503" y="1216518"/>
                    <a:pt x="232370" y="1206716"/>
                    <a:pt x="227954" y="1198941"/>
                  </a:cubicBezTo>
                  <a:cubicBezTo>
                    <a:pt x="318641" y="1208067"/>
                    <a:pt x="406610" y="1235447"/>
                    <a:pt x="497975" y="1241869"/>
                  </a:cubicBezTo>
                  <a:cubicBezTo>
                    <a:pt x="498994" y="1240179"/>
                    <a:pt x="529902" y="1044130"/>
                    <a:pt x="333925" y="990047"/>
                  </a:cubicBezTo>
                  <a:cubicBezTo>
                    <a:pt x="337322" y="987681"/>
                    <a:pt x="341737" y="984640"/>
                    <a:pt x="345133" y="982274"/>
                  </a:cubicBezTo>
                  <a:cubicBezTo>
                    <a:pt x="336981" y="975174"/>
                    <a:pt x="326113" y="965372"/>
                    <a:pt x="317962" y="958274"/>
                  </a:cubicBezTo>
                  <a:cubicBezTo>
                    <a:pt x="319661" y="954556"/>
                    <a:pt x="322038" y="949486"/>
                    <a:pt x="323735" y="945767"/>
                  </a:cubicBezTo>
                  <a:cubicBezTo>
                    <a:pt x="345473" y="946443"/>
                    <a:pt x="363134" y="951065"/>
                    <a:pt x="376720" y="959626"/>
                  </a:cubicBezTo>
                  <a:cubicBezTo>
                    <a:pt x="385892" y="957598"/>
                    <a:pt x="397100" y="953542"/>
                    <a:pt x="405591" y="949823"/>
                  </a:cubicBezTo>
                  <a:cubicBezTo>
                    <a:pt x="406950" y="945767"/>
                    <a:pt x="408647" y="940359"/>
                    <a:pt x="410006" y="936303"/>
                  </a:cubicBezTo>
                  <a:cubicBezTo>
                    <a:pt x="404573" y="928867"/>
                    <a:pt x="397780" y="918726"/>
                    <a:pt x="393364" y="910614"/>
                  </a:cubicBezTo>
                  <a:cubicBezTo>
                    <a:pt x="411366" y="923796"/>
                    <a:pt x="418158" y="928867"/>
                    <a:pt x="459935" y="930896"/>
                  </a:cubicBezTo>
                  <a:cubicBezTo>
                    <a:pt x="463671" y="922782"/>
                    <a:pt x="466388" y="910614"/>
                    <a:pt x="466388" y="901826"/>
                  </a:cubicBezTo>
                  <a:cubicBezTo>
                    <a:pt x="476237" y="898784"/>
                    <a:pt x="488465" y="892699"/>
                    <a:pt x="496957" y="886953"/>
                  </a:cubicBezTo>
                  <a:cubicBezTo>
                    <a:pt x="486528" y="861490"/>
                    <a:pt x="481333" y="848082"/>
                    <a:pt x="481333" y="846729"/>
                  </a:cubicBezTo>
                  <a:cubicBezTo>
                    <a:pt x="494919" y="841770"/>
                    <a:pt x="513836" y="839519"/>
                    <a:pt x="538054" y="839968"/>
                  </a:cubicBezTo>
                  <a:cubicBezTo>
                    <a:pt x="540091" y="836251"/>
                    <a:pt x="543149" y="831519"/>
                    <a:pt x="545187" y="827800"/>
                  </a:cubicBezTo>
                  <a:cubicBezTo>
                    <a:pt x="530582" y="787576"/>
                    <a:pt x="526506" y="765605"/>
                    <a:pt x="524129" y="753775"/>
                  </a:cubicBezTo>
                  <a:cubicBezTo>
                    <a:pt x="532042" y="745889"/>
                    <a:pt x="550519" y="742394"/>
                    <a:pt x="579491" y="743297"/>
                  </a:cubicBezTo>
                  <a:cubicBezTo>
                    <a:pt x="581869" y="739917"/>
                    <a:pt x="585266" y="735522"/>
                    <a:pt x="587643" y="732142"/>
                  </a:cubicBezTo>
                  <a:cubicBezTo>
                    <a:pt x="595795" y="731127"/>
                    <a:pt x="607003" y="729100"/>
                    <a:pt x="615154" y="727748"/>
                  </a:cubicBezTo>
                  <a:cubicBezTo>
                    <a:pt x="626702" y="725719"/>
                    <a:pt x="627042" y="725044"/>
                    <a:pt x="629079" y="723015"/>
                  </a:cubicBezTo>
                  <a:cubicBezTo>
                    <a:pt x="628400" y="721663"/>
                    <a:pt x="627722" y="719297"/>
                    <a:pt x="612097" y="701383"/>
                  </a:cubicBezTo>
                  <a:cubicBezTo>
                    <a:pt x="573377" y="657103"/>
                    <a:pt x="518693" y="562120"/>
                    <a:pt x="515637" y="553332"/>
                  </a:cubicBezTo>
                  <a:cubicBezTo>
                    <a:pt x="508164" y="533050"/>
                    <a:pt x="550960" y="533050"/>
                    <a:pt x="552659" y="533050"/>
                  </a:cubicBezTo>
                  <a:cubicBezTo>
                    <a:pt x="567604" y="534403"/>
                    <a:pt x="587643" y="590175"/>
                    <a:pt x="586963" y="603357"/>
                  </a:cubicBezTo>
                  <a:cubicBezTo>
                    <a:pt x="585605" y="635132"/>
                    <a:pt x="612097" y="672313"/>
                    <a:pt x="634514" y="698002"/>
                  </a:cubicBezTo>
                  <a:cubicBezTo>
                    <a:pt x="665082" y="732817"/>
                    <a:pt x="667461" y="732817"/>
                    <a:pt x="678328" y="732142"/>
                  </a:cubicBezTo>
                  <a:cubicBezTo>
                    <a:pt x="710255" y="730451"/>
                    <a:pt x="727917" y="743634"/>
                    <a:pt x="734710" y="748705"/>
                  </a:cubicBezTo>
                  <a:lnTo>
                    <a:pt x="694972" y="741944"/>
                  </a:lnTo>
                  <a:cubicBezTo>
                    <a:pt x="717388" y="746676"/>
                    <a:pt x="739126" y="752761"/>
                    <a:pt x="756109" y="762563"/>
                  </a:cubicBezTo>
                  <a:cubicBezTo>
                    <a:pt x="759504" y="760534"/>
                    <a:pt x="763920" y="757831"/>
                    <a:pt x="767316" y="755803"/>
                  </a:cubicBezTo>
                  <a:cubicBezTo>
                    <a:pt x="767758" y="750620"/>
                    <a:pt x="795270" y="749945"/>
                    <a:pt x="849851" y="753775"/>
                  </a:cubicBezTo>
                  <a:lnTo>
                    <a:pt x="850531" y="753775"/>
                  </a:lnTo>
                  <a:cubicBezTo>
                    <a:pt x="849512" y="752422"/>
                    <a:pt x="848493" y="751071"/>
                    <a:pt x="847473" y="749719"/>
                  </a:cubicBezTo>
                  <a:cubicBezTo>
                    <a:pt x="849512" y="744310"/>
                    <a:pt x="850531" y="738226"/>
                    <a:pt x="852908" y="732817"/>
                  </a:cubicBezTo>
                  <a:cubicBezTo>
                    <a:pt x="855387" y="732142"/>
                    <a:pt x="862521" y="732368"/>
                    <a:pt x="874306" y="733494"/>
                  </a:cubicBezTo>
                  <a:cubicBezTo>
                    <a:pt x="876005" y="719973"/>
                    <a:pt x="852228" y="689890"/>
                    <a:pt x="847473" y="683805"/>
                  </a:cubicBezTo>
                  <a:cubicBezTo>
                    <a:pt x="843737" y="679412"/>
                    <a:pt x="808415" y="615526"/>
                    <a:pt x="808415" y="614850"/>
                  </a:cubicBezTo>
                  <a:cubicBezTo>
                    <a:pt x="809433" y="613498"/>
                    <a:pt x="810452" y="611470"/>
                    <a:pt x="811471" y="610118"/>
                  </a:cubicBezTo>
                  <a:cubicBezTo>
                    <a:pt x="842719" y="607413"/>
                    <a:pt x="844757" y="649666"/>
                    <a:pt x="873626" y="650680"/>
                  </a:cubicBezTo>
                  <a:cubicBezTo>
                    <a:pt x="850871" y="605048"/>
                    <a:pt x="808753" y="574626"/>
                    <a:pt x="779205" y="534403"/>
                  </a:cubicBezTo>
                  <a:cubicBezTo>
                    <a:pt x="806376" y="538121"/>
                    <a:pt x="831170" y="549275"/>
                    <a:pt x="856984" y="556711"/>
                  </a:cubicBezTo>
                  <a:cubicBezTo>
                    <a:pt x="853927" y="551979"/>
                    <a:pt x="850191" y="547247"/>
                    <a:pt x="847473" y="541840"/>
                  </a:cubicBezTo>
                  <a:cubicBezTo>
                    <a:pt x="848832" y="541163"/>
                    <a:pt x="850531" y="539811"/>
                    <a:pt x="851889" y="539135"/>
                  </a:cubicBezTo>
                  <a:cubicBezTo>
                    <a:pt x="859021" y="541840"/>
                    <a:pt x="865476" y="546233"/>
                    <a:pt x="873286" y="547247"/>
                  </a:cubicBezTo>
                  <a:cubicBezTo>
                    <a:pt x="828793" y="506348"/>
                    <a:pt x="761203" y="512770"/>
                    <a:pt x="716710" y="471531"/>
                  </a:cubicBezTo>
                  <a:cubicBezTo>
                    <a:pt x="682744" y="440208"/>
                    <a:pt x="647862" y="384661"/>
                    <a:pt x="612097" y="304890"/>
                  </a:cubicBezTo>
                  <a:cubicBezTo>
                    <a:pt x="613796" y="304552"/>
                    <a:pt x="616173" y="304215"/>
                    <a:pt x="617871" y="304215"/>
                  </a:cubicBezTo>
                  <a:cubicBezTo>
                    <a:pt x="612777" y="289679"/>
                    <a:pt x="543488" y="244047"/>
                    <a:pt x="522770" y="237287"/>
                  </a:cubicBezTo>
                  <a:cubicBezTo>
                    <a:pt x="522091" y="238640"/>
                    <a:pt x="520732" y="240330"/>
                    <a:pt x="520053" y="241682"/>
                  </a:cubicBezTo>
                  <a:cubicBezTo>
                    <a:pt x="520732" y="243709"/>
                    <a:pt x="522091" y="246752"/>
                    <a:pt x="523109" y="248779"/>
                  </a:cubicBezTo>
                  <a:cubicBezTo>
                    <a:pt x="524230" y="251034"/>
                    <a:pt x="543386" y="271427"/>
                    <a:pt x="580510" y="309961"/>
                  </a:cubicBezTo>
                  <a:cubicBezTo>
                    <a:pt x="601908" y="332269"/>
                    <a:pt x="577793" y="361339"/>
                    <a:pt x="592398" y="384661"/>
                  </a:cubicBezTo>
                  <a:cubicBezTo>
                    <a:pt x="617769" y="425450"/>
                    <a:pt x="639711" y="451927"/>
                    <a:pt x="658290" y="464095"/>
                  </a:cubicBezTo>
                  <a:cubicBezTo>
                    <a:pt x="698708" y="490799"/>
                    <a:pt x="700066" y="495869"/>
                    <a:pt x="699726" y="509728"/>
                  </a:cubicBezTo>
                  <a:cubicBezTo>
                    <a:pt x="684103" y="523924"/>
                    <a:pt x="676971" y="530684"/>
                    <a:pt x="707878" y="587809"/>
                  </a:cubicBezTo>
                  <a:cubicBezTo>
                    <a:pt x="721464" y="612822"/>
                    <a:pt x="719426" y="667242"/>
                    <a:pt x="715011" y="675017"/>
                  </a:cubicBezTo>
                  <a:cubicBezTo>
                    <a:pt x="693613" y="675017"/>
                    <a:pt x="681725" y="655412"/>
                    <a:pt x="669498" y="634793"/>
                  </a:cubicBezTo>
                  <a:cubicBezTo>
                    <a:pt x="643684" y="591189"/>
                    <a:pt x="504428" y="453617"/>
                    <a:pt x="497975" y="448885"/>
                  </a:cubicBezTo>
                  <a:cubicBezTo>
                    <a:pt x="504089" y="468490"/>
                    <a:pt x="516656" y="509728"/>
                    <a:pt x="491522" y="521220"/>
                  </a:cubicBezTo>
                  <a:cubicBezTo>
                    <a:pt x="413743" y="557050"/>
                    <a:pt x="329510" y="361000"/>
                    <a:pt x="328831" y="358973"/>
                  </a:cubicBezTo>
                  <a:cubicBezTo>
                    <a:pt x="322717" y="343762"/>
                    <a:pt x="322377" y="339705"/>
                    <a:pt x="333925" y="331593"/>
                  </a:cubicBezTo>
                  <a:cubicBezTo>
                    <a:pt x="354983" y="316720"/>
                    <a:pt x="368128" y="290244"/>
                    <a:pt x="373324" y="252160"/>
                  </a:cubicBezTo>
                  <a:cubicBezTo>
                    <a:pt x="373324" y="249794"/>
                    <a:pt x="375023" y="228499"/>
                    <a:pt x="334944" y="166980"/>
                  </a:cubicBezTo>
                  <a:cubicBezTo>
                    <a:pt x="334604" y="165965"/>
                    <a:pt x="280601" y="71660"/>
                    <a:pt x="278562" y="55097"/>
                  </a:cubicBezTo>
                  <a:cubicBezTo>
                    <a:pt x="277441" y="47661"/>
                    <a:pt x="279683" y="37858"/>
                    <a:pt x="285355" y="25690"/>
                  </a:cubicBezTo>
                  <a:cubicBezTo>
                    <a:pt x="280940" y="15549"/>
                    <a:pt x="269392" y="10479"/>
                    <a:pt x="264977" y="0"/>
                  </a:cubicBezTo>
                  <a:close/>
                </a:path>
              </a:pathLst>
            </a:custGeom>
            <a:solidFill>
              <a:schemeClr val="bg1">
                <a:alpha val="18000"/>
              </a:schemeClr>
            </a:solidFill>
            <a:ln w="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32" name="Freeform: Shape 131">
              <a:extLst>
                <a:ext uri="{FF2B5EF4-FFF2-40B4-BE49-F238E27FC236}">
                  <a16:creationId xmlns:a16="http://schemas.microsoft.com/office/drawing/2014/main" id="{8C72F7FA-83D7-6DB1-B9DF-A20BDC595D42}"/>
                </a:ext>
              </a:extLst>
            </p:cNvPr>
            <p:cNvSpPr/>
            <p:nvPr/>
          </p:nvSpPr>
          <p:spPr>
            <a:xfrm>
              <a:off x="4258873" y="4980519"/>
              <a:ext cx="74722" cy="318072"/>
            </a:xfrm>
            <a:custGeom>
              <a:avLst/>
              <a:gdLst>
                <a:gd name="connsiteX0" fmla="*/ 32321 w 60258"/>
                <a:gd name="connsiteY0" fmla="*/ 115577 h 256504"/>
                <a:gd name="connsiteX1" fmla="*/ 34512 w 60258"/>
                <a:gd name="connsiteY1" fmla="*/ 124572 h 256504"/>
                <a:gd name="connsiteX2" fmla="*/ 45468 w 60258"/>
                <a:gd name="connsiteY2" fmla="*/ 173093 h 256504"/>
                <a:gd name="connsiteX3" fmla="*/ 44920 w 60258"/>
                <a:gd name="connsiteY3" fmla="*/ 170640 h 256504"/>
                <a:gd name="connsiteX4" fmla="*/ 60259 w 60258"/>
                <a:gd name="connsiteY4" fmla="*/ 256505 h 256504"/>
                <a:gd name="connsiteX5" fmla="*/ 12600 w 60258"/>
                <a:gd name="connsiteY5" fmla="*/ 38980 h 256504"/>
                <a:gd name="connsiteX6" fmla="*/ 0 w 60258"/>
                <a:gd name="connsiteY6" fmla="*/ 0 h 256504"/>
                <a:gd name="connsiteX7" fmla="*/ 37525 w 60258"/>
                <a:gd name="connsiteY7" fmla="*/ 136839 h 256504"/>
                <a:gd name="connsiteX8" fmla="*/ 32595 w 60258"/>
                <a:gd name="connsiteY8" fmla="*/ 115304 h 25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58" h="256504">
                  <a:moveTo>
                    <a:pt x="32321" y="115577"/>
                  </a:moveTo>
                  <a:cubicBezTo>
                    <a:pt x="32868" y="118303"/>
                    <a:pt x="33964" y="121847"/>
                    <a:pt x="34512" y="124572"/>
                  </a:cubicBezTo>
                  <a:lnTo>
                    <a:pt x="45468" y="173093"/>
                  </a:lnTo>
                  <a:cubicBezTo>
                    <a:pt x="45468" y="173093"/>
                    <a:pt x="44920" y="171457"/>
                    <a:pt x="44920" y="170640"/>
                  </a:cubicBezTo>
                  <a:cubicBezTo>
                    <a:pt x="48755" y="199534"/>
                    <a:pt x="54507" y="228155"/>
                    <a:pt x="60259" y="256505"/>
                  </a:cubicBezTo>
                  <a:cubicBezTo>
                    <a:pt x="43551" y="149650"/>
                    <a:pt x="37525" y="127844"/>
                    <a:pt x="12600" y="38980"/>
                  </a:cubicBezTo>
                  <a:cubicBezTo>
                    <a:pt x="8217" y="25078"/>
                    <a:pt x="3835" y="12266"/>
                    <a:pt x="0" y="0"/>
                  </a:cubicBezTo>
                  <a:cubicBezTo>
                    <a:pt x="25747" y="87228"/>
                    <a:pt x="26569" y="90772"/>
                    <a:pt x="37525" y="136839"/>
                  </a:cubicBezTo>
                  <a:cubicBezTo>
                    <a:pt x="35881" y="129752"/>
                    <a:pt x="34238" y="122392"/>
                    <a:pt x="32595" y="115304"/>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33" name="Freeform: Shape 132">
              <a:extLst>
                <a:ext uri="{FF2B5EF4-FFF2-40B4-BE49-F238E27FC236}">
                  <a16:creationId xmlns:a16="http://schemas.microsoft.com/office/drawing/2014/main" id="{4FFFB9C1-876B-B90E-CF71-F764A1AA385A}"/>
                </a:ext>
              </a:extLst>
            </p:cNvPr>
            <p:cNvSpPr/>
            <p:nvPr/>
          </p:nvSpPr>
          <p:spPr>
            <a:xfrm>
              <a:off x="4208605" y="4829427"/>
              <a:ext cx="49927" cy="151768"/>
            </a:xfrm>
            <a:custGeom>
              <a:avLst/>
              <a:gdLst>
                <a:gd name="connsiteX0" fmla="*/ 33690 w 40263"/>
                <a:gd name="connsiteY0" fmla="*/ 99767 h 122391"/>
                <a:gd name="connsiteX1" fmla="*/ 36977 w 40263"/>
                <a:gd name="connsiteY1" fmla="*/ 107945 h 122391"/>
                <a:gd name="connsiteX2" fmla="*/ 27116 w 40263"/>
                <a:gd name="connsiteY2" fmla="*/ 76597 h 122391"/>
                <a:gd name="connsiteX3" fmla="*/ 30677 w 40263"/>
                <a:gd name="connsiteY3" fmla="*/ 86955 h 122391"/>
                <a:gd name="connsiteX4" fmla="*/ 4656 w 40263"/>
                <a:gd name="connsiteY4" fmla="*/ 10358 h 122391"/>
                <a:gd name="connsiteX5" fmla="*/ 4656 w 40263"/>
                <a:gd name="connsiteY5" fmla="*/ 11449 h 122391"/>
                <a:gd name="connsiteX6" fmla="*/ 0 w 40263"/>
                <a:gd name="connsiteY6" fmla="*/ 0 h 122391"/>
                <a:gd name="connsiteX7" fmla="*/ 40264 w 40263"/>
                <a:gd name="connsiteY7" fmla="*/ 122392 h 122391"/>
                <a:gd name="connsiteX8" fmla="*/ 33690 w 40263"/>
                <a:gd name="connsiteY8" fmla="*/ 99767 h 122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63" h="122391">
                  <a:moveTo>
                    <a:pt x="33690" y="99767"/>
                  </a:moveTo>
                  <a:cubicBezTo>
                    <a:pt x="34786" y="102493"/>
                    <a:pt x="35881" y="105219"/>
                    <a:pt x="36977" y="107945"/>
                  </a:cubicBezTo>
                  <a:cubicBezTo>
                    <a:pt x="33690" y="97586"/>
                    <a:pt x="29308" y="87228"/>
                    <a:pt x="27116" y="76597"/>
                  </a:cubicBezTo>
                  <a:cubicBezTo>
                    <a:pt x="28212" y="80141"/>
                    <a:pt x="29582" y="83412"/>
                    <a:pt x="30677" y="86955"/>
                  </a:cubicBezTo>
                  <a:lnTo>
                    <a:pt x="4656" y="10358"/>
                  </a:lnTo>
                  <a:lnTo>
                    <a:pt x="4656" y="11449"/>
                  </a:lnTo>
                  <a:cubicBezTo>
                    <a:pt x="1917" y="2998"/>
                    <a:pt x="1095" y="1363"/>
                    <a:pt x="0" y="0"/>
                  </a:cubicBezTo>
                  <a:cubicBezTo>
                    <a:pt x="10408" y="30257"/>
                    <a:pt x="22734" y="68419"/>
                    <a:pt x="40264" y="122392"/>
                  </a:cubicBezTo>
                  <a:cubicBezTo>
                    <a:pt x="38346" y="115305"/>
                    <a:pt x="36155" y="107945"/>
                    <a:pt x="33690" y="99767"/>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34" name="Freeform: Shape 133">
              <a:extLst>
                <a:ext uri="{FF2B5EF4-FFF2-40B4-BE49-F238E27FC236}">
                  <a16:creationId xmlns:a16="http://schemas.microsoft.com/office/drawing/2014/main" id="{100AFC28-3ABF-666B-73B0-E58F90A2991F}"/>
                </a:ext>
              </a:extLst>
            </p:cNvPr>
            <p:cNvSpPr/>
            <p:nvPr/>
          </p:nvSpPr>
          <p:spPr>
            <a:xfrm>
              <a:off x="4333256" y="5299268"/>
              <a:ext cx="19020" cy="115939"/>
            </a:xfrm>
            <a:custGeom>
              <a:avLst/>
              <a:gdLst>
                <a:gd name="connsiteX0" fmla="*/ 15339 w 15338"/>
                <a:gd name="connsiteY0" fmla="*/ 93497 h 93497"/>
                <a:gd name="connsiteX1" fmla="*/ 0 w 15338"/>
                <a:gd name="connsiteY1" fmla="*/ 0 h 93497"/>
                <a:gd name="connsiteX2" fmla="*/ 13147 w 15338"/>
                <a:gd name="connsiteY2" fmla="*/ 86683 h 93497"/>
                <a:gd name="connsiteX3" fmla="*/ 15339 w 15338"/>
                <a:gd name="connsiteY3" fmla="*/ 93497 h 93497"/>
              </a:gdLst>
              <a:ahLst/>
              <a:cxnLst>
                <a:cxn ang="0">
                  <a:pos x="connsiteX0" y="connsiteY0"/>
                </a:cxn>
                <a:cxn ang="0">
                  <a:pos x="connsiteX1" y="connsiteY1"/>
                </a:cxn>
                <a:cxn ang="0">
                  <a:pos x="connsiteX2" y="connsiteY2"/>
                </a:cxn>
                <a:cxn ang="0">
                  <a:pos x="connsiteX3" y="connsiteY3"/>
                </a:cxn>
              </a:cxnLst>
              <a:rect l="l" t="t" r="r" b="b"/>
              <a:pathLst>
                <a:path w="15338" h="93497">
                  <a:moveTo>
                    <a:pt x="15339" y="93497"/>
                  </a:moveTo>
                  <a:cubicBezTo>
                    <a:pt x="12052" y="62150"/>
                    <a:pt x="6026" y="31075"/>
                    <a:pt x="0" y="0"/>
                  </a:cubicBezTo>
                  <a:cubicBezTo>
                    <a:pt x="3835" y="23988"/>
                    <a:pt x="7943" y="52337"/>
                    <a:pt x="13147" y="86683"/>
                  </a:cubicBezTo>
                  <a:cubicBezTo>
                    <a:pt x="13969" y="88864"/>
                    <a:pt x="14517" y="91044"/>
                    <a:pt x="15339" y="93497"/>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35" name="Freeform: Shape 134">
              <a:extLst>
                <a:ext uri="{FF2B5EF4-FFF2-40B4-BE49-F238E27FC236}">
                  <a16:creationId xmlns:a16="http://schemas.microsoft.com/office/drawing/2014/main" id="{C948E714-6393-FE53-2604-8C216B002055}"/>
                </a:ext>
              </a:extLst>
            </p:cNvPr>
            <p:cNvSpPr/>
            <p:nvPr/>
          </p:nvSpPr>
          <p:spPr>
            <a:xfrm>
              <a:off x="2767104" y="4038133"/>
              <a:ext cx="154368" cy="202953"/>
            </a:xfrm>
            <a:custGeom>
              <a:avLst/>
              <a:gdLst>
                <a:gd name="connsiteX0" fmla="*/ 30979 w 124488"/>
                <a:gd name="connsiteY0" fmla="*/ 87228 h 163668"/>
                <a:gd name="connsiteX1" fmla="*/ 30157 w 124488"/>
                <a:gd name="connsiteY1" fmla="*/ 89136 h 163668"/>
                <a:gd name="connsiteX2" fmla="*/ 15914 w 124488"/>
                <a:gd name="connsiteY2" fmla="*/ 136021 h 163668"/>
                <a:gd name="connsiteX3" fmla="*/ 18652 w 124488"/>
                <a:gd name="connsiteY3" fmla="*/ 159191 h 163668"/>
                <a:gd name="connsiteX4" fmla="*/ 81925 w 124488"/>
                <a:gd name="connsiteY4" fmla="*/ 148833 h 163668"/>
                <a:gd name="connsiteX5" fmla="*/ 99728 w 124488"/>
                <a:gd name="connsiteY5" fmla="*/ 137384 h 163668"/>
                <a:gd name="connsiteX6" fmla="*/ 122736 w 124488"/>
                <a:gd name="connsiteY6" fmla="*/ 128389 h 163668"/>
                <a:gd name="connsiteX7" fmla="*/ 118902 w 124488"/>
                <a:gd name="connsiteY7" fmla="*/ 97314 h 163668"/>
                <a:gd name="connsiteX8" fmla="*/ 108767 w 124488"/>
                <a:gd name="connsiteY8" fmla="*/ 78505 h 163668"/>
                <a:gd name="connsiteX9" fmla="*/ 106302 w 124488"/>
                <a:gd name="connsiteY9" fmla="*/ 56698 h 163668"/>
                <a:gd name="connsiteX10" fmla="*/ 108767 w 124488"/>
                <a:gd name="connsiteY10" fmla="*/ 37344 h 163668"/>
                <a:gd name="connsiteX11" fmla="*/ 95072 w 124488"/>
                <a:gd name="connsiteY11" fmla="*/ 19899 h 163668"/>
                <a:gd name="connsiteX12" fmla="*/ 86307 w 124488"/>
                <a:gd name="connsiteY12" fmla="*/ 14992 h 163668"/>
                <a:gd name="connsiteX13" fmla="*/ 63025 w 124488"/>
                <a:gd name="connsiteY13" fmla="*/ 6269 h 163668"/>
                <a:gd name="connsiteX14" fmla="*/ 54534 w 124488"/>
                <a:gd name="connsiteY14" fmla="*/ 818 h 163668"/>
                <a:gd name="connsiteX15" fmla="*/ 53165 w 124488"/>
                <a:gd name="connsiteY15" fmla="*/ 0 h 163668"/>
                <a:gd name="connsiteX16" fmla="*/ 32896 w 124488"/>
                <a:gd name="connsiteY16" fmla="*/ 29985 h 163668"/>
                <a:gd name="connsiteX17" fmla="*/ 40291 w 124488"/>
                <a:gd name="connsiteY17" fmla="*/ 32165 h 163668"/>
                <a:gd name="connsiteX18" fmla="*/ 35635 w 124488"/>
                <a:gd name="connsiteY18" fmla="*/ 34891 h 163668"/>
                <a:gd name="connsiteX19" fmla="*/ 5779 w 124488"/>
                <a:gd name="connsiteY19" fmla="*/ 54517 h 163668"/>
                <a:gd name="connsiteX20" fmla="*/ 301 w 124488"/>
                <a:gd name="connsiteY20" fmla="*/ 72508 h 163668"/>
                <a:gd name="connsiteX21" fmla="*/ 11257 w 124488"/>
                <a:gd name="connsiteY21" fmla="*/ 84229 h 163668"/>
                <a:gd name="connsiteX22" fmla="*/ 30979 w 124488"/>
                <a:gd name="connsiteY22" fmla="*/ 87773 h 16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4488" h="163668">
                  <a:moveTo>
                    <a:pt x="30979" y="87228"/>
                  </a:moveTo>
                  <a:cubicBezTo>
                    <a:pt x="30979" y="87228"/>
                    <a:pt x="30431" y="88591"/>
                    <a:pt x="30157" y="89136"/>
                  </a:cubicBezTo>
                  <a:cubicBezTo>
                    <a:pt x="21940" y="105219"/>
                    <a:pt x="15914" y="135748"/>
                    <a:pt x="15914" y="136021"/>
                  </a:cubicBezTo>
                  <a:cubicBezTo>
                    <a:pt x="13722" y="148287"/>
                    <a:pt x="14544" y="154012"/>
                    <a:pt x="18652" y="159191"/>
                  </a:cubicBezTo>
                  <a:cubicBezTo>
                    <a:pt x="25500" y="167641"/>
                    <a:pt x="58369" y="164098"/>
                    <a:pt x="81925" y="148833"/>
                  </a:cubicBezTo>
                  <a:cubicBezTo>
                    <a:pt x="87951" y="145016"/>
                    <a:pt x="93429" y="140655"/>
                    <a:pt x="99728" y="137384"/>
                  </a:cubicBezTo>
                  <a:cubicBezTo>
                    <a:pt x="107124" y="133568"/>
                    <a:pt x="116984" y="136294"/>
                    <a:pt x="122736" y="128389"/>
                  </a:cubicBezTo>
                  <a:cubicBezTo>
                    <a:pt x="126023" y="123755"/>
                    <a:pt x="124654" y="113396"/>
                    <a:pt x="118902" y="97314"/>
                  </a:cubicBezTo>
                  <a:cubicBezTo>
                    <a:pt x="115889" y="89136"/>
                    <a:pt x="112328" y="83957"/>
                    <a:pt x="108767" y="78505"/>
                  </a:cubicBezTo>
                  <a:cubicBezTo>
                    <a:pt x="102468" y="69510"/>
                    <a:pt x="102193" y="66239"/>
                    <a:pt x="106302" y="56698"/>
                  </a:cubicBezTo>
                  <a:cubicBezTo>
                    <a:pt x="107946" y="52609"/>
                    <a:pt x="110958" y="45795"/>
                    <a:pt x="108767" y="37344"/>
                  </a:cubicBezTo>
                  <a:cubicBezTo>
                    <a:pt x="106576" y="28894"/>
                    <a:pt x="100002" y="23170"/>
                    <a:pt x="95072" y="19899"/>
                  </a:cubicBezTo>
                  <a:cubicBezTo>
                    <a:pt x="92607" y="18263"/>
                    <a:pt x="89046" y="16355"/>
                    <a:pt x="86307" y="14992"/>
                  </a:cubicBezTo>
                  <a:cubicBezTo>
                    <a:pt x="78638" y="11449"/>
                    <a:pt x="70421" y="9541"/>
                    <a:pt x="63025" y="6269"/>
                  </a:cubicBezTo>
                  <a:cubicBezTo>
                    <a:pt x="57547" y="3816"/>
                    <a:pt x="55630" y="1636"/>
                    <a:pt x="54534" y="818"/>
                  </a:cubicBezTo>
                  <a:cubicBezTo>
                    <a:pt x="53986" y="0"/>
                    <a:pt x="53713" y="0"/>
                    <a:pt x="53165" y="0"/>
                  </a:cubicBezTo>
                  <a:cubicBezTo>
                    <a:pt x="50973" y="545"/>
                    <a:pt x="1945" y="12812"/>
                    <a:pt x="32896" y="29985"/>
                  </a:cubicBezTo>
                  <a:cubicBezTo>
                    <a:pt x="34813" y="31075"/>
                    <a:pt x="35909" y="31620"/>
                    <a:pt x="40291" y="32165"/>
                  </a:cubicBezTo>
                  <a:cubicBezTo>
                    <a:pt x="39195" y="33256"/>
                    <a:pt x="37278" y="34073"/>
                    <a:pt x="35635" y="34891"/>
                  </a:cubicBezTo>
                  <a:cubicBezTo>
                    <a:pt x="15366" y="44704"/>
                    <a:pt x="10436" y="49611"/>
                    <a:pt x="5779" y="54517"/>
                  </a:cubicBezTo>
                  <a:cubicBezTo>
                    <a:pt x="2492" y="57788"/>
                    <a:pt x="-1068" y="63785"/>
                    <a:pt x="301" y="72508"/>
                  </a:cubicBezTo>
                  <a:cubicBezTo>
                    <a:pt x="1671" y="75779"/>
                    <a:pt x="3314" y="80141"/>
                    <a:pt x="11257" y="84229"/>
                  </a:cubicBezTo>
                  <a:cubicBezTo>
                    <a:pt x="17557" y="87228"/>
                    <a:pt x="24405" y="86138"/>
                    <a:pt x="30979" y="87773"/>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36" name="Freeform: Shape 135">
              <a:extLst>
                <a:ext uri="{FF2B5EF4-FFF2-40B4-BE49-F238E27FC236}">
                  <a16:creationId xmlns:a16="http://schemas.microsoft.com/office/drawing/2014/main" id="{295336F4-2E22-591E-CBE5-792637028364}"/>
                </a:ext>
              </a:extLst>
            </p:cNvPr>
            <p:cNvSpPr/>
            <p:nvPr/>
          </p:nvSpPr>
          <p:spPr>
            <a:xfrm>
              <a:off x="210942" y="3432071"/>
              <a:ext cx="57060" cy="34476"/>
            </a:xfrm>
            <a:custGeom>
              <a:avLst/>
              <a:gdLst>
                <a:gd name="connsiteX0" fmla="*/ 46016 w 46015"/>
                <a:gd name="connsiteY0" fmla="*/ 0 h 27803"/>
                <a:gd name="connsiteX1" fmla="*/ 46016 w 46015"/>
                <a:gd name="connsiteY1" fmla="*/ 0 h 27803"/>
                <a:gd name="connsiteX2" fmla="*/ 46016 w 46015"/>
                <a:gd name="connsiteY2" fmla="*/ 0 h 27803"/>
                <a:gd name="connsiteX3" fmla="*/ 0 w 46015"/>
                <a:gd name="connsiteY3" fmla="*/ 27804 h 27803"/>
                <a:gd name="connsiteX4" fmla="*/ 46016 w 46015"/>
                <a:gd name="connsiteY4" fmla="*/ 273 h 27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015" h="27803">
                  <a:moveTo>
                    <a:pt x="46016" y="0"/>
                  </a:moveTo>
                  <a:cubicBezTo>
                    <a:pt x="46016" y="0"/>
                    <a:pt x="46016" y="0"/>
                    <a:pt x="46016" y="0"/>
                  </a:cubicBezTo>
                  <a:cubicBezTo>
                    <a:pt x="46016" y="0"/>
                    <a:pt x="46016" y="0"/>
                    <a:pt x="46016" y="0"/>
                  </a:cubicBezTo>
                  <a:cubicBezTo>
                    <a:pt x="41359" y="2453"/>
                    <a:pt x="1917" y="25078"/>
                    <a:pt x="0" y="27804"/>
                  </a:cubicBezTo>
                  <a:cubicBezTo>
                    <a:pt x="1917" y="27804"/>
                    <a:pt x="4108" y="27804"/>
                    <a:pt x="46016" y="273"/>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37" name="Freeform: Shape 136">
              <a:extLst>
                <a:ext uri="{FF2B5EF4-FFF2-40B4-BE49-F238E27FC236}">
                  <a16:creationId xmlns:a16="http://schemas.microsoft.com/office/drawing/2014/main" id="{F80E89D7-9A1F-5107-96A9-002AA92BED54}"/>
                </a:ext>
              </a:extLst>
            </p:cNvPr>
            <p:cNvSpPr/>
            <p:nvPr/>
          </p:nvSpPr>
          <p:spPr>
            <a:xfrm>
              <a:off x="4018471" y="5243474"/>
              <a:ext cx="76692" cy="47554"/>
            </a:xfrm>
            <a:custGeom>
              <a:avLst/>
              <a:gdLst>
                <a:gd name="connsiteX0" fmla="*/ 60752 w 61847"/>
                <a:gd name="connsiteY0" fmla="*/ 38179 h 38349"/>
                <a:gd name="connsiteX1" fmla="*/ 61848 w 61847"/>
                <a:gd name="connsiteY1" fmla="*/ 37634 h 38349"/>
                <a:gd name="connsiteX2" fmla="*/ 61848 w 61847"/>
                <a:gd name="connsiteY2" fmla="*/ 36816 h 38349"/>
                <a:gd name="connsiteX3" fmla="*/ 42948 w 61847"/>
                <a:gd name="connsiteY3" fmla="*/ 12556 h 38349"/>
                <a:gd name="connsiteX4" fmla="*/ 34731 w 61847"/>
                <a:gd name="connsiteY4" fmla="*/ 7377 h 38349"/>
                <a:gd name="connsiteX5" fmla="*/ 16380 w 61847"/>
                <a:gd name="connsiteY5" fmla="*/ 3833 h 38349"/>
                <a:gd name="connsiteX6" fmla="*/ 4876 w 61847"/>
                <a:gd name="connsiteY6" fmla="*/ 17 h 38349"/>
                <a:gd name="connsiteX7" fmla="*/ 1589 w 61847"/>
                <a:gd name="connsiteY7" fmla="*/ 9285 h 38349"/>
                <a:gd name="connsiteX8" fmla="*/ 60752 w 61847"/>
                <a:gd name="connsiteY8" fmla="*/ 37907 h 38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47" h="38349">
                  <a:moveTo>
                    <a:pt x="60752" y="38179"/>
                  </a:moveTo>
                  <a:cubicBezTo>
                    <a:pt x="60752" y="38179"/>
                    <a:pt x="61574" y="37907"/>
                    <a:pt x="61848" y="37634"/>
                  </a:cubicBezTo>
                  <a:cubicBezTo>
                    <a:pt x="61848" y="37634"/>
                    <a:pt x="61848" y="37089"/>
                    <a:pt x="61848" y="36816"/>
                  </a:cubicBezTo>
                  <a:cubicBezTo>
                    <a:pt x="61848" y="36816"/>
                    <a:pt x="42948" y="12829"/>
                    <a:pt x="42948" y="12556"/>
                  </a:cubicBezTo>
                  <a:cubicBezTo>
                    <a:pt x="39661" y="8740"/>
                    <a:pt x="36101" y="7922"/>
                    <a:pt x="34731" y="7377"/>
                  </a:cubicBezTo>
                  <a:cubicBezTo>
                    <a:pt x="28705" y="6014"/>
                    <a:pt x="22406" y="6014"/>
                    <a:pt x="16380" y="3833"/>
                  </a:cubicBezTo>
                  <a:cubicBezTo>
                    <a:pt x="9258" y="1108"/>
                    <a:pt x="5423" y="-165"/>
                    <a:pt x="4876" y="17"/>
                  </a:cubicBezTo>
                  <a:cubicBezTo>
                    <a:pt x="-55" y="17"/>
                    <a:pt x="-1424" y="4379"/>
                    <a:pt x="1589" y="9285"/>
                  </a:cubicBezTo>
                  <a:cubicBezTo>
                    <a:pt x="7889" y="19916"/>
                    <a:pt x="49522" y="41723"/>
                    <a:pt x="60752" y="37907"/>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38" name="Freeform: Shape 137">
              <a:extLst>
                <a:ext uri="{FF2B5EF4-FFF2-40B4-BE49-F238E27FC236}">
                  <a16:creationId xmlns:a16="http://schemas.microsoft.com/office/drawing/2014/main" id="{9D9BDC53-D078-78CA-AE57-3BF3B0EE9E57}"/>
                </a:ext>
              </a:extLst>
            </p:cNvPr>
            <p:cNvSpPr/>
            <p:nvPr/>
          </p:nvSpPr>
          <p:spPr>
            <a:xfrm>
              <a:off x="3597153" y="4858158"/>
              <a:ext cx="65976" cy="115393"/>
            </a:xfrm>
            <a:custGeom>
              <a:avLst/>
              <a:gdLst>
                <a:gd name="connsiteX0" fmla="*/ 3903 w 53205"/>
                <a:gd name="connsiteY0" fmla="*/ 56426 h 93057"/>
                <a:gd name="connsiteX1" fmla="*/ 17598 w 53205"/>
                <a:gd name="connsiteY1" fmla="*/ 65966 h 93057"/>
                <a:gd name="connsiteX2" fmla="*/ 18146 w 53205"/>
                <a:gd name="connsiteY2" fmla="*/ 86138 h 93057"/>
                <a:gd name="connsiteX3" fmla="*/ 25268 w 53205"/>
                <a:gd name="connsiteY3" fmla="*/ 92952 h 93057"/>
                <a:gd name="connsiteX4" fmla="*/ 53206 w 53205"/>
                <a:gd name="connsiteY4" fmla="*/ 68419 h 93057"/>
                <a:gd name="connsiteX5" fmla="*/ 52658 w 53205"/>
                <a:gd name="connsiteY5" fmla="*/ 61605 h 93057"/>
                <a:gd name="connsiteX6" fmla="*/ 47454 w 53205"/>
                <a:gd name="connsiteY6" fmla="*/ 39253 h 93057"/>
                <a:gd name="connsiteX7" fmla="*/ 45537 w 53205"/>
                <a:gd name="connsiteY7" fmla="*/ 14720 h 93057"/>
                <a:gd name="connsiteX8" fmla="*/ 34580 w 53205"/>
                <a:gd name="connsiteY8" fmla="*/ 0 h 93057"/>
                <a:gd name="connsiteX9" fmla="*/ 3081 w 53205"/>
                <a:gd name="connsiteY9" fmla="*/ 18536 h 93057"/>
                <a:gd name="connsiteX10" fmla="*/ 3903 w 53205"/>
                <a:gd name="connsiteY10" fmla="*/ 56153 h 9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205" h="93057">
                  <a:moveTo>
                    <a:pt x="3903" y="56426"/>
                  </a:moveTo>
                  <a:cubicBezTo>
                    <a:pt x="7738" y="60514"/>
                    <a:pt x="15955" y="58606"/>
                    <a:pt x="17598" y="65966"/>
                  </a:cubicBezTo>
                  <a:cubicBezTo>
                    <a:pt x="18968" y="72781"/>
                    <a:pt x="16502" y="79595"/>
                    <a:pt x="18146" y="86138"/>
                  </a:cubicBezTo>
                  <a:cubicBezTo>
                    <a:pt x="19790" y="91589"/>
                    <a:pt x="23624" y="92680"/>
                    <a:pt x="25268" y="92952"/>
                  </a:cubicBezTo>
                  <a:cubicBezTo>
                    <a:pt x="29650" y="94043"/>
                    <a:pt x="52658" y="86683"/>
                    <a:pt x="53206" y="68419"/>
                  </a:cubicBezTo>
                  <a:cubicBezTo>
                    <a:pt x="53206" y="66511"/>
                    <a:pt x="53206" y="63786"/>
                    <a:pt x="52658" y="61605"/>
                  </a:cubicBezTo>
                  <a:cubicBezTo>
                    <a:pt x="51563" y="53972"/>
                    <a:pt x="48823" y="46885"/>
                    <a:pt x="47454" y="39253"/>
                  </a:cubicBezTo>
                  <a:cubicBezTo>
                    <a:pt x="46358" y="31075"/>
                    <a:pt x="46906" y="22897"/>
                    <a:pt x="45537" y="14720"/>
                  </a:cubicBezTo>
                  <a:cubicBezTo>
                    <a:pt x="43619" y="1908"/>
                    <a:pt x="38963" y="273"/>
                    <a:pt x="34580" y="0"/>
                  </a:cubicBezTo>
                  <a:cubicBezTo>
                    <a:pt x="27185" y="0"/>
                    <a:pt x="9381" y="6815"/>
                    <a:pt x="3081" y="18536"/>
                  </a:cubicBezTo>
                  <a:cubicBezTo>
                    <a:pt x="-753" y="25351"/>
                    <a:pt x="-1575" y="50156"/>
                    <a:pt x="3903" y="56153"/>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39" name="Freeform: Shape 138">
              <a:extLst>
                <a:ext uri="{FF2B5EF4-FFF2-40B4-BE49-F238E27FC236}">
                  <a16:creationId xmlns:a16="http://schemas.microsoft.com/office/drawing/2014/main" id="{CD1D392D-6E2D-FB88-BD83-8FBB32321F9D}"/>
                </a:ext>
              </a:extLst>
            </p:cNvPr>
            <p:cNvSpPr/>
            <p:nvPr/>
          </p:nvSpPr>
          <p:spPr>
            <a:xfrm>
              <a:off x="3419166" y="4899772"/>
              <a:ext cx="53507" cy="27350"/>
            </a:xfrm>
            <a:custGeom>
              <a:avLst/>
              <a:gdLst>
                <a:gd name="connsiteX0" fmla="*/ 33768 w 43150"/>
                <a:gd name="connsiteY0" fmla="*/ 19323 h 22056"/>
                <a:gd name="connsiteX1" fmla="*/ 43081 w 43150"/>
                <a:gd name="connsiteY1" fmla="*/ 8419 h 22056"/>
                <a:gd name="connsiteX2" fmla="*/ 26099 w 43150"/>
                <a:gd name="connsiteY2" fmla="*/ 242 h 22056"/>
                <a:gd name="connsiteX3" fmla="*/ 1722 w 43150"/>
                <a:gd name="connsiteY3" fmla="*/ 10600 h 22056"/>
                <a:gd name="connsiteX4" fmla="*/ 28838 w 43150"/>
                <a:gd name="connsiteY4" fmla="*/ 22049 h 22056"/>
                <a:gd name="connsiteX5" fmla="*/ 33768 w 43150"/>
                <a:gd name="connsiteY5" fmla="*/ 19323 h 22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150" h="22056">
                  <a:moveTo>
                    <a:pt x="33768" y="19323"/>
                  </a:moveTo>
                  <a:cubicBezTo>
                    <a:pt x="33768" y="19323"/>
                    <a:pt x="43081" y="8965"/>
                    <a:pt x="43081" y="8419"/>
                  </a:cubicBezTo>
                  <a:cubicBezTo>
                    <a:pt x="43903" y="4603"/>
                    <a:pt x="37329" y="1605"/>
                    <a:pt x="26099" y="242"/>
                  </a:cubicBezTo>
                  <a:cubicBezTo>
                    <a:pt x="13773" y="-849"/>
                    <a:pt x="-5948" y="1605"/>
                    <a:pt x="1722" y="10600"/>
                  </a:cubicBezTo>
                  <a:cubicBezTo>
                    <a:pt x="6104" y="15507"/>
                    <a:pt x="22264" y="22321"/>
                    <a:pt x="28838" y="22049"/>
                  </a:cubicBezTo>
                  <a:cubicBezTo>
                    <a:pt x="31030" y="22049"/>
                    <a:pt x="32125" y="20958"/>
                    <a:pt x="33768" y="19323"/>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0" name="Freeform: Shape 139">
              <a:extLst>
                <a:ext uri="{FF2B5EF4-FFF2-40B4-BE49-F238E27FC236}">
                  <a16:creationId xmlns:a16="http://schemas.microsoft.com/office/drawing/2014/main" id="{7B6F79EE-3DD0-A0A4-6335-BC67CC899F55}"/>
                </a:ext>
              </a:extLst>
            </p:cNvPr>
            <p:cNvSpPr/>
            <p:nvPr/>
          </p:nvSpPr>
          <p:spPr>
            <a:xfrm>
              <a:off x="3597675" y="4744923"/>
              <a:ext cx="29965" cy="94981"/>
            </a:xfrm>
            <a:custGeom>
              <a:avLst/>
              <a:gdLst>
                <a:gd name="connsiteX0" fmla="*/ 3208 w 24165"/>
                <a:gd name="connsiteY0" fmla="*/ 41433 h 76596"/>
                <a:gd name="connsiteX1" fmla="*/ 196 w 24165"/>
                <a:gd name="connsiteY1" fmla="*/ 48793 h 76596"/>
                <a:gd name="connsiteX2" fmla="*/ 3482 w 24165"/>
                <a:gd name="connsiteY2" fmla="*/ 55063 h 76596"/>
                <a:gd name="connsiteX3" fmla="*/ 22382 w 24165"/>
                <a:gd name="connsiteY3" fmla="*/ 76597 h 76596"/>
                <a:gd name="connsiteX4" fmla="*/ 19369 w 24165"/>
                <a:gd name="connsiteY4" fmla="*/ 27259 h 76596"/>
                <a:gd name="connsiteX5" fmla="*/ 10330 w 24165"/>
                <a:gd name="connsiteY5" fmla="*/ 0 h 76596"/>
                <a:gd name="connsiteX6" fmla="*/ 9782 w 24165"/>
                <a:gd name="connsiteY6" fmla="*/ 0 h 76596"/>
                <a:gd name="connsiteX7" fmla="*/ 8686 w 24165"/>
                <a:gd name="connsiteY7" fmla="*/ 2453 h 76596"/>
                <a:gd name="connsiteX8" fmla="*/ 8412 w 24165"/>
                <a:gd name="connsiteY8" fmla="*/ 4089 h 76596"/>
                <a:gd name="connsiteX9" fmla="*/ 9782 w 24165"/>
                <a:gd name="connsiteY9" fmla="*/ 27259 h 76596"/>
                <a:gd name="connsiteX10" fmla="*/ 3482 w 24165"/>
                <a:gd name="connsiteY10" fmla="*/ 41433 h 7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165" h="76596">
                  <a:moveTo>
                    <a:pt x="3208" y="41433"/>
                  </a:moveTo>
                  <a:cubicBezTo>
                    <a:pt x="1291" y="43069"/>
                    <a:pt x="-627" y="44704"/>
                    <a:pt x="196" y="48793"/>
                  </a:cubicBezTo>
                  <a:cubicBezTo>
                    <a:pt x="196" y="50156"/>
                    <a:pt x="2113" y="53154"/>
                    <a:pt x="3482" y="55063"/>
                  </a:cubicBezTo>
                  <a:cubicBezTo>
                    <a:pt x="3482" y="55063"/>
                    <a:pt x="21286" y="76052"/>
                    <a:pt x="22382" y="76597"/>
                  </a:cubicBezTo>
                  <a:cubicBezTo>
                    <a:pt x="26490" y="74689"/>
                    <a:pt x="22655" y="43341"/>
                    <a:pt x="19369" y="27259"/>
                  </a:cubicBezTo>
                  <a:cubicBezTo>
                    <a:pt x="19369" y="27259"/>
                    <a:pt x="13617" y="2453"/>
                    <a:pt x="10330" y="0"/>
                  </a:cubicBezTo>
                  <a:cubicBezTo>
                    <a:pt x="10330" y="0"/>
                    <a:pt x="10056" y="0"/>
                    <a:pt x="9782" y="0"/>
                  </a:cubicBezTo>
                  <a:cubicBezTo>
                    <a:pt x="9782" y="0"/>
                    <a:pt x="8960" y="818"/>
                    <a:pt x="8686" y="2453"/>
                  </a:cubicBezTo>
                  <a:cubicBezTo>
                    <a:pt x="8686" y="2998"/>
                    <a:pt x="8686" y="3544"/>
                    <a:pt x="8412" y="4089"/>
                  </a:cubicBezTo>
                  <a:cubicBezTo>
                    <a:pt x="7043" y="11994"/>
                    <a:pt x="9782" y="19626"/>
                    <a:pt x="9782" y="27259"/>
                  </a:cubicBezTo>
                  <a:cubicBezTo>
                    <a:pt x="9782" y="35982"/>
                    <a:pt x="6221" y="39253"/>
                    <a:pt x="3482" y="41433"/>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1" name="Freeform: Shape 140">
              <a:extLst>
                <a:ext uri="{FF2B5EF4-FFF2-40B4-BE49-F238E27FC236}">
                  <a16:creationId xmlns:a16="http://schemas.microsoft.com/office/drawing/2014/main" id="{2538AD4A-A27B-8F20-47A2-08980CA4ED37}"/>
                </a:ext>
              </a:extLst>
            </p:cNvPr>
            <p:cNvSpPr/>
            <p:nvPr/>
          </p:nvSpPr>
          <p:spPr>
            <a:xfrm>
              <a:off x="4168256" y="5316335"/>
              <a:ext cx="35594" cy="45380"/>
            </a:xfrm>
            <a:custGeom>
              <a:avLst/>
              <a:gdLst>
                <a:gd name="connsiteX0" fmla="*/ 13366 w 28704"/>
                <a:gd name="connsiteY0" fmla="*/ 35302 h 36596"/>
                <a:gd name="connsiteX1" fmla="*/ 24870 w 28704"/>
                <a:gd name="connsiteY1" fmla="*/ 36393 h 36596"/>
                <a:gd name="connsiteX2" fmla="*/ 28705 w 28704"/>
                <a:gd name="connsiteY2" fmla="*/ 11042 h 36596"/>
                <a:gd name="connsiteX3" fmla="*/ 28705 w 28704"/>
                <a:gd name="connsiteY3" fmla="*/ 9679 h 36596"/>
                <a:gd name="connsiteX4" fmla="*/ 27609 w 28704"/>
                <a:gd name="connsiteY4" fmla="*/ 6681 h 36596"/>
                <a:gd name="connsiteX5" fmla="*/ 18844 w 28704"/>
                <a:gd name="connsiteY5" fmla="*/ 8589 h 36596"/>
                <a:gd name="connsiteX6" fmla="*/ 12545 w 28704"/>
                <a:gd name="connsiteY6" fmla="*/ 6408 h 36596"/>
                <a:gd name="connsiteX7" fmla="*/ 5149 w 28704"/>
                <a:gd name="connsiteY7" fmla="*/ 411 h 36596"/>
                <a:gd name="connsiteX8" fmla="*/ 1040 w 28704"/>
                <a:gd name="connsiteY8" fmla="*/ 1229 h 36596"/>
                <a:gd name="connsiteX9" fmla="*/ 8436 w 28704"/>
                <a:gd name="connsiteY9" fmla="*/ 31214 h 36596"/>
                <a:gd name="connsiteX10" fmla="*/ 13914 w 28704"/>
                <a:gd name="connsiteY10" fmla="*/ 35030 h 3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04" h="36596">
                  <a:moveTo>
                    <a:pt x="13366" y="35302"/>
                  </a:moveTo>
                  <a:cubicBezTo>
                    <a:pt x="13366" y="35302"/>
                    <a:pt x="23774" y="37210"/>
                    <a:pt x="24870" y="36393"/>
                  </a:cubicBezTo>
                  <a:cubicBezTo>
                    <a:pt x="26514" y="34757"/>
                    <a:pt x="28705" y="11315"/>
                    <a:pt x="28705" y="11042"/>
                  </a:cubicBezTo>
                  <a:cubicBezTo>
                    <a:pt x="28705" y="10497"/>
                    <a:pt x="28705" y="9952"/>
                    <a:pt x="28705" y="9679"/>
                  </a:cubicBezTo>
                  <a:cubicBezTo>
                    <a:pt x="28705" y="7226"/>
                    <a:pt x="28157" y="6953"/>
                    <a:pt x="27609" y="6681"/>
                  </a:cubicBezTo>
                  <a:cubicBezTo>
                    <a:pt x="24596" y="6681"/>
                    <a:pt x="21857" y="8589"/>
                    <a:pt x="18844" y="8589"/>
                  </a:cubicBezTo>
                  <a:cubicBezTo>
                    <a:pt x="16927" y="8589"/>
                    <a:pt x="14462" y="7771"/>
                    <a:pt x="12545" y="6408"/>
                  </a:cubicBezTo>
                  <a:cubicBezTo>
                    <a:pt x="9805" y="4773"/>
                    <a:pt x="8162" y="1774"/>
                    <a:pt x="5149" y="411"/>
                  </a:cubicBezTo>
                  <a:cubicBezTo>
                    <a:pt x="2684" y="-679"/>
                    <a:pt x="1588" y="684"/>
                    <a:pt x="1040" y="1229"/>
                  </a:cubicBezTo>
                  <a:cubicBezTo>
                    <a:pt x="-1699" y="4773"/>
                    <a:pt x="1040" y="23036"/>
                    <a:pt x="8436" y="31214"/>
                  </a:cubicBezTo>
                  <a:cubicBezTo>
                    <a:pt x="10627" y="33667"/>
                    <a:pt x="12818" y="34757"/>
                    <a:pt x="13914" y="35030"/>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2" name="Freeform: Shape 141">
              <a:extLst>
                <a:ext uri="{FF2B5EF4-FFF2-40B4-BE49-F238E27FC236}">
                  <a16:creationId xmlns:a16="http://schemas.microsoft.com/office/drawing/2014/main" id="{1087ABF6-00C8-C85B-35C3-FB61A1932AEE}"/>
                </a:ext>
              </a:extLst>
            </p:cNvPr>
            <p:cNvSpPr/>
            <p:nvPr/>
          </p:nvSpPr>
          <p:spPr>
            <a:xfrm>
              <a:off x="-99836" y="3523673"/>
              <a:ext cx="242848" cy="183541"/>
            </a:xfrm>
            <a:custGeom>
              <a:avLst/>
              <a:gdLst>
                <a:gd name="connsiteX0" fmla="*/ 75598 w 195841"/>
                <a:gd name="connsiteY0" fmla="*/ 90226 h 148014"/>
                <a:gd name="connsiteX1" fmla="*/ 76419 w 195841"/>
                <a:gd name="connsiteY1" fmla="*/ 91044 h 148014"/>
                <a:gd name="connsiteX2" fmla="*/ 79158 w 195841"/>
                <a:gd name="connsiteY2" fmla="*/ 89954 h 148014"/>
                <a:gd name="connsiteX3" fmla="*/ 115040 w 195841"/>
                <a:gd name="connsiteY3" fmla="*/ 62150 h 148014"/>
                <a:gd name="connsiteX4" fmla="*/ 184064 w 195841"/>
                <a:gd name="connsiteY4" fmla="*/ 17446 h 148014"/>
                <a:gd name="connsiteX5" fmla="*/ 195842 w 195841"/>
                <a:gd name="connsiteY5" fmla="*/ 1363 h 148014"/>
                <a:gd name="connsiteX6" fmla="*/ 195294 w 195841"/>
                <a:gd name="connsiteY6" fmla="*/ 0 h 148014"/>
                <a:gd name="connsiteX7" fmla="*/ 175025 w 195841"/>
                <a:gd name="connsiteY7" fmla="*/ 10631 h 148014"/>
                <a:gd name="connsiteX8" fmla="*/ 181598 w 195841"/>
                <a:gd name="connsiteY8" fmla="*/ 1636 h 148014"/>
                <a:gd name="connsiteX9" fmla="*/ 180777 w 195841"/>
                <a:gd name="connsiteY9" fmla="*/ 1090 h 148014"/>
                <a:gd name="connsiteX10" fmla="*/ 178038 w 195841"/>
                <a:gd name="connsiteY10" fmla="*/ 1908 h 148014"/>
                <a:gd name="connsiteX11" fmla="*/ 27938 w 195841"/>
                <a:gd name="connsiteY11" fmla="*/ 113669 h 148014"/>
                <a:gd name="connsiteX12" fmla="*/ 0 w 195841"/>
                <a:gd name="connsiteY12" fmla="*/ 147470 h 148014"/>
                <a:gd name="connsiteX13" fmla="*/ 1096 w 195841"/>
                <a:gd name="connsiteY13" fmla="*/ 148015 h 148014"/>
                <a:gd name="connsiteX14" fmla="*/ 75871 w 195841"/>
                <a:gd name="connsiteY14" fmla="*/ 90226 h 148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841" h="148014">
                  <a:moveTo>
                    <a:pt x="75598" y="90226"/>
                  </a:moveTo>
                  <a:cubicBezTo>
                    <a:pt x="75598" y="90226"/>
                    <a:pt x="76145" y="90772"/>
                    <a:pt x="76419" y="91044"/>
                  </a:cubicBezTo>
                  <a:cubicBezTo>
                    <a:pt x="77241" y="91044"/>
                    <a:pt x="78337" y="90499"/>
                    <a:pt x="79158" y="89954"/>
                  </a:cubicBezTo>
                  <a:cubicBezTo>
                    <a:pt x="91758" y="81504"/>
                    <a:pt x="102440" y="70600"/>
                    <a:pt x="115040" y="62150"/>
                  </a:cubicBezTo>
                  <a:cubicBezTo>
                    <a:pt x="137500" y="46613"/>
                    <a:pt x="161877" y="33528"/>
                    <a:pt x="184064" y="17446"/>
                  </a:cubicBezTo>
                  <a:cubicBezTo>
                    <a:pt x="187534" y="14902"/>
                    <a:pt x="191459" y="9541"/>
                    <a:pt x="195842" y="1363"/>
                  </a:cubicBezTo>
                  <a:cubicBezTo>
                    <a:pt x="195842" y="1363"/>
                    <a:pt x="195568" y="545"/>
                    <a:pt x="195294" y="0"/>
                  </a:cubicBezTo>
                  <a:cubicBezTo>
                    <a:pt x="187350" y="1636"/>
                    <a:pt x="181598" y="7087"/>
                    <a:pt x="175025" y="10631"/>
                  </a:cubicBezTo>
                  <a:cubicBezTo>
                    <a:pt x="178859" y="7360"/>
                    <a:pt x="181051" y="4361"/>
                    <a:pt x="181598" y="1636"/>
                  </a:cubicBezTo>
                  <a:cubicBezTo>
                    <a:pt x="181598" y="1636"/>
                    <a:pt x="181051" y="1363"/>
                    <a:pt x="180777" y="1090"/>
                  </a:cubicBezTo>
                  <a:cubicBezTo>
                    <a:pt x="179955" y="1090"/>
                    <a:pt x="178859" y="1636"/>
                    <a:pt x="178038" y="1908"/>
                  </a:cubicBezTo>
                  <a:cubicBezTo>
                    <a:pt x="159596" y="9723"/>
                    <a:pt x="109562" y="46975"/>
                    <a:pt x="27938" y="113669"/>
                  </a:cubicBezTo>
                  <a:cubicBezTo>
                    <a:pt x="17256" y="122392"/>
                    <a:pt x="8765" y="129206"/>
                    <a:pt x="0" y="147470"/>
                  </a:cubicBezTo>
                  <a:cubicBezTo>
                    <a:pt x="274" y="147470"/>
                    <a:pt x="822" y="147742"/>
                    <a:pt x="1096" y="148015"/>
                  </a:cubicBezTo>
                  <a:cubicBezTo>
                    <a:pt x="30403" y="134386"/>
                    <a:pt x="50946" y="109308"/>
                    <a:pt x="75871" y="90226"/>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3" name="Freeform: Shape 142">
              <a:extLst>
                <a:ext uri="{FF2B5EF4-FFF2-40B4-BE49-F238E27FC236}">
                  <a16:creationId xmlns:a16="http://schemas.microsoft.com/office/drawing/2014/main" id="{9D9F7749-2D58-EE1F-EF2D-625D97371BF3}"/>
                </a:ext>
              </a:extLst>
            </p:cNvPr>
            <p:cNvSpPr/>
            <p:nvPr/>
          </p:nvSpPr>
          <p:spPr>
            <a:xfrm>
              <a:off x="203681" y="3363454"/>
              <a:ext cx="212749" cy="128795"/>
            </a:xfrm>
            <a:custGeom>
              <a:avLst/>
              <a:gdLst>
                <a:gd name="connsiteX0" fmla="*/ 2569 w 171568"/>
                <a:gd name="connsiteY0" fmla="*/ 103856 h 103865"/>
                <a:gd name="connsiteX1" fmla="*/ 24755 w 171568"/>
                <a:gd name="connsiteY1" fmla="*/ 93497 h 103865"/>
                <a:gd name="connsiteX2" fmla="*/ 82001 w 171568"/>
                <a:gd name="connsiteY2" fmla="*/ 64058 h 103865"/>
                <a:gd name="connsiteX3" fmla="*/ 118705 w 171568"/>
                <a:gd name="connsiteY3" fmla="*/ 50156 h 103865"/>
                <a:gd name="connsiteX4" fmla="*/ 163351 w 171568"/>
                <a:gd name="connsiteY4" fmla="*/ 20717 h 103865"/>
                <a:gd name="connsiteX5" fmla="*/ 171294 w 171568"/>
                <a:gd name="connsiteY5" fmla="*/ 13902 h 103865"/>
                <a:gd name="connsiteX6" fmla="*/ 160612 w 171568"/>
                <a:gd name="connsiteY6" fmla="*/ 16628 h 103865"/>
                <a:gd name="connsiteX7" fmla="*/ 129934 w 171568"/>
                <a:gd name="connsiteY7" fmla="*/ 37072 h 103865"/>
                <a:gd name="connsiteX8" fmla="*/ 171568 w 171568"/>
                <a:gd name="connsiteY8" fmla="*/ 0 h 103865"/>
                <a:gd name="connsiteX9" fmla="*/ 170198 w 171568"/>
                <a:gd name="connsiteY9" fmla="*/ 0 h 103865"/>
                <a:gd name="connsiteX10" fmla="*/ 124730 w 171568"/>
                <a:gd name="connsiteY10" fmla="*/ 28622 h 103865"/>
                <a:gd name="connsiteX11" fmla="*/ 84467 w 171568"/>
                <a:gd name="connsiteY11" fmla="*/ 52064 h 103865"/>
                <a:gd name="connsiteX12" fmla="*/ 83645 w 171568"/>
                <a:gd name="connsiteY12" fmla="*/ 51246 h 103865"/>
                <a:gd name="connsiteX13" fmla="*/ 86110 w 171568"/>
                <a:gd name="connsiteY13" fmla="*/ 48521 h 103865"/>
                <a:gd name="connsiteX14" fmla="*/ 86932 w 171568"/>
                <a:gd name="connsiteY14" fmla="*/ 47703 h 103865"/>
                <a:gd name="connsiteX15" fmla="*/ 100627 w 171568"/>
                <a:gd name="connsiteY15" fmla="*/ 32710 h 103865"/>
                <a:gd name="connsiteX16" fmla="*/ 9417 w 171568"/>
                <a:gd name="connsiteY16" fmla="*/ 88318 h 103865"/>
                <a:gd name="connsiteX17" fmla="*/ 52694 w 171568"/>
                <a:gd name="connsiteY17" fmla="*/ 64876 h 103865"/>
                <a:gd name="connsiteX18" fmla="*/ 34342 w 171568"/>
                <a:gd name="connsiteY18" fmla="*/ 79050 h 103865"/>
                <a:gd name="connsiteX19" fmla="*/ 46120 w 171568"/>
                <a:gd name="connsiteY19" fmla="*/ 73326 h 103865"/>
                <a:gd name="connsiteX20" fmla="*/ 65019 w 171568"/>
                <a:gd name="connsiteY20" fmla="*/ 65148 h 103865"/>
                <a:gd name="connsiteX21" fmla="*/ 5308 w 171568"/>
                <a:gd name="connsiteY21" fmla="*/ 96496 h 103865"/>
                <a:gd name="connsiteX22" fmla="*/ 2295 w 171568"/>
                <a:gd name="connsiteY22" fmla="*/ 103311 h 10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1568" h="103865">
                  <a:moveTo>
                    <a:pt x="2569" y="103856"/>
                  </a:moveTo>
                  <a:cubicBezTo>
                    <a:pt x="5582" y="104128"/>
                    <a:pt x="15443" y="98677"/>
                    <a:pt x="24755" y="93497"/>
                  </a:cubicBezTo>
                  <a:cubicBezTo>
                    <a:pt x="62554" y="72236"/>
                    <a:pt x="82001" y="64058"/>
                    <a:pt x="82001" y="64058"/>
                  </a:cubicBezTo>
                  <a:cubicBezTo>
                    <a:pt x="94327" y="59424"/>
                    <a:pt x="106927" y="56153"/>
                    <a:pt x="118705" y="50156"/>
                  </a:cubicBezTo>
                  <a:cubicBezTo>
                    <a:pt x="128017" y="45249"/>
                    <a:pt x="163077" y="20989"/>
                    <a:pt x="163351" y="20717"/>
                  </a:cubicBezTo>
                  <a:cubicBezTo>
                    <a:pt x="170198" y="16083"/>
                    <a:pt x="170472" y="15265"/>
                    <a:pt x="171294" y="13902"/>
                  </a:cubicBezTo>
                  <a:cubicBezTo>
                    <a:pt x="166364" y="13629"/>
                    <a:pt x="160612" y="16628"/>
                    <a:pt x="160612" y="16628"/>
                  </a:cubicBezTo>
                  <a:cubicBezTo>
                    <a:pt x="149930" y="22625"/>
                    <a:pt x="140617" y="31075"/>
                    <a:pt x="129934" y="37072"/>
                  </a:cubicBezTo>
                  <a:cubicBezTo>
                    <a:pt x="143082" y="23988"/>
                    <a:pt x="158695" y="13629"/>
                    <a:pt x="171568" y="0"/>
                  </a:cubicBezTo>
                  <a:cubicBezTo>
                    <a:pt x="171020" y="0"/>
                    <a:pt x="170472" y="0"/>
                    <a:pt x="170198" y="0"/>
                  </a:cubicBezTo>
                  <a:cubicBezTo>
                    <a:pt x="169651" y="0"/>
                    <a:pt x="126100" y="22625"/>
                    <a:pt x="124730" y="28622"/>
                  </a:cubicBezTo>
                  <a:cubicBezTo>
                    <a:pt x="123635" y="32983"/>
                    <a:pt x="117883" y="44159"/>
                    <a:pt x="84467" y="52064"/>
                  </a:cubicBezTo>
                  <a:cubicBezTo>
                    <a:pt x="84467" y="52064"/>
                    <a:pt x="83919" y="51519"/>
                    <a:pt x="83645" y="51246"/>
                  </a:cubicBezTo>
                  <a:cubicBezTo>
                    <a:pt x="84467" y="50156"/>
                    <a:pt x="85288" y="49338"/>
                    <a:pt x="86110" y="48521"/>
                  </a:cubicBezTo>
                  <a:cubicBezTo>
                    <a:pt x="86110" y="48521"/>
                    <a:pt x="86658" y="47975"/>
                    <a:pt x="86932" y="47703"/>
                  </a:cubicBezTo>
                  <a:cubicBezTo>
                    <a:pt x="91588" y="42796"/>
                    <a:pt x="106927" y="39798"/>
                    <a:pt x="100627" y="32710"/>
                  </a:cubicBezTo>
                  <a:cubicBezTo>
                    <a:pt x="99805" y="32710"/>
                    <a:pt x="10239" y="76052"/>
                    <a:pt x="9417" y="88318"/>
                  </a:cubicBezTo>
                  <a:cubicBezTo>
                    <a:pt x="9417" y="88318"/>
                    <a:pt x="23843" y="80503"/>
                    <a:pt x="52694" y="64876"/>
                  </a:cubicBezTo>
                  <a:cubicBezTo>
                    <a:pt x="48311" y="71963"/>
                    <a:pt x="40368" y="74416"/>
                    <a:pt x="34342" y="79050"/>
                  </a:cubicBezTo>
                  <a:cubicBezTo>
                    <a:pt x="35438" y="79050"/>
                    <a:pt x="35712" y="79050"/>
                    <a:pt x="46120" y="73326"/>
                  </a:cubicBezTo>
                  <a:cubicBezTo>
                    <a:pt x="48859" y="71690"/>
                    <a:pt x="54337" y="68965"/>
                    <a:pt x="65019" y="65148"/>
                  </a:cubicBezTo>
                  <a:cubicBezTo>
                    <a:pt x="55159" y="71690"/>
                    <a:pt x="23386" y="88318"/>
                    <a:pt x="5308" y="96496"/>
                  </a:cubicBezTo>
                  <a:cubicBezTo>
                    <a:pt x="-992" y="99222"/>
                    <a:pt x="-1266" y="103038"/>
                    <a:pt x="2295" y="103311"/>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4" name="Freeform: Shape 143">
              <a:extLst>
                <a:ext uri="{FF2B5EF4-FFF2-40B4-BE49-F238E27FC236}">
                  <a16:creationId xmlns:a16="http://schemas.microsoft.com/office/drawing/2014/main" id="{CD774D06-13F5-9C2D-90A8-0CC1F5A64122}"/>
                </a:ext>
              </a:extLst>
            </p:cNvPr>
            <p:cNvSpPr/>
            <p:nvPr/>
          </p:nvSpPr>
          <p:spPr>
            <a:xfrm>
              <a:off x="-107303" y="3519278"/>
              <a:ext cx="337968" cy="267031"/>
            </a:xfrm>
            <a:custGeom>
              <a:avLst/>
              <a:gdLst>
                <a:gd name="connsiteX0" fmla="*/ 4104 w 272549"/>
                <a:gd name="connsiteY0" fmla="*/ 198989 h 215343"/>
                <a:gd name="connsiteX1" fmla="*/ 21908 w 272549"/>
                <a:gd name="connsiteY1" fmla="*/ 195173 h 215343"/>
                <a:gd name="connsiteX2" fmla="*/ 22730 w 272549"/>
                <a:gd name="connsiteY2" fmla="*/ 196263 h 215343"/>
                <a:gd name="connsiteX3" fmla="*/ 8761 w 272549"/>
                <a:gd name="connsiteY3" fmla="*/ 215344 h 215343"/>
                <a:gd name="connsiteX4" fmla="*/ 110379 w 272549"/>
                <a:gd name="connsiteY4" fmla="*/ 161372 h 215343"/>
                <a:gd name="connsiteX5" fmla="*/ 132018 w 272549"/>
                <a:gd name="connsiteY5" fmla="*/ 146652 h 215343"/>
                <a:gd name="connsiteX6" fmla="*/ 133387 w 272549"/>
                <a:gd name="connsiteY6" fmla="*/ 147470 h 215343"/>
                <a:gd name="connsiteX7" fmla="*/ 130100 w 272549"/>
                <a:gd name="connsiteY7" fmla="*/ 154012 h 215343"/>
                <a:gd name="connsiteX8" fmla="*/ 155847 w 272549"/>
                <a:gd name="connsiteY8" fmla="*/ 161644 h 215343"/>
                <a:gd name="connsiteX9" fmla="*/ 198302 w 272549"/>
                <a:gd name="connsiteY9" fmla="*/ 131114 h 215343"/>
                <a:gd name="connsiteX10" fmla="*/ 199398 w 272549"/>
                <a:gd name="connsiteY10" fmla="*/ 130024 h 215343"/>
                <a:gd name="connsiteX11" fmla="*/ 177212 w 272549"/>
                <a:gd name="connsiteY11" fmla="*/ 140382 h 215343"/>
                <a:gd name="connsiteX12" fmla="*/ 214737 w 272549"/>
                <a:gd name="connsiteY12" fmla="*/ 118303 h 215343"/>
                <a:gd name="connsiteX13" fmla="*/ 222954 w 272549"/>
                <a:gd name="connsiteY13" fmla="*/ 116940 h 215343"/>
                <a:gd name="connsiteX14" fmla="*/ 231993 w 272549"/>
                <a:gd name="connsiteY14" fmla="*/ 98131 h 215343"/>
                <a:gd name="connsiteX15" fmla="*/ 222132 w 272549"/>
                <a:gd name="connsiteY15" fmla="*/ 71963 h 215343"/>
                <a:gd name="connsiteX16" fmla="*/ 272530 w 272549"/>
                <a:gd name="connsiteY16" fmla="*/ 4361 h 215343"/>
                <a:gd name="connsiteX17" fmla="*/ 265683 w 272549"/>
                <a:gd name="connsiteY17" fmla="*/ 2181 h 215343"/>
                <a:gd name="connsiteX18" fmla="*/ 264861 w 272549"/>
                <a:gd name="connsiteY18" fmla="*/ 0 h 215343"/>
                <a:gd name="connsiteX19" fmla="*/ 264313 w 272549"/>
                <a:gd name="connsiteY19" fmla="*/ 545 h 215343"/>
                <a:gd name="connsiteX20" fmla="*/ 203233 w 272549"/>
                <a:gd name="connsiteY20" fmla="*/ 58061 h 215343"/>
                <a:gd name="connsiteX21" fmla="*/ 214463 w 272549"/>
                <a:gd name="connsiteY21" fmla="*/ 37072 h 215343"/>
                <a:gd name="connsiteX22" fmla="*/ 212545 w 272549"/>
                <a:gd name="connsiteY22" fmla="*/ 35709 h 215343"/>
                <a:gd name="connsiteX23" fmla="*/ 184059 w 272549"/>
                <a:gd name="connsiteY23" fmla="*/ 49066 h 215343"/>
                <a:gd name="connsiteX24" fmla="*/ 194468 w 272549"/>
                <a:gd name="connsiteY24" fmla="*/ 36527 h 215343"/>
                <a:gd name="connsiteX25" fmla="*/ 193372 w 272549"/>
                <a:gd name="connsiteY25" fmla="*/ 35436 h 215343"/>
                <a:gd name="connsiteX26" fmla="*/ 155573 w 272549"/>
                <a:gd name="connsiteY26" fmla="*/ 55608 h 215343"/>
                <a:gd name="connsiteX27" fmla="*/ 187072 w 272549"/>
                <a:gd name="connsiteY27" fmla="*/ 28894 h 215343"/>
                <a:gd name="connsiteX28" fmla="*/ 71211 w 272549"/>
                <a:gd name="connsiteY28" fmla="*/ 113669 h 215343"/>
                <a:gd name="connsiteX29" fmla="*/ 75593 w 272549"/>
                <a:gd name="connsiteY29" fmla="*/ 115850 h 215343"/>
                <a:gd name="connsiteX30" fmla="*/ 60255 w 272549"/>
                <a:gd name="connsiteY30" fmla="*/ 127298 h 215343"/>
                <a:gd name="connsiteX31" fmla="*/ 37521 w 272549"/>
                <a:gd name="connsiteY31" fmla="*/ 146107 h 215343"/>
                <a:gd name="connsiteX32" fmla="*/ 41629 w 272549"/>
                <a:gd name="connsiteY32" fmla="*/ 146652 h 215343"/>
                <a:gd name="connsiteX33" fmla="*/ 75867 w 272549"/>
                <a:gd name="connsiteY33" fmla="*/ 133568 h 215343"/>
                <a:gd name="connsiteX34" fmla="*/ 101614 w 272549"/>
                <a:gd name="connsiteY34" fmla="*/ 133568 h 215343"/>
                <a:gd name="connsiteX35" fmla="*/ 56968 w 272549"/>
                <a:gd name="connsiteY35" fmla="*/ 154012 h 215343"/>
                <a:gd name="connsiteX36" fmla="*/ 4104 w 272549"/>
                <a:gd name="connsiteY36" fmla="*/ 198989 h 215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2549" h="215343">
                  <a:moveTo>
                    <a:pt x="4104" y="198989"/>
                  </a:moveTo>
                  <a:cubicBezTo>
                    <a:pt x="10678" y="200624"/>
                    <a:pt x="15608" y="194900"/>
                    <a:pt x="21908" y="195173"/>
                  </a:cubicBezTo>
                  <a:cubicBezTo>
                    <a:pt x="21908" y="195445"/>
                    <a:pt x="22456" y="195990"/>
                    <a:pt x="22730" y="196263"/>
                  </a:cubicBezTo>
                  <a:cubicBezTo>
                    <a:pt x="19991" y="203895"/>
                    <a:pt x="12595" y="208257"/>
                    <a:pt x="8761" y="215344"/>
                  </a:cubicBezTo>
                  <a:cubicBezTo>
                    <a:pt x="16156" y="215344"/>
                    <a:pt x="76415" y="188903"/>
                    <a:pt x="110379" y="161372"/>
                  </a:cubicBezTo>
                  <a:cubicBezTo>
                    <a:pt x="121335" y="152649"/>
                    <a:pt x="125992" y="148833"/>
                    <a:pt x="132018" y="146652"/>
                  </a:cubicBezTo>
                  <a:cubicBezTo>
                    <a:pt x="132292" y="146652"/>
                    <a:pt x="132839" y="147197"/>
                    <a:pt x="133387" y="147470"/>
                  </a:cubicBezTo>
                  <a:cubicBezTo>
                    <a:pt x="131560" y="151103"/>
                    <a:pt x="130465" y="153284"/>
                    <a:pt x="130100" y="154012"/>
                  </a:cubicBezTo>
                  <a:cubicBezTo>
                    <a:pt x="133113" y="156738"/>
                    <a:pt x="155847" y="161644"/>
                    <a:pt x="155847" y="161644"/>
                  </a:cubicBezTo>
                  <a:cubicBezTo>
                    <a:pt x="170090" y="156920"/>
                    <a:pt x="184243" y="146742"/>
                    <a:pt x="198302" y="131114"/>
                  </a:cubicBezTo>
                  <a:cubicBezTo>
                    <a:pt x="198302" y="131114"/>
                    <a:pt x="199124" y="130024"/>
                    <a:pt x="199398" y="130024"/>
                  </a:cubicBezTo>
                  <a:cubicBezTo>
                    <a:pt x="197938" y="129662"/>
                    <a:pt x="190543" y="133112"/>
                    <a:pt x="177212" y="140382"/>
                  </a:cubicBezTo>
                  <a:cubicBezTo>
                    <a:pt x="179403" y="133295"/>
                    <a:pt x="200220" y="117485"/>
                    <a:pt x="214737" y="118303"/>
                  </a:cubicBezTo>
                  <a:cubicBezTo>
                    <a:pt x="219941" y="118303"/>
                    <a:pt x="221036" y="118303"/>
                    <a:pt x="222954" y="116940"/>
                  </a:cubicBezTo>
                  <a:cubicBezTo>
                    <a:pt x="222954" y="116940"/>
                    <a:pt x="233910" y="106854"/>
                    <a:pt x="231993" y="98131"/>
                  </a:cubicBezTo>
                  <a:cubicBezTo>
                    <a:pt x="220763" y="91862"/>
                    <a:pt x="216106" y="79323"/>
                    <a:pt x="222132" y="71963"/>
                  </a:cubicBezTo>
                  <a:cubicBezTo>
                    <a:pt x="227336" y="65421"/>
                    <a:pt x="273626" y="8995"/>
                    <a:pt x="272530" y="4361"/>
                  </a:cubicBezTo>
                  <a:cubicBezTo>
                    <a:pt x="270339" y="3271"/>
                    <a:pt x="268148" y="2998"/>
                    <a:pt x="265683" y="2181"/>
                  </a:cubicBezTo>
                  <a:cubicBezTo>
                    <a:pt x="265683" y="1635"/>
                    <a:pt x="265135" y="545"/>
                    <a:pt x="264861" y="0"/>
                  </a:cubicBezTo>
                  <a:cubicBezTo>
                    <a:pt x="264861" y="0"/>
                    <a:pt x="264587" y="273"/>
                    <a:pt x="264313" y="545"/>
                  </a:cubicBezTo>
                  <a:cubicBezTo>
                    <a:pt x="242949" y="18536"/>
                    <a:pt x="228158" y="43886"/>
                    <a:pt x="203233" y="58061"/>
                  </a:cubicBezTo>
                  <a:cubicBezTo>
                    <a:pt x="200768" y="47703"/>
                    <a:pt x="211450" y="44432"/>
                    <a:pt x="214463" y="37072"/>
                  </a:cubicBezTo>
                  <a:cubicBezTo>
                    <a:pt x="213915" y="36527"/>
                    <a:pt x="213093" y="35982"/>
                    <a:pt x="212545" y="35709"/>
                  </a:cubicBezTo>
                  <a:cubicBezTo>
                    <a:pt x="202685" y="39253"/>
                    <a:pt x="194468" y="46885"/>
                    <a:pt x="184059" y="49066"/>
                  </a:cubicBezTo>
                  <a:cubicBezTo>
                    <a:pt x="187072" y="44432"/>
                    <a:pt x="192003" y="41433"/>
                    <a:pt x="194468" y="36527"/>
                  </a:cubicBezTo>
                  <a:cubicBezTo>
                    <a:pt x="194194" y="36254"/>
                    <a:pt x="193646" y="35709"/>
                    <a:pt x="193372" y="35436"/>
                  </a:cubicBezTo>
                  <a:cubicBezTo>
                    <a:pt x="179403" y="39525"/>
                    <a:pt x="168995" y="50429"/>
                    <a:pt x="155573" y="55608"/>
                  </a:cubicBezTo>
                  <a:cubicBezTo>
                    <a:pt x="163790" y="44159"/>
                    <a:pt x="177486" y="38980"/>
                    <a:pt x="187072" y="28894"/>
                  </a:cubicBezTo>
                  <a:cubicBezTo>
                    <a:pt x="178581" y="29712"/>
                    <a:pt x="68746" y="100585"/>
                    <a:pt x="71211" y="113669"/>
                  </a:cubicBezTo>
                  <a:cubicBezTo>
                    <a:pt x="72580" y="114214"/>
                    <a:pt x="74224" y="115032"/>
                    <a:pt x="75593" y="115850"/>
                  </a:cubicBezTo>
                  <a:cubicBezTo>
                    <a:pt x="73402" y="119393"/>
                    <a:pt x="73402" y="119666"/>
                    <a:pt x="60255" y="127298"/>
                  </a:cubicBezTo>
                  <a:cubicBezTo>
                    <a:pt x="38342" y="140382"/>
                    <a:pt x="37247" y="143108"/>
                    <a:pt x="37521" y="146107"/>
                  </a:cubicBezTo>
                  <a:cubicBezTo>
                    <a:pt x="38616" y="146652"/>
                    <a:pt x="40260" y="146925"/>
                    <a:pt x="41629" y="146652"/>
                  </a:cubicBezTo>
                  <a:cubicBezTo>
                    <a:pt x="53955" y="144199"/>
                    <a:pt x="63815" y="136021"/>
                    <a:pt x="75867" y="133568"/>
                  </a:cubicBezTo>
                  <a:cubicBezTo>
                    <a:pt x="84358" y="131660"/>
                    <a:pt x="93123" y="135476"/>
                    <a:pt x="101614" y="133568"/>
                  </a:cubicBezTo>
                  <a:cubicBezTo>
                    <a:pt x="86276" y="145289"/>
                    <a:pt x="65733" y="151558"/>
                    <a:pt x="56968" y="154012"/>
                  </a:cubicBezTo>
                  <a:cubicBezTo>
                    <a:pt x="-552" y="171185"/>
                    <a:pt x="-6030" y="196535"/>
                    <a:pt x="4104" y="198989"/>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5" name="Freeform: Shape 144">
              <a:extLst>
                <a:ext uri="{FF2B5EF4-FFF2-40B4-BE49-F238E27FC236}">
                  <a16:creationId xmlns:a16="http://schemas.microsoft.com/office/drawing/2014/main" id="{8E4336DB-3E00-D1AE-977C-96BFC89ED024}"/>
                </a:ext>
              </a:extLst>
            </p:cNvPr>
            <p:cNvSpPr/>
            <p:nvPr/>
          </p:nvSpPr>
          <p:spPr>
            <a:xfrm>
              <a:off x="482279" y="3889389"/>
              <a:ext cx="40312" cy="36126"/>
            </a:xfrm>
            <a:custGeom>
              <a:avLst/>
              <a:gdLst>
                <a:gd name="connsiteX0" fmla="*/ 32082 w 32509"/>
                <a:gd name="connsiteY0" fmla="*/ 4375 h 29133"/>
                <a:gd name="connsiteX1" fmla="*/ 25234 w 32509"/>
                <a:gd name="connsiteY1" fmla="*/ 286 h 29133"/>
                <a:gd name="connsiteX2" fmla="*/ 4144 w 32509"/>
                <a:gd name="connsiteY2" fmla="*/ 8464 h 29133"/>
                <a:gd name="connsiteX3" fmla="*/ 2226 w 32509"/>
                <a:gd name="connsiteY3" fmla="*/ 28363 h 29133"/>
                <a:gd name="connsiteX4" fmla="*/ 32082 w 32509"/>
                <a:gd name="connsiteY4" fmla="*/ 4375 h 29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09" h="29133">
                  <a:moveTo>
                    <a:pt x="32082" y="4375"/>
                  </a:moveTo>
                  <a:cubicBezTo>
                    <a:pt x="33999" y="-532"/>
                    <a:pt x="29069" y="-259"/>
                    <a:pt x="25234" y="286"/>
                  </a:cubicBezTo>
                  <a:cubicBezTo>
                    <a:pt x="25234" y="286"/>
                    <a:pt x="8526" y="3285"/>
                    <a:pt x="4144" y="8464"/>
                  </a:cubicBezTo>
                  <a:cubicBezTo>
                    <a:pt x="-1882" y="15824"/>
                    <a:pt x="-239" y="26182"/>
                    <a:pt x="2226" y="28363"/>
                  </a:cubicBezTo>
                  <a:cubicBezTo>
                    <a:pt x="8526" y="33542"/>
                    <a:pt x="29617" y="11190"/>
                    <a:pt x="32082" y="4375"/>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6" name="Freeform: Shape 145">
              <a:extLst>
                <a:ext uri="{FF2B5EF4-FFF2-40B4-BE49-F238E27FC236}">
                  <a16:creationId xmlns:a16="http://schemas.microsoft.com/office/drawing/2014/main" id="{7E158195-65EB-D9C5-BB47-4CC3918CF4E4}"/>
                </a:ext>
              </a:extLst>
            </p:cNvPr>
            <p:cNvSpPr/>
            <p:nvPr/>
          </p:nvSpPr>
          <p:spPr>
            <a:xfrm>
              <a:off x="331857" y="3762500"/>
              <a:ext cx="160735" cy="126567"/>
            </a:xfrm>
            <a:custGeom>
              <a:avLst/>
              <a:gdLst>
                <a:gd name="connsiteX0" fmla="*/ 125174 w 129622"/>
                <a:gd name="connsiteY0" fmla="*/ 66360 h 102068"/>
                <a:gd name="connsiteX1" fmla="*/ 129009 w 129622"/>
                <a:gd name="connsiteY1" fmla="*/ 63089 h 102068"/>
                <a:gd name="connsiteX2" fmla="*/ 125996 w 129622"/>
                <a:gd name="connsiteY2" fmla="*/ 51095 h 102068"/>
                <a:gd name="connsiteX3" fmla="*/ 114218 w 129622"/>
                <a:gd name="connsiteY3" fmla="*/ 42100 h 102068"/>
                <a:gd name="connsiteX4" fmla="*/ 98058 w 129622"/>
                <a:gd name="connsiteY4" fmla="*/ 21656 h 102068"/>
                <a:gd name="connsiteX5" fmla="*/ 94223 w 129622"/>
                <a:gd name="connsiteY5" fmla="*/ 19202 h 102068"/>
                <a:gd name="connsiteX6" fmla="*/ 71763 w 129622"/>
                <a:gd name="connsiteY6" fmla="*/ 11570 h 102068"/>
                <a:gd name="connsiteX7" fmla="*/ 62724 w 129622"/>
                <a:gd name="connsiteY7" fmla="*/ 121 h 102068"/>
                <a:gd name="connsiteX8" fmla="*/ 60807 w 129622"/>
                <a:gd name="connsiteY8" fmla="*/ 121 h 102068"/>
                <a:gd name="connsiteX9" fmla="*/ 32047 w 129622"/>
                <a:gd name="connsiteY9" fmla="*/ 34467 h 102068"/>
                <a:gd name="connsiteX10" fmla="*/ 23282 w 129622"/>
                <a:gd name="connsiteY10" fmla="*/ 47551 h 102068"/>
                <a:gd name="connsiteX11" fmla="*/ 0 w 129622"/>
                <a:gd name="connsiteY11" fmla="*/ 85168 h 102068"/>
                <a:gd name="connsiteX12" fmla="*/ 15065 w 129622"/>
                <a:gd name="connsiteY12" fmla="*/ 93346 h 102068"/>
                <a:gd name="connsiteX13" fmla="*/ 17804 w 129622"/>
                <a:gd name="connsiteY13" fmla="*/ 102069 h 102068"/>
                <a:gd name="connsiteX14" fmla="*/ 30951 w 129622"/>
                <a:gd name="connsiteY14" fmla="*/ 92256 h 102068"/>
                <a:gd name="connsiteX15" fmla="*/ 81623 w 129622"/>
                <a:gd name="connsiteY15" fmla="*/ 65270 h 102068"/>
                <a:gd name="connsiteX16" fmla="*/ 125174 w 129622"/>
                <a:gd name="connsiteY16" fmla="*/ 66360 h 10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9622" h="102068">
                  <a:moveTo>
                    <a:pt x="125174" y="66360"/>
                  </a:moveTo>
                  <a:cubicBezTo>
                    <a:pt x="125174" y="66360"/>
                    <a:pt x="128187" y="64997"/>
                    <a:pt x="129009" y="63089"/>
                  </a:cubicBezTo>
                  <a:cubicBezTo>
                    <a:pt x="130926" y="59273"/>
                    <a:pt x="127913" y="53003"/>
                    <a:pt x="125996" y="51095"/>
                  </a:cubicBezTo>
                  <a:cubicBezTo>
                    <a:pt x="122435" y="47824"/>
                    <a:pt x="117505" y="45643"/>
                    <a:pt x="114218" y="42100"/>
                  </a:cubicBezTo>
                  <a:cubicBezTo>
                    <a:pt x="108192" y="35830"/>
                    <a:pt x="105179" y="27107"/>
                    <a:pt x="98058" y="21656"/>
                  </a:cubicBezTo>
                  <a:cubicBezTo>
                    <a:pt x="96962" y="20838"/>
                    <a:pt x="95592" y="20020"/>
                    <a:pt x="94223" y="19202"/>
                  </a:cubicBezTo>
                  <a:cubicBezTo>
                    <a:pt x="87375" y="14841"/>
                    <a:pt x="78610" y="15659"/>
                    <a:pt x="71763" y="11570"/>
                  </a:cubicBezTo>
                  <a:cubicBezTo>
                    <a:pt x="67380" y="8844"/>
                    <a:pt x="67380" y="2847"/>
                    <a:pt x="62724" y="121"/>
                  </a:cubicBezTo>
                  <a:cubicBezTo>
                    <a:pt x="62176" y="-151"/>
                    <a:pt x="61354" y="121"/>
                    <a:pt x="60807" y="121"/>
                  </a:cubicBezTo>
                  <a:cubicBezTo>
                    <a:pt x="54507" y="3120"/>
                    <a:pt x="33142" y="33104"/>
                    <a:pt x="32047" y="34467"/>
                  </a:cubicBezTo>
                  <a:cubicBezTo>
                    <a:pt x="29308" y="38283"/>
                    <a:pt x="25747" y="43735"/>
                    <a:pt x="23282" y="47551"/>
                  </a:cubicBezTo>
                  <a:lnTo>
                    <a:pt x="0" y="85168"/>
                  </a:lnTo>
                  <a:cubicBezTo>
                    <a:pt x="9313" y="85896"/>
                    <a:pt x="14333" y="88622"/>
                    <a:pt x="15065" y="93346"/>
                  </a:cubicBezTo>
                  <a:cubicBezTo>
                    <a:pt x="15796" y="98070"/>
                    <a:pt x="16708" y="100978"/>
                    <a:pt x="17804" y="102069"/>
                  </a:cubicBezTo>
                  <a:cubicBezTo>
                    <a:pt x="19721" y="101796"/>
                    <a:pt x="23556" y="98798"/>
                    <a:pt x="30951" y="92256"/>
                  </a:cubicBezTo>
                  <a:cubicBezTo>
                    <a:pt x="41907" y="82988"/>
                    <a:pt x="60259" y="67723"/>
                    <a:pt x="81623" y="65270"/>
                  </a:cubicBezTo>
                  <a:cubicBezTo>
                    <a:pt x="96140" y="63634"/>
                    <a:pt x="110383" y="71539"/>
                    <a:pt x="125174" y="66360"/>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7" name="Freeform: Shape 146">
              <a:extLst>
                <a:ext uri="{FF2B5EF4-FFF2-40B4-BE49-F238E27FC236}">
                  <a16:creationId xmlns:a16="http://schemas.microsoft.com/office/drawing/2014/main" id="{E9B6046E-D37D-36BF-39E2-A520DF54BAB0}"/>
                </a:ext>
              </a:extLst>
            </p:cNvPr>
            <p:cNvSpPr/>
            <p:nvPr/>
          </p:nvSpPr>
          <p:spPr>
            <a:xfrm>
              <a:off x="381798" y="3876267"/>
              <a:ext cx="68848" cy="43979"/>
            </a:xfrm>
            <a:custGeom>
              <a:avLst/>
              <a:gdLst>
                <a:gd name="connsiteX0" fmla="*/ 46553 w 55521"/>
                <a:gd name="connsiteY0" fmla="*/ 509 h 35466"/>
                <a:gd name="connsiteX1" fmla="*/ 5468 w 55521"/>
                <a:gd name="connsiteY1" fmla="*/ 14956 h 35466"/>
                <a:gd name="connsiteX2" fmla="*/ 1907 w 55521"/>
                <a:gd name="connsiteY2" fmla="*/ 34855 h 35466"/>
                <a:gd name="connsiteX3" fmla="*/ 54223 w 55521"/>
                <a:gd name="connsiteY3" fmla="*/ 5961 h 35466"/>
                <a:gd name="connsiteX4" fmla="*/ 46553 w 55521"/>
                <a:gd name="connsiteY4" fmla="*/ 509 h 35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21" h="35466">
                  <a:moveTo>
                    <a:pt x="46553" y="509"/>
                  </a:moveTo>
                  <a:cubicBezTo>
                    <a:pt x="46553" y="509"/>
                    <a:pt x="15602" y="7324"/>
                    <a:pt x="5468" y="14956"/>
                  </a:cubicBezTo>
                  <a:cubicBezTo>
                    <a:pt x="-558" y="19590"/>
                    <a:pt x="-1380" y="32402"/>
                    <a:pt x="1907" y="34855"/>
                  </a:cubicBezTo>
                  <a:cubicBezTo>
                    <a:pt x="8207" y="39489"/>
                    <a:pt x="47101" y="16592"/>
                    <a:pt x="54223" y="5961"/>
                  </a:cubicBezTo>
                  <a:cubicBezTo>
                    <a:pt x="56414" y="2417"/>
                    <a:pt x="56962" y="-1399"/>
                    <a:pt x="46553" y="509"/>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8" name="Freeform: Shape 147">
              <a:extLst>
                <a:ext uri="{FF2B5EF4-FFF2-40B4-BE49-F238E27FC236}">
                  <a16:creationId xmlns:a16="http://schemas.microsoft.com/office/drawing/2014/main" id="{6120E858-5FB5-B4C0-5B32-4FBB72FABE8D}"/>
                </a:ext>
              </a:extLst>
            </p:cNvPr>
            <p:cNvSpPr/>
            <p:nvPr/>
          </p:nvSpPr>
          <p:spPr>
            <a:xfrm>
              <a:off x="333130" y="6016338"/>
              <a:ext cx="53760" cy="35693"/>
            </a:xfrm>
            <a:custGeom>
              <a:avLst/>
              <a:gdLst>
                <a:gd name="connsiteX0" fmla="*/ 6370 w 43354"/>
                <a:gd name="connsiteY0" fmla="*/ 433 h 28784"/>
                <a:gd name="connsiteX1" fmla="*/ 8561 w 43354"/>
                <a:gd name="connsiteY1" fmla="*/ 26056 h 28784"/>
                <a:gd name="connsiteX2" fmla="*/ 43347 w 43354"/>
                <a:gd name="connsiteY2" fmla="*/ 20877 h 28784"/>
                <a:gd name="connsiteX3" fmla="*/ 6370 w 43354"/>
                <a:gd name="connsiteY3" fmla="*/ 433 h 28784"/>
              </a:gdLst>
              <a:ahLst/>
              <a:cxnLst>
                <a:cxn ang="0">
                  <a:pos x="connsiteX0" y="connsiteY0"/>
                </a:cxn>
                <a:cxn ang="0">
                  <a:pos x="connsiteX1" y="connsiteY1"/>
                </a:cxn>
                <a:cxn ang="0">
                  <a:pos x="connsiteX2" y="connsiteY2"/>
                </a:cxn>
                <a:cxn ang="0">
                  <a:pos x="connsiteX3" y="connsiteY3"/>
                </a:cxn>
              </a:cxnLst>
              <a:rect l="l" t="t" r="r" b="b"/>
              <a:pathLst>
                <a:path w="43354" h="28784">
                  <a:moveTo>
                    <a:pt x="6370" y="433"/>
                  </a:moveTo>
                  <a:cubicBezTo>
                    <a:pt x="-5408" y="5067"/>
                    <a:pt x="1440" y="23603"/>
                    <a:pt x="8561" y="26056"/>
                  </a:cubicBezTo>
                  <a:cubicBezTo>
                    <a:pt x="13492" y="27692"/>
                    <a:pt x="43895" y="33416"/>
                    <a:pt x="43347" y="20877"/>
                  </a:cubicBezTo>
                  <a:cubicBezTo>
                    <a:pt x="43073" y="13245"/>
                    <a:pt x="21709" y="-2838"/>
                    <a:pt x="6370" y="433"/>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9" name="Freeform: Shape 148">
              <a:extLst>
                <a:ext uri="{FF2B5EF4-FFF2-40B4-BE49-F238E27FC236}">
                  <a16:creationId xmlns:a16="http://schemas.microsoft.com/office/drawing/2014/main" id="{93BE0680-7F08-F9FC-BDFB-8C582AB16153}"/>
                </a:ext>
              </a:extLst>
            </p:cNvPr>
            <p:cNvSpPr/>
            <p:nvPr/>
          </p:nvSpPr>
          <p:spPr>
            <a:xfrm>
              <a:off x="2979150" y="4135818"/>
              <a:ext cx="18948" cy="6084"/>
            </a:xfrm>
            <a:custGeom>
              <a:avLst/>
              <a:gdLst>
                <a:gd name="connsiteX0" fmla="*/ 1586 w 15280"/>
                <a:gd name="connsiteY0" fmla="*/ 273 h 4906"/>
                <a:gd name="connsiteX1" fmla="*/ 490 w 15280"/>
                <a:gd name="connsiteY1" fmla="*/ 3816 h 4906"/>
                <a:gd name="connsiteX2" fmla="*/ 15281 w 15280"/>
                <a:gd name="connsiteY2" fmla="*/ 4907 h 4906"/>
                <a:gd name="connsiteX3" fmla="*/ 1586 w 15280"/>
                <a:gd name="connsiteY3" fmla="*/ 0 h 4906"/>
              </a:gdLst>
              <a:ahLst/>
              <a:cxnLst>
                <a:cxn ang="0">
                  <a:pos x="connsiteX0" y="connsiteY0"/>
                </a:cxn>
                <a:cxn ang="0">
                  <a:pos x="connsiteX1" y="connsiteY1"/>
                </a:cxn>
                <a:cxn ang="0">
                  <a:pos x="connsiteX2" y="connsiteY2"/>
                </a:cxn>
                <a:cxn ang="0">
                  <a:pos x="connsiteX3" y="connsiteY3"/>
                </a:cxn>
              </a:cxnLst>
              <a:rect l="l" t="t" r="r" b="b"/>
              <a:pathLst>
                <a:path w="15280" h="4906">
                  <a:moveTo>
                    <a:pt x="1586" y="273"/>
                  </a:moveTo>
                  <a:cubicBezTo>
                    <a:pt x="-606" y="545"/>
                    <a:pt x="-58" y="1636"/>
                    <a:pt x="490" y="3816"/>
                  </a:cubicBezTo>
                  <a:lnTo>
                    <a:pt x="15281" y="4907"/>
                  </a:lnTo>
                  <a:cubicBezTo>
                    <a:pt x="7337" y="1363"/>
                    <a:pt x="4051" y="273"/>
                    <a:pt x="1586" y="0"/>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50" name="Freeform: Shape 149">
              <a:extLst>
                <a:ext uri="{FF2B5EF4-FFF2-40B4-BE49-F238E27FC236}">
                  <a16:creationId xmlns:a16="http://schemas.microsoft.com/office/drawing/2014/main" id="{794A94E9-F1E7-2368-E194-678D5846CC8A}"/>
                </a:ext>
              </a:extLst>
            </p:cNvPr>
            <p:cNvSpPr/>
            <p:nvPr/>
          </p:nvSpPr>
          <p:spPr>
            <a:xfrm>
              <a:off x="1065716" y="4283193"/>
              <a:ext cx="264539" cy="251212"/>
            </a:xfrm>
            <a:custGeom>
              <a:avLst/>
              <a:gdLst>
                <a:gd name="connsiteX0" fmla="*/ 114590 w 213333"/>
                <a:gd name="connsiteY0" fmla="*/ 36799 h 202586"/>
                <a:gd name="connsiteX1" fmla="*/ 132942 w 213333"/>
                <a:gd name="connsiteY1" fmla="*/ 545 h 202586"/>
                <a:gd name="connsiteX2" fmla="*/ 130476 w 213333"/>
                <a:gd name="connsiteY2" fmla="*/ 0 h 202586"/>
                <a:gd name="connsiteX3" fmla="*/ 86378 w 213333"/>
                <a:gd name="connsiteY3" fmla="*/ 39253 h 202586"/>
                <a:gd name="connsiteX4" fmla="*/ 35158 w 213333"/>
                <a:gd name="connsiteY4" fmla="*/ 113942 h 202586"/>
                <a:gd name="connsiteX5" fmla="*/ 1741 w 213333"/>
                <a:gd name="connsiteY5" fmla="*/ 148560 h 202586"/>
                <a:gd name="connsiteX6" fmla="*/ 2563 w 213333"/>
                <a:gd name="connsiteY6" fmla="*/ 155920 h 202586"/>
                <a:gd name="connsiteX7" fmla="*/ 62000 w 213333"/>
                <a:gd name="connsiteY7" fmla="*/ 161644 h 202586"/>
                <a:gd name="connsiteX8" fmla="*/ 143898 w 213333"/>
                <a:gd name="connsiteY8" fmla="*/ 173911 h 202586"/>
                <a:gd name="connsiteX9" fmla="*/ 153484 w 213333"/>
                <a:gd name="connsiteY9" fmla="*/ 176364 h 202586"/>
                <a:gd name="connsiteX10" fmla="*/ 181422 w 213333"/>
                <a:gd name="connsiteY10" fmla="*/ 177182 h 202586"/>
                <a:gd name="connsiteX11" fmla="*/ 186627 w 213333"/>
                <a:gd name="connsiteY11" fmla="*/ 195990 h 202586"/>
                <a:gd name="connsiteX12" fmla="*/ 191557 w 213333"/>
                <a:gd name="connsiteY12" fmla="*/ 202532 h 202586"/>
                <a:gd name="connsiteX13" fmla="*/ 213195 w 213333"/>
                <a:gd name="connsiteY13" fmla="*/ 169277 h 202586"/>
                <a:gd name="connsiteX14" fmla="*/ 178410 w 213333"/>
                <a:gd name="connsiteY14" fmla="*/ 88864 h 202586"/>
                <a:gd name="connsiteX15" fmla="*/ 135407 w 213333"/>
                <a:gd name="connsiteY15" fmla="*/ 85865 h 202586"/>
                <a:gd name="connsiteX16" fmla="*/ 120616 w 213333"/>
                <a:gd name="connsiteY16" fmla="*/ 77415 h 202586"/>
                <a:gd name="connsiteX17" fmla="*/ 106099 w 213333"/>
                <a:gd name="connsiteY17" fmla="*/ 55335 h 202586"/>
                <a:gd name="connsiteX18" fmla="*/ 104455 w 213333"/>
                <a:gd name="connsiteY18" fmla="*/ 49338 h 202586"/>
                <a:gd name="connsiteX19" fmla="*/ 114316 w 213333"/>
                <a:gd name="connsiteY19" fmla="*/ 35982 h 202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3333" h="202586">
                  <a:moveTo>
                    <a:pt x="114590" y="36799"/>
                  </a:moveTo>
                  <a:cubicBezTo>
                    <a:pt x="128559" y="18536"/>
                    <a:pt x="134859" y="6270"/>
                    <a:pt x="132942" y="545"/>
                  </a:cubicBezTo>
                  <a:cubicBezTo>
                    <a:pt x="132120" y="545"/>
                    <a:pt x="131024" y="0"/>
                    <a:pt x="130476" y="0"/>
                  </a:cubicBezTo>
                  <a:cubicBezTo>
                    <a:pt x="122807" y="2453"/>
                    <a:pt x="102264" y="19899"/>
                    <a:pt x="86378" y="39253"/>
                  </a:cubicBezTo>
                  <a:cubicBezTo>
                    <a:pt x="67204" y="62695"/>
                    <a:pt x="54057" y="90227"/>
                    <a:pt x="35158" y="113942"/>
                  </a:cubicBezTo>
                  <a:cubicBezTo>
                    <a:pt x="25023" y="126481"/>
                    <a:pt x="11328" y="135476"/>
                    <a:pt x="1741" y="148560"/>
                  </a:cubicBezTo>
                  <a:cubicBezTo>
                    <a:pt x="-1819" y="153739"/>
                    <a:pt x="920" y="155102"/>
                    <a:pt x="2563" y="155920"/>
                  </a:cubicBezTo>
                  <a:cubicBezTo>
                    <a:pt x="4206" y="156828"/>
                    <a:pt x="24018" y="158736"/>
                    <a:pt x="62000" y="161644"/>
                  </a:cubicBezTo>
                  <a:cubicBezTo>
                    <a:pt x="94595" y="164370"/>
                    <a:pt x="118425" y="167096"/>
                    <a:pt x="143898" y="173911"/>
                  </a:cubicBezTo>
                  <a:cubicBezTo>
                    <a:pt x="146910" y="174729"/>
                    <a:pt x="150471" y="176092"/>
                    <a:pt x="153484" y="176364"/>
                  </a:cubicBezTo>
                  <a:cubicBezTo>
                    <a:pt x="162797" y="176909"/>
                    <a:pt x="172384" y="167641"/>
                    <a:pt x="181422" y="177182"/>
                  </a:cubicBezTo>
                  <a:cubicBezTo>
                    <a:pt x="185805" y="181816"/>
                    <a:pt x="186353" y="190539"/>
                    <a:pt x="186627" y="195990"/>
                  </a:cubicBezTo>
                  <a:cubicBezTo>
                    <a:pt x="186901" y="202260"/>
                    <a:pt x="189913" y="202805"/>
                    <a:pt x="191557" y="202532"/>
                  </a:cubicBezTo>
                  <a:cubicBezTo>
                    <a:pt x="200596" y="201442"/>
                    <a:pt x="211826" y="183996"/>
                    <a:pt x="213195" y="169277"/>
                  </a:cubicBezTo>
                  <a:cubicBezTo>
                    <a:pt x="215113" y="145562"/>
                    <a:pt x="196761" y="108490"/>
                    <a:pt x="178410" y="88864"/>
                  </a:cubicBezTo>
                  <a:cubicBezTo>
                    <a:pt x="172019" y="82139"/>
                    <a:pt x="157683" y="81141"/>
                    <a:pt x="135407" y="85865"/>
                  </a:cubicBezTo>
                  <a:cubicBezTo>
                    <a:pt x="125272" y="88046"/>
                    <a:pt x="123081" y="85865"/>
                    <a:pt x="120616" y="77415"/>
                  </a:cubicBezTo>
                  <a:cubicBezTo>
                    <a:pt x="116233" y="61332"/>
                    <a:pt x="112125" y="58606"/>
                    <a:pt x="106099" y="55335"/>
                  </a:cubicBezTo>
                  <a:cubicBezTo>
                    <a:pt x="102812" y="53700"/>
                    <a:pt x="102812" y="52609"/>
                    <a:pt x="104455" y="49338"/>
                  </a:cubicBezTo>
                  <a:cubicBezTo>
                    <a:pt x="106647" y="44977"/>
                    <a:pt x="111303" y="39798"/>
                    <a:pt x="114316" y="35982"/>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51" name="Freeform: Shape 150">
              <a:extLst>
                <a:ext uri="{FF2B5EF4-FFF2-40B4-BE49-F238E27FC236}">
                  <a16:creationId xmlns:a16="http://schemas.microsoft.com/office/drawing/2014/main" id="{D69A5633-B9FA-FC9F-A2EE-31D563AC7D3A}"/>
                </a:ext>
              </a:extLst>
            </p:cNvPr>
            <p:cNvSpPr/>
            <p:nvPr/>
          </p:nvSpPr>
          <p:spPr>
            <a:xfrm>
              <a:off x="2838182" y="3887039"/>
              <a:ext cx="420426" cy="439927"/>
            </a:xfrm>
            <a:custGeom>
              <a:avLst/>
              <a:gdLst>
                <a:gd name="connsiteX0" fmla="*/ 15018 w 339046"/>
                <a:gd name="connsiteY0" fmla="*/ 61060 h 354772"/>
                <a:gd name="connsiteX1" fmla="*/ 12553 w 339046"/>
                <a:gd name="connsiteY1" fmla="*/ 95133 h 354772"/>
                <a:gd name="connsiteX2" fmla="*/ 39395 w 339046"/>
                <a:gd name="connsiteY2" fmla="*/ 83684 h 354772"/>
                <a:gd name="connsiteX3" fmla="*/ 54186 w 339046"/>
                <a:gd name="connsiteY3" fmla="*/ 77687 h 354772"/>
                <a:gd name="connsiteX4" fmla="*/ 57199 w 339046"/>
                <a:gd name="connsiteY4" fmla="*/ 116667 h 354772"/>
                <a:gd name="connsiteX5" fmla="*/ 98558 w 339046"/>
                <a:gd name="connsiteY5" fmla="*/ 150196 h 354772"/>
                <a:gd name="connsiteX6" fmla="*/ 133070 w 339046"/>
                <a:gd name="connsiteY6" fmla="*/ 161372 h 354772"/>
                <a:gd name="connsiteX7" fmla="*/ 133618 w 339046"/>
                <a:gd name="connsiteY7" fmla="*/ 173911 h 354772"/>
                <a:gd name="connsiteX8" fmla="*/ 159365 w 339046"/>
                <a:gd name="connsiteY8" fmla="*/ 207984 h 354772"/>
                <a:gd name="connsiteX9" fmla="*/ 133892 w 339046"/>
                <a:gd name="connsiteY9" fmla="*/ 207984 h 354772"/>
                <a:gd name="connsiteX10" fmla="*/ 113897 w 339046"/>
                <a:gd name="connsiteY10" fmla="*/ 204440 h 354772"/>
                <a:gd name="connsiteX11" fmla="*/ 142931 w 339046"/>
                <a:gd name="connsiteY11" fmla="*/ 248327 h 354772"/>
                <a:gd name="connsiteX12" fmla="*/ 122388 w 339046"/>
                <a:gd name="connsiteY12" fmla="*/ 269861 h 354772"/>
                <a:gd name="connsiteX13" fmla="*/ 115267 w 339046"/>
                <a:gd name="connsiteY13" fmla="*/ 278039 h 354772"/>
                <a:gd name="connsiteX14" fmla="*/ 154161 w 339046"/>
                <a:gd name="connsiteY14" fmla="*/ 285944 h 354772"/>
                <a:gd name="connsiteX15" fmla="*/ 196616 w 339046"/>
                <a:gd name="connsiteY15" fmla="*/ 293849 h 354772"/>
                <a:gd name="connsiteX16" fmla="*/ 181278 w 339046"/>
                <a:gd name="connsiteY16" fmla="*/ 302027 h 354772"/>
                <a:gd name="connsiteX17" fmla="*/ 165391 w 339046"/>
                <a:gd name="connsiteY17" fmla="*/ 307751 h 354772"/>
                <a:gd name="connsiteX18" fmla="*/ 151422 w 339046"/>
                <a:gd name="connsiteY18" fmla="*/ 330376 h 354772"/>
                <a:gd name="connsiteX19" fmla="*/ 126223 w 339046"/>
                <a:gd name="connsiteY19" fmla="*/ 351910 h 354772"/>
                <a:gd name="connsiteX20" fmla="*/ 126497 w 339046"/>
                <a:gd name="connsiteY20" fmla="*/ 354636 h 354772"/>
                <a:gd name="connsiteX21" fmla="*/ 191686 w 339046"/>
                <a:gd name="connsiteY21" fmla="*/ 348094 h 354772"/>
                <a:gd name="connsiteX22" fmla="*/ 284539 w 339046"/>
                <a:gd name="connsiteY22" fmla="*/ 342097 h 354772"/>
                <a:gd name="connsiteX23" fmla="*/ 285635 w 339046"/>
                <a:gd name="connsiteY23" fmla="*/ 342097 h 354772"/>
                <a:gd name="connsiteX24" fmla="*/ 338498 w 339046"/>
                <a:gd name="connsiteY24" fmla="*/ 324379 h 354772"/>
                <a:gd name="connsiteX25" fmla="*/ 339046 w 339046"/>
                <a:gd name="connsiteY25" fmla="*/ 322471 h 354772"/>
                <a:gd name="connsiteX26" fmla="*/ 302069 w 339046"/>
                <a:gd name="connsiteY26" fmla="*/ 317019 h 354772"/>
                <a:gd name="connsiteX27" fmla="*/ 305082 w 339046"/>
                <a:gd name="connsiteY27" fmla="*/ 270679 h 354772"/>
                <a:gd name="connsiteX28" fmla="*/ 274131 w 339046"/>
                <a:gd name="connsiteY28" fmla="*/ 243420 h 354772"/>
                <a:gd name="connsiteX29" fmla="*/ 239619 w 339046"/>
                <a:gd name="connsiteY29" fmla="*/ 215617 h 354772"/>
                <a:gd name="connsiteX30" fmla="*/ 240167 w 339046"/>
                <a:gd name="connsiteY30" fmla="*/ 214254 h 354772"/>
                <a:gd name="connsiteX31" fmla="*/ 257423 w 339046"/>
                <a:gd name="connsiteY31" fmla="*/ 217525 h 354772"/>
                <a:gd name="connsiteX32" fmla="*/ 273857 w 339046"/>
                <a:gd name="connsiteY32" fmla="*/ 219705 h 354772"/>
                <a:gd name="connsiteX33" fmla="*/ 273857 w 339046"/>
                <a:gd name="connsiteY33" fmla="*/ 219160 h 354772"/>
                <a:gd name="connsiteX34" fmla="*/ 265366 w 339046"/>
                <a:gd name="connsiteY34" fmla="*/ 210710 h 354772"/>
                <a:gd name="connsiteX35" fmla="*/ 186481 w 339046"/>
                <a:gd name="connsiteY35" fmla="*/ 159464 h 354772"/>
                <a:gd name="connsiteX36" fmla="*/ 154435 w 339046"/>
                <a:gd name="connsiteY36" fmla="*/ 126753 h 354772"/>
                <a:gd name="connsiteX37" fmla="*/ 99654 w 339046"/>
                <a:gd name="connsiteY37" fmla="*/ 108762 h 354772"/>
                <a:gd name="connsiteX38" fmla="*/ 99380 w 339046"/>
                <a:gd name="connsiteY38" fmla="*/ 108762 h 354772"/>
                <a:gd name="connsiteX39" fmla="*/ 94450 w 339046"/>
                <a:gd name="connsiteY39" fmla="*/ 36254 h 354772"/>
                <a:gd name="connsiteX40" fmla="*/ 75551 w 339046"/>
                <a:gd name="connsiteY40" fmla="*/ 37617 h 354772"/>
                <a:gd name="connsiteX41" fmla="*/ 48434 w 339046"/>
                <a:gd name="connsiteY41" fmla="*/ 35164 h 354772"/>
                <a:gd name="connsiteX42" fmla="*/ 51721 w 339046"/>
                <a:gd name="connsiteY42" fmla="*/ 0 h 354772"/>
                <a:gd name="connsiteX43" fmla="*/ 227 w 339046"/>
                <a:gd name="connsiteY43" fmla="*/ 16628 h 354772"/>
                <a:gd name="connsiteX44" fmla="*/ 774 w 339046"/>
                <a:gd name="connsiteY44" fmla="*/ 21807 h 354772"/>
                <a:gd name="connsiteX45" fmla="*/ 15018 w 339046"/>
                <a:gd name="connsiteY45" fmla="*/ 61060 h 3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39046" h="354772">
                  <a:moveTo>
                    <a:pt x="15018" y="61060"/>
                  </a:moveTo>
                  <a:cubicBezTo>
                    <a:pt x="16935" y="72508"/>
                    <a:pt x="7896" y="83412"/>
                    <a:pt x="12553" y="95133"/>
                  </a:cubicBezTo>
                  <a:cubicBezTo>
                    <a:pt x="16113" y="96496"/>
                    <a:pt x="23509" y="95678"/>
                    <a:pt x="39395" y="83684"/>
                  </a:cubicBezTo>
                  <a:cubicBezTo>
                    <a:pt x="45147" y="79323"/>
                    <a:pt x="50351" y="75507"/>
                    <a:pt x="54186" y="77687"/>
                  </a:cubicBezTo>
                  <a:cubicBezTo>
                    <a:pt x="70346" y="86683"/>
                    <a:pt x="51721" y="104128"/>
                    <a:pt x="57199" y="116667"/>
                  </a:cubicBezTo>
                  <a:cubicBezTo>
                    <a:pt x="68429" y="142291"/>
                    <a:pt x="81850" y="145834"/>
                    <a:pt x="98558" y="150196"/>
                  </a:cubicBezTo>
                  <a:cubicBezTo>
                    <a:pt x="124853" y="157010"/>
                    <a:pt x="128140" y="157828"/>
                    <a:pt x="133070" y="161372"/>
                  </a:cubicBezTo>
                  <a:cubicBezTo>
                    <a:pt x="133892" y="165460"/>
                    <a:pt x="131427" y="169822"/>
                    <a:pt x="133618" y="173911"/>
                  </a:cubicBezTo>
                  <a:cubicBezTo>
                    <a:pt x="140740" y="186450"/>
                    <a:pt x="153065" y="194900"/>
                    <a:pt x="159365" y="207984"/>
                  </a:cubicBezTo>
                  <a:cubicBezTo>
                    <a:pt x="162652" y="221614"/>
                    <a:pt x="146218" y="213708"/>
                    <a:pt x="133892" y="207984"/>
                  </a:cubicBezTo>
                  <a:cubicBezTo>
                    <a:pt x="130413" y="206349"/>
                    <a:pt x="123758" y="205168"/>
                    <a:pt x="113897" y="204440"/>
                  </a:cubicBezTo>
                  <a:cubicBezTo>
                    <a:pt x="119923" y="221614"/>
                    <a:pt x="139096" y="229791"/>
                    <a:pt x="142931" y="248327"/>
                  </a:cubicBezTo>
                  <a:cubicBezTo>
                    <a:pt x="145122" y="258140"/>
                    <a:pt x="135809" y="263592"/>
                    <a:pt x="122388" y="269861"/>
                  </a:cubicBezTo>
                  <a:cubicBezTo>
                    <a:pt x="118827" y="271497"/>
                    <a:pt x="113349" y="274223"/>
                    <a:pt x="115267" y="278039"/>
                  </a:cubicBezTo>
                  <a:cubicBezTo>
                    <a:pt x="116362" y="280220"/>
                    <a:pt x="122114" y="287035"/>
                    <a:pt x="154161" y="285944"/>
                  </a:cubicBezTo>
                  <a:cubicBezTo>
                    <a:pt x="167582" y="285672"/>
                    <a:pt x="195795" y="284854"/>
                    <a:pt x="196616" y="293849"/>
                  </a:cubicBezTo>
                  <a:cubicBezTo>
                    <a:pt x="197438" y="302299"/>
                    <a:pt x="190864" y="302027"/>
                    <a:pt x="181278" y="302027"/>
                  </a:cubicBezTo>
                  <a:cubicBezTo>
                    <a:pt x="171965" y="302027"/>
                    <a:pt x="168952" y="304480"/>
                    <a:pt x="165391" y="307751"/>
                  </a:cubicBezTo>
                  <a:cubicBezTo>
                    <a:pt x="158544" y="314021"/>
                    <a:pt x="157448" y="323561"/>
                    <a:pt x="151422" y="330376"/>
                  </a:cubicBezTo>
                  <a:cubicBezTo>
                    <a:pt x="144027" y="338826"/>
                    <a:pt x="133892" y="343733"/>
                    <a:pt x="126223" y="351910"/>
                  </a:cubicBezTo>
                  <a:cubicBezTo>
                    <a:pt x="126223" y="352728"/>
                    <a:pt x="126223" y="353818"/>
                    <a:pt x="126497" y="354636"/>
                  </a:cubicBezTo>
                  <a:cubicBezTo>
                    <a:pt x="129427" y="355364"/>
                    <a:pt x="151148" y="353183"/>
                    <a:pt x="191686" y="348094"/>
                  </a:cubicBezTo>
                  <a:cubicBezTo>
                    <a:pt x="222363" y="344278"/>
                    <a:pt x="253862" y="346731"/>
                    <a:pt x="284539" y="342097"/>
                  </a:cubicBezTo>
                  <a:cubicBezTo>
                    <a:pt x="284813" y="342097"/>
                    <a:pt x="285361" y="342097"/>
                    <a:pt x="285635" y="342097"/>
                  </a:cubicBezTo>
                  <a:lnTo>
                    <a:pt x="338498" y="324379"/>
                  </a:lnTo>
                  <a:cubicBezTo>
                    <a:pt x="338498" y="324379"/>
                    <a:pt x="338773" y="323016"/>
                    <a:pt x="339046" y="322471"/>
                  </a:cubicBezTo>
                  <a:cubicBezTo>
                    <a:pt x="328090" y="311567"/>
                    <a:pt x="314121" y="321381"/>
                    <a:pt x="302069" y="317019"/>
                  </a:cubicBezTo>
                  <a:cubicBezTo>
                    <a:pt x="296317" y="301209"/>
                    <a:pt x="311108" y="286762"/>
                    <a:pt x="305082" y="270679"/>
                  </a:cubicBezTo>
                  <a:cubicBezTo>
                    <a:pt x="294400" y="242330"/>
                    <a:pt x="283170" y="242875"/>
                    <a:pt x="274131" y="243420"/>
                  </a:cubicBezTo>
                  <a:cubicBezTo>
                    <a:pt x="253588" y="244511"/>
                    <a:pt x="239619" y="215889"/>
                    <a:pt x="239619" y="215617"/>
                  </a:cubicBezTo>
                  <a:cubicBezTo>
                    <a:pt x="239619" y="215344"/>
                    <a:pt x="240167" y="214799"/>
                    <a:pt x="240167" y="214254"/>
                  </a:cubicBezTo>
                  <a:cubicBezTo>
                    <a:pt x="240167" y="214254"/>
                    <a:pt x="245919" y="215344"/>
                    <a:pt x="257423" y="217525"/>
                  </a:cubicBezTo>
                  <a:cubicBezTo>
                    <a:pt x="264818" y="219978"/>
                    <a:pt x="274679" y="223522"/>
                    <a:pt x="273857" y="219705"/>
                  </a:cubicBezTo>
                  <a:cubicBezTo>
                    <a:pt x="273857" y="219705"/>
                    <a:pt x="273857" y="219433"/>
                    <a:pt x="273857" y="219160"/>
                  </a:cubicBezTo>
                  <a:cubicBezTo>
                    <a:pt x="272762" y="217797"/>
                    <a:pt x="271118" y="215071"/>
                    <a:pt x="265366" y="210710"/>
                  </a:cubicBezTo>
                  <a:cubicBezTo>
                    <a:pt x="240441" y="191356"/>
                    <a:pt x="209216" y="181816"/>
                    <a:pt x="186481" y="159464"/>
                  </a:cubicBezTo>
                  <a:cubicBezTo>
                    <a:pt x="175525" y="148833"/>
                    <a:pt x="167856" y="135203"/>
                    <a:pt x="154435" y="126753"/>
                  </a:cubicBezTo>
                  <a:cubicBezTo>
                    <a:pt x="131427" y="112033"/>
                    <a:pt x="110336" y="109035"/>
                    <a:pt x="99654" y="108762"/>
                  </a:cubicBezTo>
                  <a:cubicBezTo>
                    <a:pt x="99654" y="108762"/>
                    <a:pt x="99654" y="108762"/>
                    <a:pt x="99380" y="108762"/>
                  </a:cubicBezTo>
                  <a:cubicBezTo>
                    <a:pt x="112802" y="96768"/>
                    <a:pt x="130605" y="37617"/>
                    <a:pt x="94450" y="36254"/>
                  </a:cubicBezTo>
                  <a:cubicBezTo>
                    <a:pt x="87876" y="36254"/>
                    <a:pt x="80481" y="37072"/>
                    <a:pt x="75551" y="37617"/>
                  </a:cubicBezTo>
                  <a:cubicBezTo>
                    <a:pt x="52542" y="40616"/>
                    <a:pt x="48434" y="41161"/>
                    <a:pt x="48434" y="35164"/>
                  </a:cubicBezTo>
                  <a:cubicBezTo>
                    <a:pt x="48160" y="23170"/>
                    <a:pt x="68429" y="818"/>
                    <a:pt x="51721" y="0"/>
                  </a:cubicBezTo>
                  <a:cubicBezTo>
                    <a:pt x="51173" y="0"/>
                    <a:pt x="6527" y="818"/>
                    <a:pt x="227" y="16628"/>
                  </a:cubicBezTo>
                  <a:cubicBezTo>
                    <a:pt x="-321" y="17991"/>
                    <a:pt x="227" y="20444"/>
                    <a:pt x="774" y="21807"/>
                  </a:cubicBezTo>
                  <a:cubicBezTo>
                    <a:pt x="2966" y="35982"/>
                    <a:pt x="12553" y="47158"/>
                    <a:pt x="15018" y="61060"/>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53" name="Freeform: Shape 152">
              <a:extLst>
                <a:ext uri="{FF2B5EF4-FFF2-40B4-BE49-F238E27FC236}">
                  <a16:creationId xmlns:a16="http://schemas.microsoft.com/office/drawing/2014/main" id="{E158A9EC-B446-816B-B939-2B37B65281EA}"/>
                </a:ext>
              </a:extLst>
            </p:cNvPr>
            <p:cNvSpPr/>
            <p:nvPr/>
          </p:nvSpPr>
          <p:spPr>
            <a:xfrm>
              <a:off x="2117050" y="3548318"/>
              <a:ext cx="382542" cy="136249"/>
            </a:xfrm>
            <a:custGeom>
              <a:avLst/>
              <a:gdLst>
                <a:gd name="connsiteX0" fmla="*/ 304582 w 308495"/>
                <a:gd name="connsiteY0" fmla="*/ 37913 h 109876"/>
                <a:gd name="connsiteX1" fmla="*/ 304582 w 308495"/>
                <a:gd name="connsiteY1" fmla="*/ 35460 h 109876"/>
                <a:gd name="connsiteX2" fmla="*/ 286230 w 308495"/>
                <a:gd name="connsiteY2" fmla="*/ 19105 h 109876"/>
                <a:gd name="connsiteX3" fmla="*/ 281299 w 308495"/>
                <a:gd name="connsiteY3" fmla="*/ 17469 h 109876"/>
                <a:gd name="connsiteX4" fmla="*/ 241857 w 308495"/>
                <a:gd name="connsiteY4" fmla="*/ 12018 h 109876"/>
                <a:gd name="connsiteX5" fmla="*/ 215289 w 308495"/>
                <a:gd name="connsiteY5" fmla="*/ 24 h 109876"/>
                <a:gd name="connsiteX6" fmla="*/ 178859 w 308495"/>
                <a:gd name="connsiteY6" fmla="*/ 10927 h 109876"/>
                <a:gd name="connsiteX7" fmla="*/ 142156 w 308495"/>
                <a:gd name="connsiteY7" fmla="*/ 16924 h 109876"/>
                <a:gd name="connsiteX8" fmla="*/ 134213 w 308495"/>
                <a:gd name="connsiteY8" fmla="*/ 32189 h 109876"/>
                <a:gd name="connsiteX9" fmla="*/ 114766 w 308495"/>
                <a:gd name="connsiteY9" fmla="*/ 32734 h 109876"/>
                <a:gd name="connsiteX10" fmla="*/ 111479 w 308495"/>
                <a:gd name="connsiteY10" fmla="*/ 34642 h 109876"/>
                <a:gd name="connsiteX11" fmla="*/ 107096 w 308495"/>
                <a:gd name="connsiteY11" fmla="*/ 66808 h 109876"/>
                <a:gd name="connsiteX12" fmla="*/ 71763 w 308495"/>
                <a:gd name="connsiteY12" fmla="*/ 34642 h 109876"/>
                <a:gd name="connsiteX13" fmla="*/ 6300 w 308495"/>
                <a:gd name="connsiteY13" fmla="*/ 13108 h 109876"/>
                <a:gd name="connsiteX14" fmla="*/ 27116 w 308495"/>
                <a:gd name="connsiteY14" fmla="*/ 27828 h 109876"/>
                <a:gd name="connsiteX15" fmla="*/ 0 w 308495"/>
                <a:gd name="connsiteY15" fmla="*/ 49635 h 109876"/>
                <a:gd name="connsiteX16" fmla="*/ 25199 w 308495"/>
                <a:gd name="connsiteY16" fmla="*/ 49090 h 109876"/>
                <a:gd name="connsiteX17" fmla="*/ 57246 w 308495"/>
                <a:gd name="connsiteY17" fmla="*/ 80710 h 109876"/>
                <a:gd name="connsiteX18" fmla="*/ 92306 w 308495"/>
                <a:gd name="connsiteY18" fmla="*/ 85889 h 109876"/>
                <a:gd name="connsiteX19" fmla="*/ 104357 w 308495"/>
                <a:gd name="connsiteY19" fmla="*/ 104152 h 109876"/>
                <a:gd name="connsiteX20" fmla="*/ 133391 w 308495"/>
                <a:gd name="connsiteY20" fmla="*/ 104970 h 109876"/>
                <a:gd name="connsiteX21" fmla="*/ 159412 w 308495"/>
                <a:gd name="connsiteY21" fmla="*/ 103334 h 109876"/>
                <a:gd name="connsiteX22" fmla="*/ 192829 w 308495"/>
                <a:gd name="connsiteY22" fmla="*/ 109876 h 109876"/>
                <a:gd name="connsiteX23" fmla="*/ 197485 w 308495"/>
                <a:gd name="connsiteY23" fmla="*/ 109876 h 109876"/>
                <a:gd name="connsiteX24" fmla="*/ 238571 w 308495"/>
                <a:gd name="connsiteY24" fmla="*/ 101971 h 109876"/>
                <a:gd name="connsiteX25" fmla="*/ 308416 w 308495"/>
                <a:gd name="connsiteY25" fmla="*/ 54541 h 109876"/>
                <a:gd name="connsiteX26" fmla="*/ 300199 w 308495"/>
                <a:gd name="connsiteY26" fmla="*/ 38731 h 109876"/>
                <a:gd name="connsiteX27" fmla="*/ 305129 w 308495"/>
                <a:gd name="connsiteY27" fmla="*/ 37641 h 109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8495" h="109876">
                  <a:moveTo>
                    <a:pt x="304582" y="37913"/>
                  </a:moveTo>
                  <a:cubicBezTo>
                    <a:pt x="304582" y="37913"/>
                    <a:pt x="304582" y="36005"/>
                    <a:pt x="304582" y="35460"/>
                  </a:cubicBezTo>
                  <a:cubicBezTo>
                    <a:pt x="302116" y="31099"/>
                    <a:pt x="294721" y="22649"/>
                    <a:pt x="286230" y="19105"/>
                  </a:cubicBezTo>
                  <a:cubicBezTo>
                    <a:pt x="284860" y="18560"/>
                    <a:pt x="282943" y="17742"/>
                    <a:pt x="281299" y="17469"/>
                  </a:cubicBezTo>
                  <a:cubicBezTo>
                    <a:pt x="268426" y="13926"/>
                    <a:pt x="254457" y="17197"/>
                    <a:pt x="241857" y="12018"/>
                  </a:cubicBezTo>
                  <a:cubicBezTo>
                    <a:pt x="232819" y="8474"/>
                    <a:pt x="226245" y="-521"/>
                    <a:pt x="215289" y="24"/>
                  </a:cubicBezTo>
                  <a:cubicBezTo>
                    <a:pt x="202963" y="3022"/>
                    <a:pt x="191185" y="8201"/>
                    <a:pt x="178859" y="10927"/>
                  </a:cubicBezTo>
                  <a:cubicBezTo>
                    <a:pt x="166808" y="13653"/>
                    <a:pt x="154208" y="13108"/>
                    <a:pt x="142156" y="16924"/>
                  </a:cubicBezTo>
                  <a:cubicBezTo>
                    <a:pt x="134487" y="19377"/>
                    <a:pt x="139965" y="28918"/>
                    <a:pt x="134213" y="32189"/>
                  </a:cubicBezTo>
                  <a:cubicBezTo>
                    <a:pt x="127913" y="35733"/>
                    <a:pt x="121340" y="28918"/>
                    <a:pt x="114766" y="32734"/>
                  </a:cubicBezTo>
                  <a:cubicBezTo>
                    <a:pt x="113670" y="33279"/>
                    <a:pt x="112575" y="34097"/>
                    <a:pt x="111479" y="34642"/>
                  </a:cubicBezTo>
                  <a:cubicBezTo>
                    <a:pt x="109014" y="45273"/>
                    <a:pt x="118601" y="57540"/>
                    <a:pt x="107096" y="66808"/>
                  </a:cubicBezTo>
                  <a:cubicBezTo>
                    <a:pt x="103536" y="65445"/>
                    <a:pt x="76419" y="43093"/>
                    <a:pt x="71763" y="34642"/>
                  </a:cubicBezTo>
                  <a:cubicBezTo>
                    <a:pt x="61628" y="15289"/>
                    <a:pt x="18352" y="3567"/>
                    <a:pt x="6300" y="13108"/>
                  </a:cubicBezTo>
                  <a:cubicBezTo>
                    <a:pt x="9861" y="22921"/>
                    <a:pt x="21638" y="20740"/>
                    <a:pt x="27116" y="27828"/>
                  </a:cubicBezTo>
                  <a:cubicBezTo>
                    <a:pt x="23830" y="42002"/>
                    <a:pt x="6848" y="39822"/>
                    <a:pt x="0" y="49635"/>
                  </a:cubicBezTo>
                  <a:cubicBezTo>
                    <a:pt x="3835" y="52361"/>
                    <a:pt x="17530" y="50452"/>
                    <a:pt x="25199" y="49090"/>
                  </a:cubicBezTo>
                  <a:cubicBezTo>
                    <a:pt x="38620" y="46636"/>
                    <a:pt x="80802" y="61356"/>
                    <a:pt x="57246" y="80710"/>
                  </a:cubicBezTo>
                  <a:cubicBezTo>
                    <a:pt x="67380" y="93249"/>
                    <a:pt x="80802" y="82618"/>
                    <a:pt x="92306" y="85889"/>
                  </a:cubicBezTo>
                  <a:cubicBezTo>
                    <a:pt x="104357" y="89160"/>
                    <a:pt x="104357" y="93521"/>
                    <a:pt x="104357" y="104152"/>
                  </a:cubicBezTo>
                  <a:cubicBezTo>
                    <a:pt x="107096" y="106605"/>
                    <a:pt x="109562" y="107423"/>
                    <a:pt x="133391" y="104970"/>
                  </a:cubicBezTo>
                  <a:cubicBezTo>
                    <a:pt x="149004" y="103334"/>
                    <a:pt x="154208" y="102789"/>
                    <a:pt x="159412" y="103334"/>
                  </a:cubicBezTo>
                  <a:cubicBezTo>
                    <a:pt x="170916" y="104152"/>
                    <a:pt x="181325" y="109059"/>
                    <a:pt x="192829" y="109876"/>
                  </a:cubicBezTo>
                  <a:cubicBezTo>
                    <a:pt x="194198" y="109876"/>
                    <a:pt x="196115" y="109876"/>
                    <a:pt x="197485" y="109876"/>
                  </a:cubicBezTo>
                  <a:cubicBezTo>
                    <a:pt x="201593" y="109876"/>
                    <a:pt x="207071" y="109876"/>
                    <a:pt x="238571" y="101971"/>
                  </a:cubicBezTo>
                  <a:cubicBezTo>
                    <a:pt x="267057" y="95157"/>
                    <a:pt x="310607" y="63809"/>
                    <a:pt x="308416" y="54541"/>
                  </a:cubicBezTo>
                  <a:cubicBezTo>
                    <a:pt x="307047" y="48544"/>
                    <a:pt x="301842" y="44728"/>
                    <a:pt x="300199" y="38731"/>
                  </a:cubicBezTo>
                  <a:cubicBezTo>
                    <a:pt x="301103" y="37823"/>
                    <a:pt x="302746" y="37458"/>
                    <a:pt x="305129" y="37641"/>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54" name="Freeform: Shape 153">
              <a:extLst>
                <a:ext uri="{FF2B5EF4-FFF2-40B4-BE49-F238E27FC236}">
                  <a16:creationId xmlns:a16="http://schemas.microsoft.com/office/drawing/2014/main" id="{2CFB953A-5126-9C3F-C797-52A2C8E54EC8}"/>
                </a:ext>
              </a:extLst>
            </p:cNvPr>
            <p:cNvSpPr/>
            <p:nvPr/>
          </p:nvSpPr>
          <p:spPr>
            <a:xfrm>
              <a:off x="187507" y="5795413"/>
              <a:ext cx="315200" cy="179906"/>
            </a:xfrm>
            <a:custGeom>
              <a:avLst/>
              <a:gdLst>
                <a:gd name="connsiteX0" fmla="*/ 162425 w 254188"/>
                <a:gd name="connsiteY0" fmla="*/ 127893 h 145082"/>
                <a:gd name="connsiteX1" fmla="*/ 254183 w 254188"/>
                <a:gd name="connsiteY1" fmla="*/ 140705 h 145082"/>
                <a:gd name="connsiteX2" fmla="*/ 153934 w 254188"/>
                <a:gd name="connsiteY2" fmla="*/ 20221 h 145082"/>
                <a:gd name="connsiteX3" fmla="*/ 54781 w 254188"/>
                <a:gd name="connsiteY3" fmla="*/ 3321 h 145082"/>
                <a:gd name="connsiteX4" fmla="*/ 0 w 254188"/>
                <a:gd name="connsiteY4" fmla="*/ 36304 h 145082"/>
                <a:gd name="connsiteX5" fmla="*/ 49029 w 254188"/>
                <a:gd name="connsiteY5" fmla="*/ 25128 h 145082"/>
                <a:gd name="connsiteX6" fmla="*/ 99153 w 254188"/>
                <a:gd name="connsiteY6" fmla="*/ 22947 h 145082"/>
                <a:gd name="connsiteX7" fmla="*/ 84363 w 254188"/>
                <a:gd name="connsiteY7" fmla="*/ 24583 h 145082"/>
                <a:gd name="connsiteX8" fmla="*/ 83267 w 254188"/>
                <a:gd name="connsiteY8" fmla="*/ 25401 h 145082"/>
                <a:gd name="connsiteX9" fmla="*/ 122983 w 254188"/>
                <a:gd name="connsiteY9" fmla="*/ 48843 h 145082"/>
                <a:gd name="connsiteX10" fmla="*/ 158864 w 254188"/>
                <a:gd name="connsiteY10" fmla="*/ 79645 h 145082"/>
                <a:gd name="connsiteX11" fmla="*/ 169547 w 254188"/>
                <a:gd name="connsiteY11" fmla="*/ 101452 h 145082"/>
                <a:gd name="connsiteX12" fmla="*/ 176942 w 254188"/>
                <a:gd name="connsiteY12" fmla="*/ 113446 h 145082"/>
                <a:gd name="connsiteX13" fmla="*/ 162151 w 254188"/>
                <a:gd name="connsiteY13" fmla="*/ 127621 h 14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4188" h="145082">
                  <a:moveTo>
                    <a:pt x="162425" y="127893"/>
                  </a:moveTo>
                  <a:cubicBezTo>
                    <a:pt x="174751" y="143976"/>
                    <a:pt x="252814" y="149973"/>
                    <a:pt x="254183" y="140705"/>
                  </a:cubicBezTo>
                  <a:cubicBezTo>
                    <a:pt x="255005" y="135798"/>
                    <a:pt x="155030" y="21039"/>
                    <a:pt x="153934" y="20221"/>
                  </a:cubicBezTo>
                  <a:cubicBezTo>
                    <a:pt x="143800" y="13134"/>
                    <a:pt x="112575" y="-8128"/>
                    <a:pt x="54781" y="3321"/>
                  </a:cubicBezTo>
                  <a:cubicBezTo>
                    <a:pt x="22734" y="13952"/>
                    <a:pt x="0" y="35486"/>
                    <a:pt x="0" y="36304"/>
                  </a:cubicBezTo>
                  <a:cubicBezTo>
                    <a:pt x="4109" y="40120"/>
                    <a:pt x="28760" y="36577"/>
                    <a:pt x="49029" y="25128"/>
                  </a:cubicBezTo>
                  <a:cubicBezTo>
                    <a:pt x="77789" y="8773"/>
                    <a:pt x="97236" y="17768"/>
                    <a:pt x="99153" y="22947"/>
                  </a:cubicBezTo>
                  <a:cubicBezTo>
                    <a:pt x="97510" y="25946"/>
                    <a:pt x="93675" y="29762"/>
                    <a:pt x="84363" y="24583"/>
                  </a:cubicBezTo>
                  <a:cubicBezTo>
                    <a:pt x="84089" y="24583"/>
                    <a:pt x="83541" y="25128"/>
                    <a:pt x="83267" y="25401"/>
                  </a:cubicBezTo>
                  <a:cubicBezTo>
                    <a:pt x="84363" y="39302"/>
                    <a:pt x="107644" y="45027"/>
                    <a:pt x="122983" y="48843"/>
                  </a:cubicBezTo>
                  <a:cubicBezTo>
                    <a:pt x="151195" y="55930"/>
                    <a:pt x="153112" y="61927"/>
                    <a:pt x="158864" y="79645"/>
                  </a:cubicBezTo>
                  <a:cubicBezTo>
                    <a:pt x="161877" y="88641"/>
                    <a:pt x="163795" y="93820"/>
                    <a:pt x="169547" y="101452"/>
                  </a:cubicBezTo>
                  <a:cubicBezTo>
                    <a:pt x="173655" y="106631"/>
                    <a:pt x="176668" y="110448"/>
                    <a:pt x="176942" y="113446"/>
                  </a:cubicBezTo>
                  <a:cubicBezTo>
                    <a:pt x="177764" y="122987"/>
                    <a:pt x="166808" y="122442"/>
                    <a:pt x="162151" y="127621"/>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55" name="Freeform: Shape 154">
              <a:extLst>
                <a:ext uri="{FF2B5EF4-FFF2-40B4-BE49-F238E27FC236}">
                  <a16:creationId xmlns:a16="http://schemas.microsoft.com/office/drawing/2014/main" id="{8F215EF2-328F-CFD0-457A-B0D40D8D7BDE}"/>
                </a:ext>
              </a:extLst>
            </p:cNvPr>
            <p:cNvSpPr/>
            <p:nvPr/>
          </p:nvSpPr>
          <p:spPr>
            <a:xfrm>
              <a:off x="470094" y="5989996"/>
              <a:ext cx="253413" cy="107784"/>
            </a:xfrm>
            <a:custGeom>
              <a:avLst/>
              <a:gdLst>
                <a:gd name="connsiteX0" fmla="*/ 58889 w 204361"/>
                <a:gd name="connsiteY0" fmla="*/ 66380 h 86921"/>
                <a:gd name="connsiteX1" fmla="*/ 72037 w 204361"/>
                <a:gd name="connsiteY1" fmla="*/ 86824 h 86921"/>
                <a:gd name="connsiteX2" fmla="*/ 106822 w 204361"/>
                <a:gd name="connsiteY2" fmla="*/ 60383 h 86921"/>
                <a:gd name="connsiteX3" fmla="*/ 116409 w 204361"/>
                <a:gd name="connsiteY3" fmla="*/ 61201 h 86921"/>
                <a:gd name="connsiteX4" fmla="*/ 199950 w 204361"/>
                <a:gd name="connsiteY4" fmla="*/ 68016 h 86921"/>
                <a:gd name="connsiteX5" fmla="*/ 204332 w 204361"/>
                <a:gd name="connsiteY5" fmla="*/ 64744 h 86921"/>
                <a:gd name="connsiteX6" fmla="*/ 199676 w 204361"/>
                <a:gd name="connsiteY6" fmla="*/ 39394 h 86921"/>
                <a:gd name="connsiteX7" fmla="*/ 52316 w 204361"/>
                <a:gd name="connsiteY7" fmla="*/ 141 h 86921"/>
                <a:gd name="connsiteX8" fmla="*/ 48755 w 204361"/>
                <a:gd name="connsiteY8" fmla="*/ 1777 h 86921"/>
                <a:gd name="connsiteX9" fmla="*/ 50946 w 204361"/>
                <a:gd name="connsiteY9" fmla="*/ 5866 h 86921"/>
                <a:gd name="connsiteX10" fmla="*/ 64367 w 204361"/>
                <a:gd name="connsiteY10" fmla="*/ 49480 h 86921"/>
                <a:gd name="connsiteX11" fmla="*/ 33964 w 204361"/>
                <a:gd name="connsiteY11" fmla="*/ 47572 h 86921"/>
                <a:gd name="connsiteX12" fmla="*/ 0 w 204361"/>
                <a:gd name="connsiteY12" fmla="*/ 44300 h 86921"/>
                <a:gd name="connsiteX13" fmla="*/ 1096 w 204361"/>
                <a:gd name="connsiteY13" fmla="*/ 45936 h 86921"/>
                <a:gd name="connsiteX14" fmla="*/ 58889 w 204361"/>
                <a:gd name="connsiteY14" fmla="*/ 66380 h 86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4361" h="86921">
                  <a:moveTo>
                    <a:pt x="58889" y="66380"/>
                  </a:moveTo>
                  <a:cubicBezTo>
                    <a:pt x="66832" y="71014"/>
                    <a:pt x="60533" y="85734"/>
                    <a:pt x="72037" y="86824"/>
                  </a:cubicBezTo>
                  <a:cubicBezTo>
                    <a:pt x="92032" y="88732"/>
                    <a:pt x="89841" y="62019"/>
                    <a:pt x="106822" y="60383"/>
                  </a:cubicBezTo>
                  <a:cubicBezTo>
                    <a:pt x="108740" y="60383"/>
                    <a:pt x="110383" y="60383"/>
                    <a:pt x="116409" y="61201"/>
                  </a:cubicBezTo>
                  <a:cubicBezTo>
                    <a:pt x="147086" y="66380"/>
                    <a:pt x="199676" y="68016"/>
                    <a:pt x="199950" y="68016"/>
                  </a:cubicBezTo>
                  <a:cubicBezTo>
                    <a:pt x="202415" y="67470"/>
                    <a:pt x="204332" y="67198"/>
                    <a:pt x="204332" y="64744"/>
                  </a:cubicBezTo>
                  <a:cubicBezTo>
                    <a:pt x="204880" y="56022"/>
                    <a:pt x="197485" y="48662"/>
                    <a:pt x="199676" y="39394"/>
                  </a:cubicBezTo>
                  <a:cubicBezTo>
                    <a:pt x="206798" y="11045"/>
                    <a:pt x="61628" y="-1494"/>
                    <a:pt x="52316" y="141"/>
                  </a:cubicBezTo>
                  <a:cubicBezTo>
                    <a:pt x="49851" y="687"/>
                    <a:pt x="49577" y="959"/>
                    <a:pt x="48755" y="1777"/>
                  </a:cubicBezTo>
                  <a:cubicBezTo>
                    <a:pt x="48755" y="3222"/>
                    <a:pt x="49486" y="4584"/>
                    <a:pt x="50946" y="5866"/>
                  </a:cubicBezTo>
                  <a:cubicBezTo>
                    <a:pt x="72311" y="25492"/>
                    <a:pt x="65463" y="48662"/>
                    <a:pt x="64367" y="49480"/>
                  </a:cubicBezTo>
                  <a:cubicBezTo>
                    <a:pt x="61628" y="51933"/>
                    <a:pt x="50124" y="50025"/>
                    <a:pt x="33964" y="47572"/>
                  </a:cubicBezTo>
                  <a:cubicBezTo>
                    <a:pt x="4656" y="42938"/>
                    <a:pt x="1643" y="43755"/>
                    <a:pt x="0" y="44300"/>
                  </a:cubicBezTo>
                  <a:cubicBezTo>
                    <a:pt x="274" y="44846"/>
                    <a:pt x="548" y="45663"/>
                    <a:pt x="1096" y="45936"/>
                  </a:cubicBezTo>
                  <a:cubicBezTo>
                    <a:pt x="18899" y="56567"/>
                    <a:pt x="40812" y="56294"/>
                    <a:pt x="58889" y="66380"/>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56" name="Freeform: Shape 155">
              <a:extLst>
                <a:ext uri="{FF2B5EF4-FFF2-40B4-BE49-F238E27FC236}">
                  <a16:creationId xmlns:a16="http://schemas.microsoft.com/office/drawing/2014/main" id="{11FF3550-628A-5D70-F38B-660531869697}"/>
                </a:ext>
              </a:extLst>
            </p:cNvPr>
            <p:cNvSpPr/>
            <p:nvPr/>
          </p:nvSpPr>
          <p:spPr>
            <a:xfrm>
              <a:off x="902259" y="4405228"/>
              <a:ext cx="94253" cy="35878"/>
            </a:xfrm>
            <a:custGeom>
              <a:avLst/>
              <a:gdLst>
                <a:gd name="connsiteX0" fmla="*/ 3181 w 76009"/>
                <a:gd name="connsiteY0" fmla="*/ 265 h 28933"/>
                <a:gd name="connsiteX1" fmla="*/ 25094 w 76009"/>
                <a:gd name="connsiteY1" fmla="*/ 21526 h 28933"/>
                <a:gd name="connsiteX2" fmla="*/ 75766 w 76009"/>
                <a:gd name="connsiteY2" fmla="*/ 19891 h 28933"/>
                <a:gd name="connsiteX3" fmla="*/ 3181 w 76009"/>
                <a:gd name="connsiteY3" fmla="*/ 265 h 28933"/>
              </a:gdLst>
              <a:ahLst/>
              <a:cxnLst>
                <a:cxn ang="0">
                  <a:pos x="connsiteX0" y="connsiteY0"/>
                </a:cxn>
                <a:cxn ang="0">
                  <a:pos x="connsiteX1" y="connsiteY1"/>
                </a:cxn>
                <a:cxn ang="0">
                  <a:pos x="connsiteX2" y="connsiteY2"/>
                </a:cxn>
                <a:cxn ang="0">
                  <a:pos x="connsiteX3" y="connsiteY3"/>
                </a:cxn>
              </a:cxnLst>
              <a:rect l="l" t="t" r="r" b="b"/>
              <a:pathLst>
                <a:path w="76009" h="28933">
                  <a:moveTo>
                    <a:pt x="3181" y="265"/>
                  </a:moveTo>
                  <a:cubicBezTo>
                    <a:pt x="-9418" y="4899"/>
                    <a:pt x="19068" y="18801"/>
                    <a:pt x="25094" y="21526"/>
                  </a:cubicBezTo>
                  <a:cubicBezTo>
                    <a:pt x="62618" y="38972"/>
                    <a:pt x="75766" y="20164"/>
                    <a:pt x="75766" y="19891"/>
                  </a:cubicBezTo>
                  <a:cubicBezTo>
                    <a:pt x="80422" y="9805"/>
                    <a:pt x="16876" y="-1916"/>
                    <a:pt x="3181" y="265"/>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9" name="Freeform: Shape 8">
              <a:extLst>
                <a:ext uri="{FF2B5EF4-FFF2-40B4-BE49-F238E27FC236}">
                  <a16:creationId xmlns:a16="http://schemas.microsoft.com/office/drawing/2014/main" id="{B7524ADC-0FB2-9446-249F-9D270C8C910B}"/>
                </a:ext>
              </a:extLst>
            </p:cNvPr>
            <p:cNvSpPr/>
            <p:nvPr/>
          </p:nvSpPr>
          <p:spPr>
            <a:xfrm>
              <a:off x="1" y="3408782"/>
              <a:ext cx="2108899" cy="3449218"/>
            </a:xfrm>
            <a:custGeom>
              <a:avLst/>
              <a:gdLst>
                <a:gd name="connsiteX0" fmla="*/ 69982 w 2108899"/>
                <a:gd name="connsiteY0" fmla="*/ 2469049 h 3449218"/>
                <a:gd name="connsiteX1" fmla="*/ 113464 w 2108899"/>
                <a:gd name="connsiteY1" fmla="*/ 2491140 h 3449218"/>
                <a:gd name="connsiteX2" fmla="*/ 76103 w 2108899"/>
                <a:gd name="connsiteY2" fmla="*/ 2612488 h 3449218"/>
                <a:gd name="connsiteX3" fmla="*/ 70330 w 2108899"/>
                <a:gd name="connsiteY3" fmla="*/ 2713216 h 3449218"/>
                <a:gd name="connsiteX4" fmla="*/ 259513 w 2108899"/>
                <a:gd name="connsiteY4" fmla="*/ 2716260 h 3449218"/>
                <a:gd name="connsiteX5" fmla="*/ 282610 w 2108899"/>
                <a:gd name="connsiteY5" fmla="*/ 2855522 h 3449218"/>
                <a:gd name="connsiteX6" fmla="*/ 549573 w 2108899"/>
                <a:gd name="connsiteY6" fmla="*/ 2954898 h 3449218"/>
                <a:gd name="connsiteX7" fmla="*/ 1057008 w 2108899"/>
                <a:gd name="connsiteY7" fmla="*/ 2814284 h 3449218"/>
                <a:gd name="connsiteX8" fmla="*/ 1085539 w 2108899"/>
                <a:gd name="connsiteY8" fmla="*/ 2823072 h 3449218"/>
                <a:gd name="connsiteX9" fmla="*/ 1228531 w 2108899"/>
                <a:gd name="connsiteY9" fmla="*/ 2934617 h 3449218"/>
                <a:gd name="connsiteX10" fmla="*/ 1442169 w 2108899"/>
                <a:gd name="connsiteY10" fmla="*/ 2999178 h 3449218"/>
                <a:gd name="connsiteX11" fmla="*/ 1577689 w 2108899"/>
                <a:gd name="connsiteY11" fmla="*/ 3110723 h 3449218"/>
                <a:gd name="connsiteX12" fmla="*/ 1656488 w 2108899"/>
                <a:gd name="connsiteY12" fmla="*/ 3211452 h 3449218"/>
                <a:gd name="connsiteX13" fmla="*/ 1895600 w 2108899"/>
                <a:gd name="connsiteY13" fmla="*/ 3269253 h 3449218"/>
                <a:gd name="connsiteX14" fmla="*/ 2039272 w 2108899"/>
                <a:gd name="connsiteY14" fmla="*/ 3344968 h 3449218"/>
                <a:gd name="connsiteX15" fmla="*/ 2090220 w 2108899"/>
                <a:gd name="connsiteY15" fmla="*/ 3344629 h 3449218"/>
                <a:gd name="connsiteX16" fmla="*/ 2092597 w 2108899"/>
                <a:gd name="connsiteY16" fmla="*/ 3401416 h 3449218"/>
                <a:gd name="connsiteX17" fmla="*/ 2093956 w 2108899"/>
                <a:gd name="connsiteY17" fmla="*/ 3399726 h 3449218"/>
                <a:gd name="connsiteX18" fmla="*/ 2108899 w 2108899"/>
                <a:gd name="connsiteY18" fmla="*/ 3434204 h 3449218"/>
                <a:gd name="connsiteX19" fmla="*/ 2108899 w 2108899"/>
                <a:gd name="connsiteY19" fmla="*/ 3438598 h 3449218"/>
                <a:gd name="connsiteX20" fmla="*/ 2107088 w 2108899"/>
                <a:gd name="connsiteY20" fmla="*/ 3443902 h 3449218"/>
                <a:gd name="connsiteX21" fmla="*/ 2104881 w 2108899"/>
                <a:gd name="connsiteY21" fmla="*/ 3449218 h 3449218"/>
                <a:gd name="connsiteX22" fmla="*/ 542336 w 2108899"/>
                <a:gd name="connsiteY22" fmla="*/ 3449218 h 3449218"/>
                <a:gd name="connsiteX23" fmla="*/ 521722 w 2108899"/>
                <a:gd name="connsiteY23" fmla="*/ 3422374 h 3449218"/>
                <a:gd name="connsiteX24" fmla="*/ 511873 w 2108899"/>
                <a:gd name="connsiteY24" fmla="*/ 3405472 h 3449218"/>
                <a:gd name="connsiteX25" fmla="*/ 535648 w 2108899"/>
                <a:gd name="connsiteY25" fmla="*/ 3207058 h 3449218"/>
                <a:gd name="connsiteX26" fmla="*/ 572670 w 2108899"/>
                <a:gd name="connsiteY26" fmla="*/ 3093146 h 3449218"/>
                <a:gd name="connsiteX27" fmla="*/ 435112 w 2108899"/>
                <a:gd name="connsiteY27" fmla="*/ 2998502 h 3449218"/>
                <a:gd name="connsiteX28" fmla="*/ 49272 w 2108899"/>
                <a:gd name="connsiteY28" fmla="*/ 2793664 h 3449218"/>
                <a:gd name="connsiteX29" fmla="*/ 32288 w 2108899"/>
                <a:gd name="connsiteY29" fmla="*/ 2791637 h 3449218"/>
                <a:gd name="connsiteX30" fmla="*/ 0 w 2108899"/>
                <a:gd name="connsiteY30" fmla="*/ 2780926 h 3449218"/>
                <a:gd name="connsiteX31" fmla="*/ 0 w 2108899"/>
                <a:gd name="connsiteY31" fmla="*/ 2519097 h 3449218"/>
                <a:gd name="connsiteX32" fmla="*/ 3466 w 2108899"/>
                <a:gd name="connsiteY32" fmla="*/ 2509489 h 3449218"/>
                <a:gd name="connsiteX33" fmla="*/ 69982 w 2108899"/>
                <a:gd name="connsiteY33" fmla="*/ 2469049 h 3449218"/>
                <a:gd name="connsiteX34" fmla="*/ 0 w 2108899"/>
                <a:gd name="connsiteY34" fmla="*/ 2158800 h 3449218"/>
                <a:gd name="connsiteX35" fmla="*/ 1041 w 2108899"/>
                <a:gd name="connsiteY35" fmla="*/ 2159547 h 3449218"/>
                <a:gd name="connsiteX36" fmla="*/ 0 w 2108899"/>
                <a:gd name="connsiteY36" fmla="*/ 2160421 h 3449218"/>
                <a:gd name="connsiteX37" fmla="*/ 543460 w 2108899"/>
                <a:gd name="connsiteY37" fmla="*/ 304 h 3449218"/>
                <a:gd name="connsiteX38" fmla="*/ 388920 w 2108899"/>
                <a:gd name="connsiteY38" fmla="*/ 116920 h 3449218"/>
                <a:gd name="connsiteX39" fmla="*/ 396053 w 2108899"/>
                <a:gd name="connsiteY39" fmla="*/ 122329 h 3449218"/>
                <a:gd name="connsiteX40" fmla="*/ 348162 w 2108899"/>
                <a:gd name="connsiteY40" fmla="*/ 208184 h 3449218"/>
                <a:gd name="connsiteX41" fmla="*/ 377372 w 2108899"/>
                <a:gd name="connsiteY41" fmla="*/ 209875 h 3449218"/>
                <a:gd name="connsiteX42" fmla="*/ 351218 w 2108899"/>
                <a:gd name="connsiteY42" fmla="*/ 266323 h 3449218"/>
                <a:gd name="connsiteX43" fmla="*/ 417451 w 2108899"/>
                <a:gd name="connsiteY43" fmla="*/ 203790 h 3449218"/>
                <a:gd name="connsiteX44" fmla="*/ 382127 w 2108899"/>
                <a:gd name="connsiteY44" fmla="*/ 279167 h 3449218"/>
                <a:gd name="connsiteX45" fmla="*/ 498966 w 2108899"/>
                <a:gd name="connsiteY45" fmla="*/ 206494 h 3449218"/>
                <a:gd name="connsiteX46" fmla="*/ 586255 w 2108899"/>
                <a:gd name="connsiteY46" fmla="*/ 179790 h 3449218"/>
                <a:gd name="connsiteX47" fmla="*/ 576746 w 2108899"/>
                <a:gd name="connsiteY47" fmla="*/ 201086 h 3449218"/>
                <a:gd name="connsiteX48" fmla="*/ 544479 w 2108899"/>
                <a:gd name="connsiteY48" fmla="*/ 222043 h 3449218"/>
                <a:gd name="connsiteX49" fmla="*/ 542440 w 2108899"/>
                <a:gd name="connsiteY49" fmla="*/ 264633 h 3449218"/>
                <a:gd name="connsiteX50" fmla="*/ 529874 w 2108899"/>
                <a:gd name="connsiteY50" fmla="*/ 279167 h 3449218"/>
                <a:gd name="connsiteX51" fmla="*/ 432734 w 2108899"/>
                <a:gd name="connsiteY51" fmla="*/ 324462 h 3449218"/>
                <a:gd name="connsiteX52" fmla="*/ 387561 w 2108899"/>
                <a:gd name="connsiteY52" fmla="*/ 336630 h 3449218"/>
                <a:gd name="connsiteX53" fmla="*/ 400467 w 2108899"/>
                <a:gd name="connsiteY53" fmla="*/ 341025 h 3449218"/>
                <a:gd name="connsiteX54" fmla="*/ 265966 w 2108899"/>
                <a:gd name="connsiteY54" fmla="*/ 380572 h 3449218"/>
                <a:gd name="connsiteX55" fmla="*/ 358691 w 2108899"/>
                <a:gd name="connsiteY55" fmla="*/ 392064 h 3449218"/>
                <a:gd name="connsiteX56" fmla="*/ 172904 w 2108899"/>
                <a:gd name="connsiteY56" fmla="*/ 484681 h 3449218"/>
                <a:gd name="connsiteX57" fmla="*/ 211963 w 2108899"/>
                <a:gd name="connsiteY57" fmla="*/ 504286 h 3449218"/>
                <a:gd name="connsiteX58" fmla="*/ 18703 w 2108899"/>
                <a:gd name="connsiteY58" fmla="*/ 712842 h 3449218"/>
                <a:gd name="connsiteX59" fmla="*/ 67272 w 2108899"/>
                <a:gd name="connsiteY59" fmla="*/ 735488 h 3449218"/>
                <a:gd name="connsiteX60" fmla="*/ 83576 w 2108899"/>
                <a:gd name="connsiteY60" fmla="*/ 795993 h 3449218"/>
                <a:gd name="connsiteX61" fmla="*/ 145731 w 2108899"/>
                <a:gd name="connsiteY61" fmla="*/ 776388 h 3449218"/>
                <a:gd name="connsiteX62" fmla="*/ 161016 w 2108899"/>
                <a:gd name="connsiteY62" fmla="*/ 780444 h 3449218"/>
                <a:gd name="connsiteX63" fmla="*/ 228945 w 2108899"/>
                <a:gd name="connsiteY63" fmla="*/ 824724 h 3449218"/>
                <a:gd name="connsiteX64" fmla="*/ 311480 w 2108899"/>
                <a:gd name="connsiteY64" fmla="*/ 834188 h 3449218"/>
                <a:gd name="connsiteX65" fmla="*/ 326764 w 2108899"/>
                <a:gd name="connsiteY65" fmla="*/ 835203 h 3449218"/>
                <a:gd name="connsiteX66" fmla="*/ 327443 w 2108899"/>
                <a:gd name="connsiteY66" fmla="*/ 844329 h 3449218"/>
                <a:gd name="connsiteX67" fmla="*/ 312498 w 2108899"/>
                <a:gd name="connsiteY67" fmla="*/ 856498 h 3449218"/>
                <a:gd name="connsiteX68" fmla="*/ 312498 w 2108899"/>
                <a:gd name="connsiteY68" fmla="*/ 932889 h 3449218"/>
                <a:gd name="connsiteX69" fmla="*/ 391977 w 2108899"/>
                <a:gd name="connsiteY69" fmla="*/ 989338 h 3449218"/>
                <a:gd name="connsiteX70" fmla="*/ 432056 w 2108899"/>
                <a:gd name="connsiteY70" fmla="*/ 827090 h 3449218"/>
                <a:gd name="connsiteX71" fmla="*/ 446659 w 2108899"/>
                <a:gd name="connsiteY71" fmla="*/ 814246 h 3449218"/>
                <a:gd name="connsiteX72" fmla="*/ 479266 w 2108899"/>
                <a:gd name="connsiteY72" fmla="*/ 783825 h 3449218"/>
                <a:gd name="connsiteX73" fmla="*/ 530553 w 2108899"/>
                <a:gd name="connsiteY73" fmla="*/ 678702 h 3449218"/>
                <a:gd name="connsiteX74" fmla="*/ 507117 w 2108899"/>
                <a:gd name="connsiteY74" fmla="*/ 618197 h 3449218"/>
                <a:gd name="connsiteX75" fmla="*/ 537006 w 2108899"/>
                <a:gd name="connsiteY75" fmla="*/ 574593 h 3449218"/>
                <a:gd name="connsiteX76" fmla="*/ 544479 w 2108899"/>
                <a:gd name="connsiteY76" fmla="*/ 469471 h 3449218"/>
                <a:gd name="connsiteX77" fmla="*/ 662337 w 2108899"/>
                <a:gd name="connsiteY77" fmla="*/ 451893 h 3449218"/>
                <a:gd name="connsiteX78" fmla="*/ 681017 w 2108899"/>
                <a:gd name="connsiteY78" fmla="*/ 454259 h 3449218"/>
                <a:gd name="connsiteX79" fmla="*/ 729248 w 2108899"/>
                <a:gd name="connsiteY79" fmla="*/ 478259 h 3449218"/>
                <a:gd name="connsiteX80" fmla="*/ 741135 w 2108899"/>
                <a:gd name="connsiteY80" fmla="*/ 491441 h 3449218"/>
                <a:gd name="connsiteX81" fmla="*/ 793442 w 2108899"/>
                <a:gd name="connsiteY81" fmla="*/ 495159 h 3449218"/>
                <a:gd name="connsiteX82" fmla="*/ 769326 w 2108899"/>
                <a:gd name="connsiteY82" fmla="*/ 578311 h 3449218"/>
                <a:gd name="connsiteX83" fmla="*/ 855597 w 2108899"/>
                <a:gd name="connsiteY83" fmla="*/ 601634 h 3449218"/>
                <a:gd name="connsiteX84" fmla="*/ 880391 w 2108899"/>
                <a:gd name="connsiteY84" fmla="*/ 573917 h 3449218"/>
                <a:gd name="connsiteX85" fmla="*/ 913677 w 2108899"/>
                <a:gd name="connsiteY85" fmla="*/ 561748 h 3449218"/>
                <a:gd name="connsiteX86" fmla="*/ 914355 w 2108899"/>
                <a:gd name="connsiteY86" fmla="*/ 534707 h 3449218"/>
                <a:gd name="connsiteX87" fmla="*/ 1006401 w 2108899"/>
                <a:gd name="connsiteY87" fmla="*/ 587100 h 3449218"/>
                <a:gd name="connsiteX88" fmla="*/ 1019647 w 2108899"/>
                <a:gd name="connsiteY88" fmla="*/ 646253 h 3449218"/>
                <a:gd name="connsiteX89" fmla="*/ 1013194 w 2108899"/>
                <a:gd name="connsiteY89" fmla="*/ 666872 h 3449218"/>
                <a:gd name="connsiteX90" fmla="*/ 1051235 w 2108899"/>
                <a:gd name="connsiteY90" fmla="*/ 689180 h 3449218"/>
                <a:gd name="connsiteX91" fmla="*/ 1053951 w 2108899"/>
                <a:gd name="connsiteY91" fmla="*/ 719264 h 3449218"/>
                <a:gd name="connsiteX92" fmla="*/ 1071613 w 2108899"/>
                <a:gd name="connsiteY92" fmla="*/ 718250 h 3449218"/>
                <a:gd name="connsiteX93" fmla="*/ 1160941 w 2108899"/>
                <a:gd name="connsiteY93" fmla="*/ 745967 h 3449218"/>
                <a:gd name="connsiteX94" fmla="*/ 1152789 w 2108899"/>
                <a:gd name="connsiteY94" fmla="*/ 751713 h 3449218"/>
                <a:gd name="connsiteX95" fmla="*/ 844728 w 2108899"/>
                <a:gd name="connsiteY95" fmla="*/ 779768 h 3449218"/>
                <a:gd name="connsiteX96" fmla="*/ 1152109 w 2108899"/>
                <a:gd name="connsiteY96" fmla="*/ 752051 h 3449218"/>
                <a:gd name="connsiteX97" fmla="*/ 1079425 w 2108899"/>
                <a:gd name="connsiteY97" fmla="*/ 794641 h 3449218"/>
                <a:gd name="connsiteX98" fmla="*/ 1084519 w 2108899"/>
                <a:gd name="connsiteY98" fmla="*/ 806134 h 3449218"/>
                <a:gd name="connsiteX99" fmla="*/ 1165017 w 2108899"/>
                <a:gd name="connsiteY99" fmla="*/ 773008 h 3449218"/>
                <a:gd name="connsiteX100" fmla="*/ 1177244 w 2108899"/>
                <a:gd name="connsiteY100" fmla="*/ 773008 h 3449218"/>
                <a:gd name="connsiteX101" fmla="*/ 1219360 w 2108899"/>
                <a:gd name="connsiteY101" fmla="*/ 781796 h 3449218"/>
                <a:gd name="connsiteX102" fmla="*/ 1227172 w 2108899"/>
                <a:gd name="connsiteY102" fmla="*/ 793966 h 3449218"/>
                <a:gd name="connsiteX103" fmla="*/ 1223096 w 2108899"/>
                <a:gd name="connsiteY103" fmla="*/ 846019 h 3449218"/>
                <a:gd name="connsiteX104" fmla="*/ 981606 w 2108899"/>
                <a:gd name="connsiteY104" fmla="*/ 954522 h 3449218"/>
                <a:gd name="connsiteX105" fmla="*/ 642637 w 2108899"/>
                <a:gd name="connsiteY105" fmla="*/ 1179303 h 3449218"/>
                <a:gd name="connsiteX106" fmla="*/ 903148 w 2108899"/>
                <a:gd name="connsiteY106" fmla="*/ 1045111 h 3449218"/>
                <a:gd name="connsiteX107" fmla="*/ 837256 w 2108899"/>
                <a:gd name="connsiteY107" fmla="*/ 1095137 h 3449218"/>
                <a:gd name="connsiteX108" fmla="*/ 871221 w 2108899"/>
                <a:gd name="connsiteY108" fmla="*/ 1117108 h 3449218"/>
                <a:gd name="connsiteX109" fmla="*/ 908922 w 2108899"/>
                <a:gd name="connsiteY109" fmla="*/ 1169839 h 3449218"/>
                <a:gd name="connsiteX110" fmla="*/ 910959 w 2108899"/>
                <a:gd name="connsiteY110" fmla="*/ 1133671 h 3449218"/>
                <a:gd name="connsiteX111" fmla="*/ 911638 w 2108899"/>
                <a:gd name="connsiteY111" fmla="*/ 1133332 h 3449218"/>
                <a:gd name="connsiteX112" fmla="*/ 912318 w 2108899"/>
                <a:gd name="connsiteY112" fmla="*/ 1138064 h 3449218"/>
                <a:gd name="connsiteX113" fmla="*/ 925904 w 2108899"/>
                <a:gd name="connsiteY113" fmla="*/ 1161725 h 3449218"/>
                <a:gd name="connsiteX114" fmla="*/ 970059 w 2108899"/>
                <a:gd name="connsiteY114" fmla="*/ 1165783 h 3449218"/>
                <a:gd name="connsiteX115" fmla="*/ 975492 w 2108899"/>
                <a:gd name="connsiteY115" fmla="*/ 1165783 h 3449218"/>
                <a:gd name="connsiteX116" fmla="*/ 975492 w 2108899"/>
                <a:gd name="connsiteY116" fmla="*/ 1166120 h 3449218"/>
                <a:gd name="connsiteX117" fmla="*/ 975492 w 2108899"/>
                <a:gd name="connsiteY117" fmla="*/ 1166796 h 3449218"/>
                <a:gd name="connsiteX118" fmla="*/ 950698 w 2108899"/>
                <a:gd name="connsiteY118" fmla="*/ 1184710 h 3449218"/>
                <a:gd name="connsiteX119" fmla="*/ 1002325 w 2108899"/>
                <a:gd name="connsiteY119" fmla="*/ 1199246 h 3449218"/>
                <a:gd name="connsiteX120" fmla="*/ 1046139 w 2108899"/>
                <a:gd name="connsiteY120" fmla="*/ 1124544 h 3449218"/>
                <a:gd name="connsiteX121" fmla="*/ 823330 w 2108899"/>
                <a:gd name="connsiteY121" fmla="*/ 1322960 h 3449218"/>
                <a:gd name="connsiteX122" fmla="*/ 917753 w 2108899"/>
                <a:gd name="connsiteY122" fmla="*/ 1237780 h 3449218"/>
                <a:gd name="connsiteX123" fmla="*/ 917753 w 2108899"/>
                <a:gd name="connsiteY123" fmla="*/ 1223921 h 3449218"/>
                <a:gd name="connsiteX124" fmla="*/ 888883 w 2108899"/>
                <a:gd name="connsiteY124" fmla="*/ 1218175 h 3449218"/>
                <a:gd name="connsiteX125" fmla="*/ 894316 w 2108899"/>
                <a:gd name="connsiteY125" fmla="*/ 1207020 h 3449218"/>
                <a:gd name="connsiteX126" fmla="*/ 723813 w 2108899"/>
                <a:gd name="connsiteY126" fmla="*/ 1299299 h 3449218"/>
                <a:gd name="connsiteX127" fmla="*/ 657922 w 2108899"/>
                <a:gd name="connsiteY127" fmla="*/ 1449377 h 3449218"/>
                <a:gd name="connsiteX128" fmla="*/ 535987 w 2108899"/>
                <a:gd name="connsiteY128" fmla="*/ 1510558 h 3449218"/>
                <a:gd name="connsiteX129" fmla="*/ 497947 w 2108899"/>
                <a:gd name="connsiteY129" fmla="*/ 1604188 h 3449218"/>
                <a:gd name="connsiteX130" fmla="*/ 475530 w 2108899"/>
                <a:gd name="connsiteY130" fmla="*/ 1564641 h 3449218"/>
                <a:gd name="connsiteX131" fmla="*/ 458548 w 2108899"/>
                <a:gd name="connsiteY131" fmla="*/ 1696128 h 3449218"/>
                <a:gd name="connsiteX132" fmla="*/ 457188 w 2108899"/>
                <a:gd name="connsiteY132" fmla="*/ 1581878 h 3449218"/>
                <a:gd name="connsiteX133" fmla="*/ 437829 w 2108899"/>
                <a:gd name="connsiteY133" fmla="*/ 1772520 h 3449218"/>
                <a:gd name="connsiteX134" fmla="*/ 450056 w 2108899"/>
                <a:gd name="connsiteY134" fmla="*/ 1776913 h 3449218"/>
                <a:gd name="connsiteX135" fmla="*/ 448358 w 2108899"/>
                <a:gd name="connsiteY135" fmla="*/ 1791786 h 3449218"/>
                <a:gd name="connsiteX136" fmla="*/ 436130 w 2108899"/>
                <a:gd name="connsiteY136" fmla="*/ 1795505 h 3449218"/>
                <a:gd name="connsiteX137" fmla="*/ 434772 w 2108899"/>
                <a:gd name="connsiteY137" fmla="*/ 1808011 h 3449218"/>
                <a:gd name="connsiteX138" fmla="*/ 443263 w 2108899"/>
                <a:gd name="connsiteY138" fmla="*/ 1817815 h 3449218"/>
                <a:gd name="connsiteX139" fmla="*/ 444622 w 2108899"/>
                <a:gd name="connsiteY139" fmla="*/ 1817815 h 3449218"/>
                <a:gd name="connsiteX140" fmla="*/ 264269 w 2108899"/>
                <a:gd name="connsiteY140" fmla="*/ 2012511 h 3449218"/>
                <a:gd name="connsiteX141" fmla="*/ 305026 w 2108899"/>
                <a:gd name="connsiteY141" fmla="*/ 2301514 h 3449218"/>
                <a:gd name="connsiteX142" fmla="*/ 191584 w 2108899"/>
                <a:gd name="connsiteY142" fmla="*/ 2092959 h 3449218"/>
                <a:gd name="connsiteX143" fmla="*/ 15099 w 2108899"/>
                <a:gd name="connsiteY143" fmla="*/ 2112875 h 3449218"/>
                <a:gd name="connsiteX144" fmla="*/ 0 w 2108899"/>
                <a:gd name="connsiteY144" fmla="*/ 2115767 h 3449218"/>
                <a:gd name="connsiteX145" fmla="*/ 0 w 2108899"/>
                <a:gd name="connsiteY145" fmla="*/ 342747 h 3449218"/>
                <a:gd name="connsiteX146" fmla="*/ 36024 w 2108899"/>
                <a:gd name="connsiteY146" fmla="*/ 328180 h 3449218"/>
                <a:gd name="connsiteX147" fmla="*/ 44856 w 2108899"/>
                <a:gd name="connsiteY147" fmla="*/ 350489 h 3449218"/>
                <a:gd name="connsiteX148" fmla="*/ 138938 w 2108899"/>
                <a:gd name="connsiteY148" fmla="*/ 338996 h 3449218"/>
                <a:gd name="connsiteX149" fmla="*/ 214680 w 2108899"/>
                <a:gd name="connsiteY149" fmla="*/ 298097 h 3449218"/>
                <a:gd name="connsiteX150" fmla="*/ 200075 w 2108899"/>
                <a:gd name="connsiteY150" fmla="*/ 348460 h 3449218"/>
                <a:gd name="connsiteX151" fmla="*/ 287024 w 2108899"/>
                <a:gd name="connsiteY151" fmla="*/ 257873 h 3449218"/>
                <a:gd name="connsiteX152" fmla="*/ 280572 w 2108899"/>
                <a:gd name="connsiteY152" fmla="*/ 256521 h 3449218"/>
                <a:gd name="connsiteX153" fmla="*/ 280572 w 2108899"/>
                <a:gd name="connsiteY153" fmla="*/ 251112 h 3449218"/>
                <a:gd name="connsiteX154" fmla="*/ 317254 w 2108899"/>
                <a:gd name="connsiteY154" fmla="*/ 228127 h 3449218"/>
                <a:gd name="connsiteX155" fmla="*/ 315555 w 2108899"/>
                <a:gd name="connsiteY155" fmla="*/ 221367 h 3449218"/>
                <a:gd name="connsiteX156" fmla="*/ 283288 w 2108899"/>
                <a:gd name="connsiteY156" fmla="*/ 224409 h 3449218"/>
                <a:gd name="connsiteX157" fmla="*/ 279892 w 2108899"/>
                <a:gd name="connsiteY157" fmla="*/ 217311 h 3449218"/>
                <a:gd name="connsiteX158" fmla="*/ 520364 w 2108899"/>
                <a:gd name="connsiteY158" fmla="*/ 1657 h 3449218"/>
                <a:gd name="connsiteX159" fmla="*/ 543460 w 2108899"/>
                <a:gd name="connsiteY159" fmla="*/ 304 h 3449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2108899" h="3449218">
                  <a:moveTo>
                    <a:pt x="69982" y="2469049"/>
                  </a:moveTo>
                  <a:cubicBezTo>
                    <a:pt x="91414" y="2472919"/>
                    <a:pt x="109007" y="2487211"/>
                    <a:pt x="113464" y="2491140"/>
                  </a:cubicBezTo>
                  <a:cubicBezTo>
                    <a:pt x="106671" y="2529674"/>
                    <a:pt x="94216" y="2570135"/>
                    <a:pt x="76103" y="2612488"/>
                  </a:cubicBezTo>
                  <a:cubicBezTo>
                    <a:pt x="86066" y="2633885"/>
                    <a:pt x="84142" y="2667483"/>
                    <a:pt x="70330" y="2713216"/>
                  </a:cubicBezTo>
                  <a:cubicBezTo>
                    <a:pt x="133165" y="2717611"/>
                    <a:pt x="197018" y="2684824"/>
                    <a:pt x="259513" y="2716260"/>
                  </a:cubicBezTo>
                  <a:cubicBezTo>
                    <a:pt x="259853" y="2716597"/>
                    <a:pt x="294157" y="2775411"/>
                    <a:pt x="282610" y="2855522"/>
                  </a:cubicBezTo>
                  <a:cubicBezTo>
                    <a:pt x="263589" y="2988024"/>
                    <a:pt x="469416" y="2898112"/>
                    <a:pt x="549573" y="2954898"/>
                  </a:cubicBezTo>
                  <a:cubicBezTo>
                    <a:pt x="573689" y="2741948"/>
                    <a:pt x="786987" y="2773721"/>
                    <a:pt x="1057008" y="2814284"/>
                  </a:cubicBezTo>
                  <a:cubicBezTo>
                    <a:pt x="1065839" y="2815635"/>
                    <a:pt x="1077387" y="2819354"/>
                    <a:pt x="1085539" y="2823072"/>
                  </a:cubicBezTo>
                  <a:cubicBezTo>
                    <a:pt x="1141580" y="2849776"/>
                    <a:pt x="1176564" y="2903181"/>
                    <a:pt x="1228531" y="2934617"/>
                  </a:cubicBezTo>
                  <a:cubicBezTo>
                    <a:pt x="1294083" y="2974502"/>
                    <a:pt x="1375938" y="2961658"/>
                    <a:pt x="1442169" y="2999178"/>
                  </a:cubicBezTo>
                  <a:cubicBezTo>
                    <a:pt x="1492777" y="3028248"/>
                    <a:pt x="1529120" y="3079288"/>
                    <a:pt x="1577689" y="3110723"/>
                  </a:cubicBezTo>
                  <a:cubicBezTo>
                    <a:pt x="1606220" y="3141483"/>
                    <a:pt x="1610296" y="3194551"/>
                    <a:pt x="1656488" y="3211452"/>
                  </a:cubicBezTo>
                  <a:cubicBezTo>
                    <a:pt x="1735966" y="3231395"/>
                    <a:pt x="1817142" y="3245254"/>
                    <a:pt x="1895600" y="3269253"/>
                  </a:cubicBezTo>
                  <a:cubicBezTo>
                    <a:pt x="1948246" y="3285478"/>
                    <a:pt x="1984248" y="3333138"/>
                    <a:pt x="2039272" y="3344968"/>
                  </a:cubicBezTo>
                  <a:cubicBezTo>
                    <a:pt x="2056254" y="3348685"/>
                    <a:pt x="2073236" y="3335841"/>
                    <a:pt x="2090220" y="3344629"/>
                  </a:cubicBezTo>
                  <a:cubicBezTo>
                    <a:pt x="2114334" y="3356799"/>
                    <a:pt x="2088861" y="3382487"/>
                    <a:pt x="2092597" y="3401416"/>
                  </a:cubicBezTo>
                  <a:lnTo>
                    <a:pt x="2093956" y="3399726"/>
                  </a:lnTo>
                  <a:cubicBezTo>
                    <a:pt x="2096333" y="3412570"/>
                    <a:pt x="2106522" y="3421697"/>
                    <a:pt x="2108899" y="3434204"/>
                  </a:cubicBezTo>
                  <a:cubicBezTo>
                    <a:pt x="2108899" y="3435555"/>
                    <a:pt x="2108899" y="3437246"/>
                    <a:pt x="2108899" y="3438598"/>
                  </a:cubicBezTo>
                  <a:cubicBezTo>
                    <a:pt x="2108899" y="3438725"/>
                    <a:pt x="2108316" y="3440616"/>
                    <a:pt x="2107088" y="3443902"/>
                  </a:cubicBezTo>
                  <a:lnTo>
                    <a:pt x="2104881" y="3449218"/>
                  </a:lnTo>
                  <a:lnTo>
                    <a:pt x="542336" y="3449218"/>
                  </a:lnTo>
                  <a:lnTo>
                    <a:pt x="521722" y="3422374"/>
                  </a:lnTo>
                  <a:cubicBezTo>
                    <a:pt x="518326" y="3417304"/>
                    <a:pt x="514589" y="3410543"/>
                    <a:pt x="511873" y="3405472"/>
                  </a:cubicBezTo>
                  <a:cubicBezTo>
                    <a:pt x="494551" y="3374375"/>
                    <a:pt x="535648" y="3207058"/>
                    <a:pt x="535648" y="3207058"/>
                  </a:cubicBezTo>
                  <a:cubicBezTo>
                    <a:pt x="563727" y="3145775"/>
                    <a:pt x="576066" y="3107782"/>
                    <a:pt x="572670" y="3093146"/>
                  </a:cubicBezTo>
                  <a:cubicBezTo>
                    <a:pt x="556027" y="3023177"/>
                    <a:pt x="509835" y="2874112"/>
                    <a:pt x="435112" y="2998502"/>
                  </a:cubicBezTo>
                  <a:cubicBezTo>
                    <a:pt x="266646" y="3004248"/>
                    <a:pt x="203132" y="2814959"/>
                    <a:pt x="49272" y="2793664"/>
                  </a:cubicBezTo>
                  <a:cubicBezTo>
                    <a:pt x="44516" y="2792989"/>
                    <a:pt x="37384" y="2792313"/>
                    <a:pt x="32288" y="2791637"/>
                  </a:cubicBezTo>
                  <a:lnTo>
                    <a:pt x="0" y="2780926"/>
                  </a:lnTo>
                  <a:lnTo>
                    <a:pt x="0" y="2519097"/>
                  </a:lnTo>
                  <a:lnTo>
                    <a:pt x="3466" y="2509489"/>
                  </a:lnTo>
                  <a:cubicBezTo>
                    <a:pt x="23280" y="2471731"/>
                    <a:pt x="48551" y="2465180"/>
                    <a:pt x="69982" y="2469049"/>
                  </a:cubicBezTo>
                  <a:close/>
                  <a:moveTo>
                    <a:pt x="0" y="2158800"/>
                  </a:moveTo>
                  <a:lnTo>
                    <a:pt x="1041" y="2159547"/>
                  </a:lnTo>
                  <a:lnTo>
                    <a:pt x="0" y="2160421"/>
                  </a:lnTo>
                  <a:close/>
                  <a:moveTo>
                    <a:pt x="543460" y="304"/>
                  </a:moveTo>
                  <a:cubicBezTo>
                    <a:pt x="458548" y="50105"/>
                    <a:pt x="407033" y="88976"/>
                    <a:pt x="388920" y="116920"/>
                  </a:cubicBezTo>
                  <a:cubicBezTo>
                    <a:pt x="390958" y="118610"/>
                    <a:pt x="394014" y="120639"/>
                    <a:pt x="396053" y="122329"/>
                  </a:cubicBezTo>
                  <a:cubicBezTo>
                    <a:pt x="396053" y="128639"/>
                    <a:pt x="380089" y="157255"/>
                    <a:pt x="348162" y="208184"/>
                  </a:cubicBezTo>
                  <a:cubicBezTo>
                    <a:pt x="367634" y="209309"/>
                    <a:pt x="377372" y="209875"/>
                    <a:pt x="377372" y="209875"/>
                  </a:cubicBezTo>
                  <a:cubicBezTo>
                    <a:pt x="377032" y="210212"/>
                    <a:pt x="345784" y="250775"/>
                    <a:pt x="351218" y="266323"/>
                  </a:cubicBezTo>
                  <a:cubicBezTo>
                    <a:pt x="373975" y="246380"/>
                    <a:pt x="386542" y="215282"/>
                    <a:pt x="417451" y="203790"/>
                  </a:cubicBezTo>
                  <a:cubicBezTo>
                    <a:pt x="444622" y="232183"/>
                    <a:pt x="386202" y="250436"/>
                    <a:pt x="382127" y="279167"/>
                  </a:cubicBezTo>
                  <a:cubicBezTo>
                    <a:pt x="430357" y="322096"/>
                    <a:pt x="459227" y="229141"/>
                    <a:pt x="498966" y="206494"/>
                  </a:cubicBezTo>
                  <a:cubicBezTo>
                    <a:pt x="520704" y="113539"/>
                    <a:pt x="585576" y="179115"/>
                    <a:pt x="586255" y="179790"/>
                  </a:cubicBezTo>
                  <a:cubicBezTo>
                    <a:pt x="582519" y="186551"/>
                    <a:pt x="581840" y="194663"/>
                    <a:pt x="576746" y="201086"/>
                  </a:cubicBezTo>
                  <a:cubicBezTo>
                    <a:pt x="567574" y="210551"/>
                    <a:pt x="551272" y="209198"/>
                    <a:pt x="544479" y="222043"/>
                  </a:cubicBezTo>
                  <a:cubicBezTo>
                    <a:pt x="537006" y="235902"/>
                    <a:pt x="550592" y="250775"/>
                    <a:pt x="542440" y="264633"/>
                  </a:cubicBezTo>
                  <a:cubicBezTo>
                    <a:pt x="539384" y="269365"/>
                    <a:pt x="534290" y="275450"/>
                    <a:pt x="529874" y="279167"/>
                  </a:cubicBezTo>
                  <a:cubicBezTo>
                    <a:pt x="516288" y="290887"/>
                    <a:pt x="483910" y="305982"/>
                    <a:pt x="432734" y="324462"/>
                  </a:cubicBezTo>
                  <a:cubicBezTo>
                    <a:pt x="409638" y="309926"/>
                    <a:pt x="387561" y="336630"/>
                    <a:pt x="387561" y="336630"/>
                  </a:cubicBezTo>
                  <a:cubicBezTo>
                    <a:pt x="391637" y="336630"/>
                    <a:pt x="397071" y="338658"/>
                    <a:pt x="400467" y="341025"/>
                  </a:cubicBezTo>
                  <a:cubicBezTo>
                    <a:pt x="366843" y="392403"/>
                    <a:pt x="310121" y="364686"/>
                    <a:pt x="265966" y="380572"/>
                  </a:cubicBezTo>
                  <a:cubicBezTo>
                    <a:pt x="303328" y="401530"/>
                    <a:pt x="312838" y="400177"/>
                    <a:pt x="358691" y="392064"/>
                  </a:cubicBezTo>
                  <a:cubicBezTo>
                    <a:pt x="313857" y="439836"/>
                    <a:pt x="251929" y="470711"/>
                    <a:pt x="172904" y="484681"/>
                  </a:cubicBezTo>
                  <a:cubicBezTo>
                    <a:pt x="184451" y="493807"/>
                    <a:pt x="205170" y="485695"/>
                    <a:pt x="211963" y="504286"/>
                  </a:cubicBezTo>
                  <a:cubicBezTo>
                    <a:pt x="151166" y="549242"/>
                    <a:pt x="8513" y="654703"/>
                    <a:pt x="18703" y="712842"/>
                  </a:cubicBezTo>
                  <a:cubicBezTo>
                    <a:pt x="49044" y="715320"/>
                    <a:pt x="65235" y="722870"/>
                    <a:pt x="67272" y="735488"/>
                  </a:cubicBezTo>
                  <a:cubicBezTo>
                    <a:pt x="73386" y="771994"/>
                    <a:pt x="78820" y="792164"/>
                    <a:pt x="83576" y="795993"/>
                  </a:cubicBezTo>
                  <a:cubicBezTo>
                    <a:pt x="104634" y="789908"/>
                    <a:pt x="121616" y="772332"/>
                    <a:pt x="145731" y="776388"/>
                  </a:cubicBezTo>
                  <a:cubicBezTo>
                    <a:pt x="150147" y="777403"/>
                    <a:pt x="156600" y="778754"/>
                    <a:pt x="161016" y="780444"/>
                  </a:cubicBezTo>
                  <a:cubicBezTo>
                    <a:pt x="187508" y="789571"/>
                    <a:pt x="201434" y="817288"/>
                    <a:pt x="228945" y="824724"/>
                  </a:cubicBezTo>
                  <a:cubicBezTo>
                    <a:pt x="256117" y="831822"/>
                    <a:pt x="286346" y="810190"/>
                    <a:pt x="311480" y="834188"/>
                  </a:cubicBezTo>
                  <a:cubicBezTo>
                    <a:pt x="315895" y="834188"/>
                    <a:pt x="322348" y="834527"/>
                    <a:pt x="326764" y="835203"/>
                  </a:cubicBezTo>
                  <a:cubicBezTo>
                    <a:pt x="327443" y="837569"/>
                    <a:pt x="326764" y="841963"/>
                    <a:pt x="327443" y="844329"/>
                  </a:cubicBezTo>
                  <a:cubicBezTo>
                    <a:pt x="323367" y="847371"/>
                    <a:pt x="316574" y="853456"/>
                    <a:pt x="312498" y="856498"/>
                  </a:cubicBezTo>
                  <a:cubicBezTo>
                    <a:pt x="320650" y="875765"/>
                    <a:pt x="326764" y="890975"/>
                    <a:pt x="312498" y="932889"/>
                  </a:cubicBezTo>
                  <a:cubicBezTo>
                    <a:pt x="338991" y="951818"/>
                    <a:pt x="372956" y="960268"/>
                    <a:pt x="391977" y="989338"/>
                  </a:cubicBezTo>
                  <a:cubicBezTo>
                    <a:pt x="453114" y="947087"/>
                    <a:pt x="418129" y="880497"/>
                    <a:pt x="432056" y="827090"/>
                  </a:cubicBezTo>
                  <a:cubicBezTo>
                    <a:pt x="442584" y="818640"/>
                    <a:pt x="443942" y="817627"/>
                    <a:pt x="446659" y="814246"/>
                  </a:cubicBezTo>
                  <a:cubicBezTo>
                    <a:pt x="441226" y="794979"/>
                    <a:pt x="467719" y="786529"/>
                    <a:pt x="479266" y="783825"/>
                  </a:cubicBezTo>
                  <a:cubicBezTo>
                    <a:pt x="532251" y="771656"/>
                    <a:pt x="530553" y="679716"/>
                    <a:pt x="530553" y="678702"/>
                  </a:cubicBezTo>
                  <a:cubicBezTo>
                    <a:pt x="529874" y="655716"/>
                    <a:pt x="505759" y="641858"/>
                    <a:pt x="507117" y="618197"/>
                  </a:cubicBezTo>
                  <a:cubicBezTo>
                    <a:pt x="508476" y="597916"/>
                    <a:pt x="531232" y="592170"/>
                    <a:pt x="537006" y="574593"/>
                  </a:cubicBezTo>
                  <a:cubicBezTo>
                    <a:pt x="507117" y="537412"/>
                    <a:pt x="551272" y="505300"/>
                    <a:pt x="544479" y="469471"/>
                  </a:cubicBezTo>
                  <a:cubicBezTo>
                    <a:pt x="582179" y="453583"/>
                    <a:pt x="623616" y="462371"/>
                    <a:pt x="662337" y="451893"/>
                  </a:cubicBezTo>
                  <a:cubicBezTo>
                    <a:pt x="669469" y="451217"/>
                    <a:pt x="671507" y="451217"/>
                    <a:pt x="681017" y="454259"/>
                  </a:cubicBezTo>
                  <a:cubicBezTo>
                    <a:pt x="723133" y="468118"/>
                    <a:pt x="727549" y="475217"/>
                    <a:pt x="729248" y="478259"/>
                  </a:cubicBezTo>
                  <a:cubicBezTo>
                    <a:pt x="734682" y="487385"/>
                    <a:pt x="737060" y="490090"/>
                    <a:pt x="741135" y="491441"/>
                  </a:cubicBezTo>
                  <a:cubicBezTo>
                    <a:pt x="758117" y="497863"/>
                    <a:pt x="776458" y="489413"/>
                    <a:pt x="793442" y="495159"/>
                  </a:cubicBezTo>
                  <a:cubicBezTo>
                    <a:pt x="775780" y="509356"/>
                    <a:pt x="764231" y="569185"/>
                    <a:pt x="769326" y="578311"/>
                  </a:cubicBezTo>
                  <a:cubicBezTo>
                    <a:pt x="798536" y="584734"/>
                    <a:pt x="821972" y="611775"/>
                    <a:pt x="855597" y="601634"/>
                  </a:cubicBezTo>
                  <a:cubicBezTo>
                    <a:pt x="859221" y="600732"/>
                    <a:pt x="867485" y="591494"/>
                    <a:pt x="880391" y="573917"/>
                  </a:cubicBezTo>
                  <a:cubicBezTo>
                    <a:pt x="888543" y="562424"/>
                    <a:pt x="904846" y="571889"/>
                    <a:pt x="913677" y="561748"/>
                  </a:cubicBezTo>
                  <a:cubicBezTo>
                    <a:pt x="921489" y="552960"/>
                    <a:pt x="909601" y="543834"/>
                    <a:pt x="914355" y="534707"/>
                  </a:cubicBezTo>
                  <a:cubicBezTo>
                    <a:pt x="934507" y="496400"/>
                    <a:pt x="965191" y="513862"/>
                    <a:pt x="1006401" y="587100"/>
                  </a:cubicBezTo>
                  <a:cubicBezTo>
                    <a:pt x="1022704" y="616169"/>
                    <a:pt x="1027120" y="635886"/>
                    <a:pt x="1019647" y="646253"/>
                  </a:cubicBezTo>
                  <a:cubicBezTo>
                    <a:pt x="1011835" y="656731"/>
                    <a:pt x="1009118" y="661463"/>
                    <a:pt x="1013194" y="666872"/>
                  </a:cubicBezTo>
                  <a:cubicBezTo>
                    <a:pt x="1022704" y="679716"/>
                    <a:pt x="1041723" y="676335"/>
                    <a:pt x="1051235" y="689180"/>
                  </a:cubicBezTo>
                  <a:cubicBezTo>
                    <a:pt x="1058367" y="698645"/>
                    <a:pt x="1050555" y="709461"/>
                    <a:pt x="1053951" y="719264"/>
                  </a:cubicBezTo>
                  <a:cubicBezTo>
                    <a:pt x="1058027" y="720616"/>
                    <a:pt x="1063914" y="720277"/>
                    <a:pt x="1071613" y="718250"/>
                  </a:cubicBezTo>
                  <a:cubicBezTo>
                    <a:pt x="1122561" y="705067"/>
                    <a:pt x="1163318" y="739883"/>
                    <a:pt x="1160941" y="745967"/>
                  </a:cubicBezTo>
                  <a:cubicBezTo>
                    <a:pt x="1159242" y="748671"/>
                    <a:pt x="1155506" y="750361"/>
                    <a:pt x="1152789" y="751713"/>
                  </a:cubicBezTo>
                  <a:cubicBezTo>
                    <a:pt x="1030516" y="761515"/>
                    <a:pt x="944245" y="769290"/>
                    <a:pt x="844728" y="779768"/>
                  </a:cubicBezTo>
                  <a:cubicBezTo>
                    <a:pt x="953075" y="768952"/>
                    <a:pt x="1051235" y="760501"/>
                    <a:pt x="1152109" y="752051"/>
                  </a:cubicBezTo>
                  <a:cubicBezTo>
                    <a:pt x="1100144" y="772332"/>
                    <a:pt x="1093351" y="774698"/>
                    <a:pt x="1079425" y="794641"/>
                  </a:cubicBezTo>
                  <a:cubicBezTo>
                    <a:pt x="1080783" y="798022"/>
                    <a:pt x="1082822" y="802754"/>
                    <a:pt x="1084519" y="806134"/>
                  </a:cubicBezTo>
                  <a:cubicBezTo>
                    <a:pt x="1130711" y="776388"/>
                    <a:pt x="1156525" y="773684"/>
                    <a:pt x="1165017" y="773008"/>
                  </a:cubicBezTo>
                  <a:cubicBezTo>
                    <a:pt x="1165017" y="773008"/>
                    <a:pt x="1165357" y="773008"/>
                    <a:pt x="1177244" y="773008"/>
                  </a:cubicBezTo>
                  <a:cubicBezTo>
                    <a:pt x="1191169" y="775712"/>
                    <a:pt x="1205434" y="778754"/>
                    <a:pt x="1219360" y="781796"/>
                  </a:cubicBezTo>
                  <a:cubicBezTo>
                    <a:pt x="1221738" y="785515"/>
                    <a:pt x="1224795" y="790247"/>
                    <a:pt x="1227172" y="793966"/>
                  </a:cubicBezTo>
                  <a:cubicBezTo>
                    <a:pt x="1218569" y="814695"/>
                    <a:pt x="1217211" y="832049"/>
                    <a:pt x="1223096" y="846019"/>
                  </a:cubicBezTo>
                  <a:cubicBezTo>
                    <a:pt x="1196264" y="894356"/>
                    <a:pt x="1020665" y="981226"/>
                    <a:pt x="981606" y="954522"/>
                  </a:cubicBezTo>
                  <a:cubicBezTo>
                    <a:pt x="867032" y="989001"/>
                    <a:pt x="754042" y="1063928"/>
                    <a:pt x="642637" y="1179303"/>
                  </a:cubicBezTo>
                  <a:cubicBezTo>
                    <a:pt x="804537" y="1078347"/>
                    <a:pt x="891371" y="1033618"/>
                    <a:pt x="903148" y="1045111"/>
                  </a:cubicBezTo>
                  <a:cubicBezTo>
                    <a:pt x="896015" y="1079250"/>
                    <a:pt x="871221" y="1086010"/>
                    <a:pt x="837256" y="1095137"/>
                  </a:cubicBezTo>
                  <a:cubicBezTo>
                    <a:pt x="847105" y="1106967"/>
                    <a:pt x="848464" y="1108657"/>
                    <a:pt x="871221" y="1117108"/>
                  </a:cubicBezTo>
                  <a:cubicBezTo>
                    <a:pt x="880731" y="1146176"/>
                    <a:pt x="884807" y="1158346"/>
                    <a:pt x="908922" y="1169839"/>
                  </a:cubicBezTo>
                  <a:cubicBezTo>
                    <a:pt x="901789" y="1155303"/>
                    <a:pt x="909601" y="1135698"/>
                    <a:pt x="910959" y="1133671"/>
                  </a:cubicBezTo>
                  <a:cubicBezTo>
                    <a:pt x="911299" y="1133671"/>
                    <a:pt x="911638" y="1133332"/>
                    <a:pt x="911638" y="1133332"/>
                  </a:cubicBezTo>
                  <a:cubicBezTo>
                    <a:pt x="912318" y="1133671"/>
                    <a:pt x="912658" y="1134008"/>
                    <a:pt x="912318" y="1138064"/>
                  </a:cubicBezTo>
                  <a:cubicBezTo>
                    <a:pt x="911638" y="1148205"/>
                    <a:pt x="913337" y="1155642"/>
                    <a:pt x="925904" y="1161725"/>
                  </a:cubicBezTo>
                  <a:cubicBezTo>
                    <a:pt x="930659" y="1164092"/>
                    <a:pt x="944925" y="1169500"/>
                    <a:pt x="970059" y="1165783"/>
                  </a:cubicBezTo>
                  <a:cubicBezTo>
                    <a:pt x="973795" y="1165783"/>
                    <a:pt x="974474" y="1165783"/>
                    <a:pt x="975492" y="1165783"/>
                  </a:cubicBezTo>
                  <a:cubicBezTo>
                    <a:pt x="975492" y="1166120"/>
                    <a:pt x="975492" y="1166120"/>
                    <a:pt x="975492" y="1166120"/>
                  </a:cubicBezTo>
                  <a:cubicBezTo>
                    <a:pt x="975492" y="1166120"/>
                    <a:pt x="975492" y="1166796"/>
                    <a:pt x="975492" y="1166796"/>
                  </a:cubicBezTo>
                  <a:cubicBezTo>
                    <a:pt x="975153" y="1166796"/>
                    <a:pt x="964624" y="1181669"/>
                    <a:pt x="950698" y="1184710"/>
                  </a:cubicBezTo>
                  <a:cubicBezTo>
                    <a:pt x="964624" y="1188766"/>
                    <a:pt x="981606" y="1193500"/>
                    <a:pt x="1002325" y="1199246"/>
                  </a:cubicBezTo>
                  <a:cubicBezTo>
                    <a:pt x="1018288" y="1175246"/>
                    <a:pt x="1019307" y="1142459"/>
                    <a:pt x="1046139" y="1124544"/>
                  </a:cubicBezTo>
                  <a:cubicBezTo>
                    <a:pt x="1080783" y="1211752"/>
                    <a:pt x="886504" y="1323973"/>
                    <a:pt x="823330" y="1322960"/>
                  </a:cubicBezTo>
                  <a:cubicBezTo>
                    <a:pt x="824237" y="1310114"/>
                    <a:pt x="855708" y="1281721"/>
                    <a:pt x="917753" y="1237780"/>
                  </a:cubicBezTo>
                  <a:lnTo>
                    <a:pt x="917753" y="1223921"/>
                  </a:lnTo>
                  <a:cubicBezTo>
                    <a:pt x="908922" y="1224258"/>
                    <a:pt x="897033" y="1221217"/>
                    <a:pt x="888883" y="1218175"/>
                  </a:cubicBezTo>
                  <a:cubicBezTo>
                    <a:pt x="890580" y="1214795"/>
                    <a:pt x="892618" y="1210400"/>
                    <a:pt x="894316" y="1207020"/>
                  </a:cubicBezTo>
                  <a:cubicBezTo>
                    <a:pt x="786760" y="1268766"/>
                    <a:pt x="729926" y="1299524"/>
                    <a:pt x="723813" y="1299299"/>
                  </a:cubicBezTo>
                  <a:cubicBezTo>
                    <a:pt x="686903" y="1333776"/>
                    <a:pt x="664941" y="1383803"/>
                    <a:pt x="657922" y="1449377"/>
                  </a:cubicBezTo>
                  <a:cubicBezTo>
                    <a:pt x="649430" y="1449039"/>
                    <a:pt x="536667" y="1509881"/>
                    <a:pt x="535987" y="1510558"/>
                  </a:cubicBezTo>
                  <a:cubicBezTo>
                    <a:pt x="509495" y="1536247"/>
                    <a:pt x="514929" y="1574780"/>
                    <a:pt x="497947" y="1604188"/>
                  </a:cubicBezTo>
                  <a:cubicBezTo>
                    <a:pt x="494551" y="1588639"/>
                    <a:pt x="482662" y="1578161"/>
                    <a:pt x="475530" y="1564641"/>
                  </a:cubicBezTo>
                  <a:cubicBezTo>
                    <a:pt x="470323" y="1648468"/>
                    <a:pt x="464661" y="1692299"/>
                    <a:pt x="458548" y="1696128"/>
                  </a:cubicBezTo>
                  <a:cubicBezTo>
                    <a:pt x="458548" y="1696128"/>
                    <a:pt x="458887" y="1609934"/>
                    <a:pt x="457188" y="1581878"/>
                  </a:cubicBezTo>
                  <a:lnTo>
                    <a:pt x="437829" y="1772520"/>
                  </a:lnTo>
                  <a:cubicBezTo>
                    <a:pt x="441565" y="1773872"/>
                    <a:pt x="446320" y="1775562"/>
                    <a:pt x="450056" y="1776913"/>
                  </a:cubicBezTo>
                  <a:cubicBezTo>
                    <a:pt x="449378" y="1781308"/>
                    <a:pt x="448698" y="1787393"/>
                    <a:pt x="448358" y="1791786"/>
                  </a:cubicBezTo>
                  <a:cubicBezTo>
                    <a:pt x="444622" y="1793139"/>
                    <a:pt x="439867" y="1794491"/>
                    <a:pt x="436130" y="1795505"/>
                  </a:cubicBezTo>
                  <a:cubicBezTo>
                    <a:pt x="435791" y="1799223"/>
                    <a:pt x="435112" y="1804293"/>
                    <a:pt x="434772" y="1808011"/>
                  </a:cubicBezTo>
                  <a:cubicBezTo>
                    <a:pt x="437150" y="1811054"/>
                    <a:pt x="440546" y="1814771"/>
                    <a:pt x="443263" y="1817815"/>
                  </a:cubicBezTo>
                  <a:cubicBezTo>
                    <a:pt x="443263" y="1817815"/>
                    <a:pt x="443263" y="1817815"/>
                    <a:pt x="444622" y="1817815"/>
                  </a:cubicBezTo>
                  <a:cubicBezTo>
                    <a:pt x="386202" y="1884403"/>
                    <a:pt x="281591" y="1908402"/>
                    <a:pt x="264269" y="2012511"/>
                  </a:cubicBezTo>
                  <a:cubicBezTo>
                    <a:pt x="247287" y="2112901"/>
                    <a:pt x="400127" y="2201461"/>
                    <a:pt x="305026" y="2301514"/>
                  </a:cubicBezTo>
                  <a:cubicBezTo>
                    <a:pt x="224530" y="2254868"/>
                    <a:pt x="275477" y="2137576"/>
                    <a:pt x="191584" y="2092959"/>
                  </a:cubicBezTo>
                  <a:cubicBezTo>
                    <a:pt x="191075" y="2092705"/>
                    <a:pt x="80710" y="2102148"/>
                    <a:pt x="15099" y="2112875"/>
                  </a:cubicBezTo>
                  <a:lnTo>
                    <a:pt x="0" y="2115767"/>
                  </a:lnTo>
                  <a:lnTo>
                    <a:pt x="0" y="342747"/>
                  </a:lnTo>
                  <a:lnTo>
                    <a:pt x="36024" y="328180"/>
                  </a:lnTo>
                  <a:cubicBezTo>
                    <a:pt x="41120" y="334940"/>
                    <a:pt x="40101" y="343728"/>
                    <a:pt x="44856" y="350489"/>
                  </a:cubicBezTo>
                  <a:cubicBezTo>
                    <a:pt x="116182" y="353869"/>
                    <a:pt x="135881" y="341362"/>
                    <a:pt x="138938" y="338996"/>
                  </a:cubicBezTo>
                  <a:cubicBezTo>
                    <a:pt x="177431" y="308802"/>
                    <a:pt x="202681" y="295166"/>
                    <a:pt x="214680" y="298097"/>
                  </a:cubicBezTo>
                  <a:cubicBezTo>
                    <a:pt x="193849" y="320179"/>
                    <a:pt x="188979" y="336968"/>
                    <a:pt x="200075" y="348460"/>
                  </a:cubicBezTo>
                  <a:cubicBezTo>
                    <a:pt x="217737" y="307560"/>
                    <a:pt x="265288" y="295055"/>
                    <a:pt x="287024" y="257873"/>
                  </a:cubicBezTo>
                  <a:cubicBezTo>
                    <a:pt x="285327" y="257534"/>
                    <a:pt x="282610" y="256858"/>
                    <a:pt x="280572" y="256521"/>
                  </a:cubicBezTo>
                  <a:lnTo>
                    <a:pt x="280572" y="251112"/>
                  </a:lnTo>
                  <a:cubicBezTo>
                    <a:pt x="291101" y="241309"/>
                    <a:pt x="294497" y="239282"/>
                    <a:pt x="317254" y="228127"/>
                  </a:cubicBezTo>
                  <a:cubicBezTo>
                    <a:pt x="316574" y="226099"/>
                    <a:pt x="316235" y="223395"/>
                    <a:pt x="315555" y="221367"/>
                  </a:cubicBezTo>
                  <a:cubicBezTo>
                    <a:pt x="304686" y="222043"/>
                    <a:pt x="294157" y="224409"/>
                    <a:pt x="283288" y="224409"/>
                  </a:cubicBezTo>
                  <a:cubicBezTo>
                    <a:pt x="282270" y="222381"/>
                    <a:pt x="280911" y="219339"/>
                    <a:pt x="279892" y="217311"/>
                  </a:cubicBezTo>
                  <a:cubicBezTo>
                    <a:pt x="280911" y="215621"/>
                    <a:pt x="418469" y="25318"/>
                    <a:pt x="520364" y="1657"/>
                  </a:cubicBezTo>
                  <a:cubicBezTo>
                    <a:pt x="529874" y="78"/>
                    <a:pt x="537573" y="-372"/>
                    <a:pt x="543460" y="304"/>
                  </a:cubicBezTo>
                  <a:close/>
                </a:path>
              </a:pathLst>
            </a:custGeom>
            <a:solidFill>
              <a:schemeClr val="bg1">
                <a:alpha val="18000"/>
              </a:schemeClr>
            </a:solidFill>
            <a:ln w="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59" name="Freeform: Shape 158">
              <a:extLst>
                <a:ext uri="{FF2B5EF4-FFF2-40B4-BE49-F238E27FC236}">
                  <a16:creationId xmlns:a16="http://schemas.microsoft.com/office/drawing/2014/main" id="{E3AB3D6D-371C-813F-1202-C152FE289381}"/>
                </a:ext>
              </a:extLst>
            </p:cNvPr>
            <p:cNvSpPr/>
            <p:nvPr/>
          </p:nvSpPr>
          <p:spPr>
            <a:xfrm>
              <a:off x="776303" y="6085090"/>
              <a:ext cx="81829" cy="32615"/>
            </a:xfrm>
            <a:custGeom>
              <a:avLst/>
              <a:gdLst>
                <a:gd name="connsiteX0" fmla="*/ 4233 w 65990"/>
                <a:gd name="connsiteY0" fmla="*/ 596 h 26302"/>
                <a:gd name="connsiteX1" fmla="*/ 21763 w 65990"/>
                <a:gd name="connsiteY1" fmla="*/ 25947 h 26302"/>
                <a:gd name="connsiteX2" fmla="*/ 65861 w 65990"/>
                <a:gd name="connsiteY2" fmla="*/ 19950 h 26302"/>
                <a:gd name="connsiteX3" fmla="*/ 40114 w 65990"/>
                <a:gd name="connsiteY3" fmla="*/ 6866 h 26302"/>
                <a:gd name="connsiteX4" fmla="*/ 4233 w 65990"/>
                <a:gd name="connsiteY4" fmla="*/ 869 h 26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90" h="26302">
                  <a:moveTo>
                    <a:pt x="4233" y="596"/>
                  </a:moveTo>
                  <a:cubicBezTo>
                    <a:pt x="-7545" y="8502"/>
                    <a:pt x="7520" y="23494"/>
                    <a:pt x="21763" y="25947"/>
                  </a:cubicBezTo>
                  <a:cubicBezTo>
                    <a:pt x="31897" y="27583"/>
                    <a:pt x="64492" y="23221"/>
                    <a:pt x="65861" y="19950"/>
                  </a:cubicBezTo>
                  <a:cubicBezTo>
                    <a:pt x="66683" y="18315"/>
                    <a:pt x="64218" y="14226"/>
                    <a:pt x="40114" y="6866"/>
                  </a:cubicBezTo>
                  <a:cubicBezTo>
                    <a:pt x="13546" y="-1312"/>
                    <a:pt x="9437" y="-494"/>
                    <a:pt x="4233" y="869"/>
                  </a:cubicBezTo>
                  <a:close/>
                </a:path>
              </a:pathLst>
            </a:custGeom>
            <a:solidFill>
              <a:schemeClr val="bg1">
                <a:alpha val="18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274" name="Graphic 273">
              <a:extLst>
                <a:ext uri="{FF2B5EF4-FFF2-40B4-BE49-F238E27FC236}">
                  <a16:creationId xmlns:a16="http://schemas.microsoft.com/office/drawing/2014/main" id="{42E309E8-0453-5B6B-AE6D-B9A41634172D}"/>
                </a:ext>
              </a:extLst>
            </p:cNvPr>
            <p:cNvPicPr>
              <a:picLocks noChangeAspect="1"/>
            </p:cNvPicPr>
            <p:nvPr/>
          </p:nvPicPr>
          <p:blipFill rotWithShape="1">
            <a:blip>
              <a:extLst>
                <a:ext uri="{96DAC541-7B7A-43D3-8B79-37D633B846F1}">
                  <asvg:svgBlip xmlns:asvg="http://schemas.microsoft.com/office/drawing/2016/SVG/main" r:embed="rId4"/>
                </a:ext>
              </a:extLst>
            </a:blip>
            <a:srcRect l="27991" t="19799"/>
            <a:stretch/>
          </p:blipFill>
          <p:spPr>
            <a:xfrm rot="16200000">
              <a:off x="217058" y="2626504"/>
              <a:ext cx="4014438" cy="4448553"/>
            </a:xfrm>
            <a:prstGeom prst="rect">
              <a:avLst/>
            </a:prstGeom>
          </p:spPr>
        </p:pic>
      </p:grpSp>
      <p:pic>
        <p:nvPicPr>
          <p:cNvPr id="280" name="Graphic 279">
            <a:extLst>
              <a:ext uri="{FF2B5EF4-FFF2-40B4-BE49-F238E27FC236}">
                <a16:creationId xmlns:a16="http://schemas.microsoft.com/office/drawing/2014/main" id="{827A48D3-8843-0C3A-D2F2-6035557E12EF}"/>
              </a:ext>
            </a:extLst>
          </p:cNvPr>
          <p:cNvPicPr>
            <a:picLocks noChangeAspect="1"/>
          </p:cNvPicPr>
          <p:nvPr/>
        </p:nvPicPr>
        <p:blipFill rotWithShape="1">
          <a:blip>
            <a:extLst>
              <a:ext uri="{96DAC541-7B7A-43D3-8B79-37D633B846F1}">
                <asvg:svgBlip xmlns:asvg="http://schemas.microsoft.com/office/drawing/2016/SVG/main" r:embed="rId5"/>
              </a:ext>
            </a:extLst>
          </a:blip>
          <a:srcRect l="27048" b="33891"/>
          <a:stretch/>
        </p:blipFill>
        <p:spPr>
          <a:xfrm>
            <a:off x="0" y="1572321"/>
            <a:ext cx="5769482" cy="5302441"/>
          </a:xfrm>
          <a:prstGeom prst="rect">
            <a:avLst/>
          </a:prstGeom>
        </p:spPr>
      </p:pic>
      <p:cxnSp>
        <p:nvCxnSpPr>
          <p:cNvPr id="282" name="Connector: Elbow 281">
            <a:extLst>
              <a:ext uri="{FF2B5EF4-FFF2-40B4-BE49-F238E27FC236}">
                <a16:creationId xmlns:a16="http://schemas.microsoft.com/office/drawing/2014/main" id="{19EE009E-806C-20D7-298B-B19C8D491053}"/>
              </a:ext>
            </a:extLst>
          </p:cNvPr>
          <p:cNvCxnSpPr>
            <a:cxnSpLocks/>
            <a:stCxn id="89" idx="2"/>
          </p:cNvCxnSpPr>
          <p:nvPr/>
        </p:nvCxnSpPr>
        <p:spPr>
          <a:xfrm rot="10800000" flipV="1">
            <a:off x="5671367" y="5601531"/>
            <a:ext cx="1475719" cy="141207"/>
          </a:xfrm>
          <a:prstGeom prst="bentConnector4">
            <a:avLst>
              <a:gd name="adj1" fmla="val 53765"/>
              <a:gd name="adj2" fmla="val 261890"/>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8" name="Connector: Elbow 297">
            <a:extLst>
              <a:ext uri="{FF2B5EF4-FFF2-40B4-BE49-F238E27FC236}">
                <a16:creationId xmlns:a16="http://schemas.microsoft.com/office/drawing/2014/main" id="{D52AEC0A-B6B2-4250-52FF-5C96178D875C}"/>
              </a:ext>
            </a:extLst>
          </p:cNvPr>
          <p:cNvCxnSpPr>
            <a:cxnSpLocks/>
            <a:stCxn id="91" idx="2"/>
          </p:cNvCxnSpPr>
          <p:nvPr/>
        </p:nvCxnSpPr>
        <p:spPr>
          <a:xfrm rot="10800000">
            <a:off x="5493817" y="4255642"/>
            <a:ext cx="1653269" cy="273309"/>
          </a:xfrm>
          <a:prstGeom prst="bentConnector3">
            <a:avLst>
              <a:gd name="adj1" fmla="val 47696"/>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0" name="Connector: Elbow 299">
            <a:extLst>
              <a:ext uri="{FF2B5EF4-FFF2-40B4-BE49-F238E27FC236}">
                <a16:creationId xmlns:a16="http://schemas.microsoft.com/office/drawing/2014/main" id="{F92867F3-0BE1-B4F3-9156-34DC78C90FAE}"/>
              </a:ext>
            </a:extLst>
          </p:cNvPr>
          <p:cNvCxnSpPr>
            <a:cxnSpLocks/>
            <a:endCxn id="95" idx="2"/>
          </p:cNvCxnSpPr>
          <p:nvPr/>
        </p:nvCxnSpPr>
        <p:spPr>
          <a:xfrm rot="5400000" flipH="1" flipV="1">
            <a:off x="3709116" y="-1723586"/>
            <a:ext cx="490868" cy="6385070"/>
          </a:xfrm>
          <a:prstGeom prst="bentConnector2">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2" name="Connector: Elbow 301">
            <a:extLst>
              <a:ext uri="{FF2B5EF4-FFF2-40B4-BE49-F238E27FC236}">
                <a16:creationId xmlns:a16="http://schemas.microsoft.com/office/drawing/2014/main" id="{ABD31086-3942-AA61-9DF0-182687B6093E}"/>
              </a:ext>
            </a:extLst>
          </p:cNvPr>
          <p:cNvCxnSpPr>
            <a:cxnSpLocks/>
            <a:endCxn id="94" idx="2"/>
          </p:cNvCxnSpPr>
          <p:nvPr/>
        </p:nvCxnSpPr>
        <p:spPr>
          <a:xfrm>
            <a:off x="2247900" y="1638300"/>
            <a:ext cx="4899185" cy="165353"/>
          </a:xfrm>
          <a:prstGeom prst="bentConnector3">
            <a:avLst>
              <a:gd name="adj1" fmla="val 84218"/>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6" name="Connector: Elbow 305">
            <a:extLst>
              <a:ext uri="{FF2B5EF4-FFF2-40B4-BE49-F238E27FC236}">
                <a16:creationId xmlns:a16="http://schemas.microsoft.com/office/drawing/2014/main" id="{D2462B66-98C4-A13F-1EE5-E856C5F46C89}"/>
              </a:ext>
            </a:extLst>
          </p:cNvPr>
          <p:cNvCxnSpPr>
            <a:cxnSpLocks/>
            <a:stCxn id="93" idx="2"/>
          </p:cNvCxnSpPr>
          <p:nvPr/>
        </p:nvCxnSpPr>
        <p:spPr>
          <a:xfrm rot="10800000">
            <a:off x="3648245" y="2123901"/>
            <a:ext cx="3498841" cy="383000"/>
          </a:xfrm>
          <a:prstGeom prst="bentConnector3">
            <a:avLst>
              <a:gd name="adj1" fmla="val 22777"/>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8" name="Connector: Elbow 307">
            <a:extLst>
              <a:ext uri="{FF2B5EF4-FFF2-40B4-BE49-F238E27FC236}">
                <a16:creationId xmlns:a16="http://schemas.microsoft.com/office/drawing/2014/main" id="{67A46344-1751-C071-493A-F0D79FA63089}"/>
              </a:ext>
            </a:extLst>
          </p:cNvPr>
          <p:cNvCxnSpPr>
            <a:cxnSpLocks/>
            <a:stCxn id="92" idx="2"/>
          </p:cNvCxnSpPr>
          <p:nvPr/>
        </p:nvCxnSpPr>
        <p:spPr>
          <a:xfrm rot="10800000">
            <a:off x="4765317" y="3010176"/>
            <a:ext cx="2381768" cy="446195"/>
          </a:xfrm>
          <a:prstGeom prst="bentConnector3">
            <a:avLst>
              <a:gd name="adj1" fmla="val 33044"/>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902491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9" name="Picture 268" descr="A blue and white background&#10;&#10;Description automatically generated">
            <a:extLst>
              <a:ext uri="{FF2B5EF4-FFF2-40B4-BE49-F238E27FC236}">
                <a16:creationId xmlns:a16="http://schemas.microsoft.com/office/drawing/2014/main" id="{F0724C9F-C7B4-71C9-54F3-2AF3937EDCA9}"/>
              </a:ext>
            </a:extLst>
          </p:cNvPr>
          <p:cNvPicPr>
            <a:picLocks noChangeAspect="1"/>
          </p:cNvPicPr>
          <p:nvPr/>
        </p:nvPicPr>
        <p:blipFill rotWithShape="1">
          <a:blip r:embed="rId3">
            <a:extLst>
              <a:ext uri="{28A0092B-C50C-407E-A947-70E740481C1C}">
                <a14:useLocalDpi xmlns:a14="http://schemas.microsoft.com/office/drawing/2010/main" val="0"/>
              </a:ext>
            </a:extLst>
          </a:blip>
          <a:srcRect l="1598" t="1598" r="1598" b="1598"/>
          <a:stretch/>
        </p:blipFill>
        <p:spPr>
          <a:xfrm>
            <a:off x="0" y="19308"/>
            <a:ext cx="12192000" cy="6838692"/>
          </a:xfrm>
          <a:prstGeom prst="rect">
            <a:avLst/>
          </a:prstGeom>
        </p:spPr>
      </p:pic>
      <p:sp>
        <p:nvSpPr>
          <p:cNvPr id="166" name="Freeform: Shape 165">
            <a:extLst>
              <a:ext uri="{FF2B5EF4-FFF2-40B4-BE49-F238E27FC236}">
                <a16:creationId xmlns:a16="http://schemas.microsoft.com/office/drawing/2014/main" id="{FBF3E05E-F795-C1EE-B238-3FB03CF47CEB}"/>
              </a:ext>
            </a:extLst>
          </p:cNvPr>
          <p:cNvSpPr/>
          <p:nvPr/>
        </p:nvSpPr>
        <p:spPr bwMode="auto">
          <a:xfrm rot="16200000">
            <a:off x="-44621" y="2821598"/>
            <a:ext cx="3290019" cy="1351707"/>
          </a:xfrm>
          <a:custGeom>
            <a:avLst/>
            <a:gdLst>
              <a:gd name="connsiteX0" fmla="*/ 0 w 5007658"/>
              <a:gd name="connsiteY0" fmla="*/ 0 h 2057400"/>
              <a:gd name="connsiteX1" fmla="*/ 228444 w 5007658"/>
              <a:gd name="connsiteY1" fmla="*/ 0 h 2057400"/>
              <a:gd name="connsiteX2" fmla="*/ 279377 w 5007658"/>
              <a:gd name="connsiteY2" fmla="*/ 198007 h 2057400"/>
              <a:gd name="connsiteX3" fmla="*/ 2503829 w 5007658"/>
              <a:gd name="connsiteY3" fmla="*/ 1833918 h 2057400"/>
              <a:gd name="connsiteX4" fmla="*/ 4728281 w 5007658"/>
              <a:gd name="connsiteY4" fmla="*/ 198007 h 2057400"/>
              <a:gd name="connsiteX5" fmla="*/ 4779214 w 5007658"/>
              <a:gd name="connsiteY5" fmla="*/ 0 h 2057400"/>
              <a:gd name="connsiteX6" fmla="*/ 5007658 w 5007658"/>
              <a:gd name="connsiteY6" fmla="*/ 0 h 2057400"/>
              <a:gd name="connsiteX7" fmla="*/ 5004617 w 5007658"/>
              <a:gd name="connsiteY7" fmla="*/ 19918 h 2057400"/>
              <a:gd name="connsiteX8" fmla="*/ 2503829 w 5007658"/>
              <a:gd name="connsiteY8" fmla="*/ 2057400 h 2057400"/>
              <a:gd name="connsiteX9" fmla="*/ 3041 w 5007658"/>
              <a:gd name="connsiteY9" fmla="*/ 19918 h 205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07658" h="2057400">
                <a:moveTo>
                  <a:pt x="0" y="0"/>
                </a:moveTo>
                <a:lnTo>
                  <a:pt x="228444" y="0"/>
                </a:lnTo>
                <a:lnTo>
                  <a:pt x="279377" y="198007"/>
                </a:lnTo>
                <a:cubicBezTo>
                  <a:pt x="574276" y="1145771"/>
                  <a:pt x="1458660" y="1833918"/>
                  <a:pt x="2503829" y="1833918"/>
                </a:cubicBezTo>
                <a:cubicBezTo>
                  <a:pt x="3548999" y="1833918"/>
                  <a:pt x="4433382" y="1145771"/>
                  <a:pt x="4728281" y="198007"/>
                </a:cubicBezTo>
                <a:lnTo>
                  <a:pt x="4779214" y="0"/>
                </a:lnTo>
                <a:lnTo>
                  <a:pt x="5007658" y="0"/>
                </a:lnTo>
                <a:lnTo>
                  <a:pt x="5004617" y="19918"/>
                </a:lnTo>
                <a:cubicBezTo>
                  <a:pt x="4766592" y="1182707"/>
                  <a:pt x="3737395" y="2057400"/>
                  <a:pt x="2503829" y="2057400"/>
                </a:cubicBezTo>
                <a:cubicBezTo>
                  <a:pt x="1270264" y="2057400"/>
                  <a:pt x="241066" y="1182707"/>
                  <a:pt x="3041" y="19918"/>
                </a:cubicBezTo>
                <a:close/>
              </a:path>
            </a:pathLst>
          </a:custGeom>
          <a:gradFill>
            <a:gsLst>
              <a:gs pos="0">
                <a:schemeClr val="accent5">
                  <a:lumMod val="75000"/>
                </a:schemeClr>
              </a:gs>
              <a:gs pos="100000">
                <a:srgbClr val="0078D4"/>
              </a:gs>
            </a:gsLst>
            <a:lin ang="1380000" scaled="0"/>
          </a:gradFill>
          <a:ln>
            <a:noFill/>
            <a:headEnd type="none" w="med" len="med"/>
            <a:tailEnd type="none" w="med" len="med"/>
          </a:ln>
          <a:effectLst>
            <a:outerShdw blurRad="114300" algn="ctr" rotWithShape="0">
              <a:prstClr val="black">
                <a:alpha val="8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72" name="Rectangle: Rounded Corners 71">
            <a:extLst>
              <a:ext uri="{FF2B5EF4-FFF2-40B4-BE49-F238E27FC236}">
                <a16:creationId xmlns:a16="http://schemas.microsoft.com/office/drawing/2014/main" id="{CC1AADD8-D2F9-B5CF-86BF-7FDE6CB020A2}"/>
              </a:ext>
            </a:extLst>
          </p:cNvPr>
          <p:cNvSpPr>
            <a:spLocks/>
          </p:cNvSpPr>
          <p:nvPr/>
        </p:nvSpPr>
        <p:spPr bwMode="auto">
          <a:xfrm>
            <a:off x="4086144" y="802077"/>
            <a:ext cx="7523243" cy="1712522"/>
          </a:xfrm>
          <a:prstGeom prst="roundRect">
            <a:avLst>
              <a:gd name="adj" fmla="val 8602"/>
            </a:avLst>
          </a:pr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74" name="Rounded Rectangle 71_1">
            <a:extLst>
              <a:ext uri="{FF2B5EF4-FFF2-40B4-BE49-F238E27FC236}">
                <a16:creationId xmlns:a16="http://schemas.microsoft.com/office/drawing/2014/main" id="{68FB7F33-3558-4649-3669-CDD2FEBBFB01}"/>
              </a:ext>
            </a:extLst>
          </p:cNvPr>
          <p:cNvSpPr>
            <a:spLocks/>
          </p:cNvSpPr>
          <p:nvPr/>
        </p:nvSpPr>
        <p:spPr bwMode="auto">
          <a:xfrm>
            <a:off x="4228789" y="929640"/>
            <a:ext cx="7262169" cy="1457396"/>
          </a:xfrm>
          <a:prstGeom prst="roundRect">
            <a:avLst>
              <a:gd name="adj" fmla="val 8602"/>
            </a:avLst>
          </a:pr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35" name="TextBox 5">
            <a:extLst>
              <a:ext uri="{FF2B5EF4-FFF2-40B4-BE49-F238E27FC236}">
                <a16:creationId xmlns:a16="http://schemas.microsoft.com/office/drawing/2014/main" id="{2CDE3C9D-2EB7-7BD0-78A1-F81CBD01A641}"/>
              </a:ext>
            </a:extLst>
          </p:cNvPr>
          <p:cNvSpPr txBox="1">
            <a:spLocks/>
          </p:cNvSpPr>
          <p:nvPr/>
        </p:nvSpPr>
        <p:spPr>
          <a:xfrm>
            <a:off x="4396533" y="1473672"/>
            <a:ext cx="6926682" cy="369332"/>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egoe UI Semibold"/>
                <a:ea typeface="+mn-ea"/>
                <a:cs typeface="+mn-cs"/>
              </a:rPr>
              <a:t>For companies with up to 2,000 people </a:t>
            </a:r>
            <a:r>
              <a:rPr kumimoji="0" lang="en-US" sz="2000" b="0" i="0" u="none" strike="noStrike" kern="1200" cap="none" spc="0" normalizeH="0" baseline="50000" noProof="0">
                <a:ln>
                  <a:noFill/>
                </a:ln>
                <a:solidFill>
                  <a:srgbClr val="000000"/>
                </a:solidFill>
                <a:effectLst/>
                <a:uLnTx/>
                <a:uFillTx/>
                <a:latin typeface="Segoe UI Semibold"/>
                <a:ea typeface="+mn-ea"/>
                <a:cs typeface="+mn-cs"/>
              </a:rPr>
              <a:t>1</a:t>
            </a:r>
            <a:endParaRPr kumimoji="0" lang="en-US" sz="2400" b="0" i="0" u="none" strike="noStrike" kern="1200" cap="none" spc="0" normalizeH="0" baseline="50000" noProof="0">
              <a:ln>
                <a:noFill/>
              </a:ln>
              <a:solidFill>
                <a:srgbClr val="000000"/>
              </a:solidFill>
              <a:effectLst/>
              <a:uLnTx/>
              <a:uFillTx/>
              <a:latin typeface="Segoe UI Semibold"/>
              <a:ea typeface="+mn-ea"/>
              <a:cs typeface="+mn-cs"/>
            </a:endParaRPr>
          </a:p>
        </p:txBody>
      </p:sp>
      <p:sp>
        <p:nvSpPr>
          <p:cNvPr id="73" name="Rectangle: Rounded Corners 72">
            <a:extLst>
              <a:ext uri="{FF2B5EF4-FFF2-40B4-BE49-F238E27FC236}">
                <a16:creationId xmlns:a16="http://schemas.microsoft.com/office/drawing/2014/main" id="{CA71F585-4E8A-E82F-5912-6C5E817EAEDC}"/>
              </a:ext>
            </a:extLst>
          </p:cNvPr>
          <p:cNvSpPr>
            <a:spLocks/>
          </p:cNvSpPr>
          <p:nvPr/>
        </p:nvSpPr>
        <p:spPr bwMode="auto">
          <a:xfrm>
            <a:off x="4086145" y="4343400"/>
            <a:ext cx="7523243" cy="1712522"/>
          </a:xfrm>
          <a:prstGeom prst="roundRect">
            <a:avLst>
              <a:gd name="adj" fmla="val 8602"/>
            </a:avLst>
          </a:pr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75" name="Rounded Rectangle 72_1">
            <a:extLst>
              <a:ext uri="{FF2B5EF4-FFF2-40B4-BE49-F238E27FC236}">
                <a16:creationId xmlns:a16="http://schemas.microsoft.com/office/drawing/2014/main" id="{123D8197-7B51-0E7E-EE8D-2C04E9EB6A3F}"/>
              </a:ext>
            </a:extLst>
          </p:cNvPr>
          <p:cNvSpPr>
            <a:spLocks/>
          </p:cNvSpPr>
          <p:nvPr/>
        </p:nvSpPr>
        <p:spPr bwMode="auto">
          <a:xfrm>
            <a:off x="4228790" y="4470963"/>
            <a:ext cx="7262169" cy="1457396"/>
          </a:xfrm>
          <a:prstGeom prst="roundRect">
            <a:avLst>
              <a:gd name="adj" fmla="val 8602"/>
            </a:avLst>
          </a:pr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7" name="TextBox 5">
            <a:extLst>
              <a:ext uri="{FF2B5EF4-FFF2-40B4-BE49-F238E27FC236}">
                <a16:creationId xmlns:a16="http://schemas.microsoft.com/office/drawing/2014/main" id="{C8E33C4F-A0AB-774A-FFB6-34C99746FE11}"/>
              </a:ext>
            </a:extLst>
          </p:cNvPr>
          <p:cNvSpPr txBox="1">
            <a:spLocks/>
          </p:cNvSpPr>
          <p:nvPr/>
        </p:nvSpPr>
        <p:spPr>
          <a:xfrm>
            <a:off x="4432874" y="5014995"/>
            <a:ext cx="6853999" cy="369332"/>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egoe UI Semibold"/>
                <a:ea typeface="+mn-ea"/>
                <a:cs typeface="+mn-cs"/>
              </a:rPr>
              <a:t>For Large enterprise clients </a:t>
            </a:r>
            <a:r>
              <a:rPr kumimoji="0" lang="en-US" sz="2000" b="0" i="0" u="none" strike="noStrike" kern="1200" cap="none" spc="0" normalizeH="0" baseline="50000" noProof="0">
                <a:ln>
                  <a:noFill/>
                </a:ln>
                <a:solidFill>
                  <a:srgbClr val="000000"/>
                </a:solidFill>
                <a:effectLst/>
                <a:uLnTx/>
                <a:uFillTx/>
                <a:latin typeface="Segoe UI Semibold"/>
                <a:ea typeface="+mn-ea"/>
                <a:cs typeface="+mn-cs"/>
              </a:rPr>
              <a:t>1</a:t>
            </a:r>
          </a:p>
        </p:txBody>
      </p:sp>
      <p:sp>
        <p:nvSpPr>
          <p:cNvPr id="276" name="TextBox 1">
            <a:extLst>
              <a:ext uri="{FF2B5EF4-FFF2-40B4-BE49-F238E27FC236}">
                <a16:creationId xmlns:a16="http://schemas.microsoft.com/office/drawing/2014/main" id="{DD78E5FF-8F35-F424-A945-95F4C7CF3AB1}"/>
              </a:ext>
            </a:extLst>
          </p:cNvPr>
          <p:cNvSpPr txBox="1"/>
          <p:nvPr/>
        </p:nvSpPr>
        <p:spPr>
          <a:xfrm>
            <a:off x="4086145" y="6375590"/>
            <a:ext cx="6664779" cy="15388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4625" marR="0" lvl="0" indent="-174625" algn="l" defTabSz="914400" rtl="0" eaLnBrk="1" fontAlgn="auto" latinLnBrk="0" hangingPunct="1">
              <a:lnSpc>
                <a:spcPct val="100000"/>
              </a:lnSpc>
              <a:spcBef>
                <a:spcPts val="600"/>
              </a:spcBef>
              <a:spcAft>
                <a:spcPts val="0"/>
              </a:spcAft>
              <a:buClrTx/>
              <a:buSzTx/>
              <a:buFontTx/>
              <a:buAutoNum type="arabicPeriod"/>
              <a:tabLst/>
              <a:defRPr/>
            </a:pPr>
            <a:r>
              <a:rPr kumimoji="0" lang="en-US" sz="1000" b="0" i="0" u="none" strike="noStrike" kern="1200" cap="none" spc="0" normalizeH="0" baseline="0" noProof="0">
                <a:ln>
                  <a:noFill/>
                </a:ln>
                <a:solidFill>
                  <a:srgbClr val="000000"/>
                </a:solidFill>
                <a:effectLst/>
                <a:uLnTx/>
                <a:uFillTx/>
                <a:latin typeface="Segoe UI Semibold"/>
                <a:ea typeface="+mn-ea"/>
                <a:cs typeface="+mn-cs"/>
              </a:rPr>
              <a:t>API security strategies must evolve to include API protection, </a:t>
            </a:r>
            <a:r>
              <a:rPr kumimoji="0" lang="en-US" sz="1000" b="0" i="1" u="none" strike="noStrike" kern="1200" cap="none" spc="0" normalizeH="0" baseline="0" noProof="0">
                <a:ln>
                  <a:noFill/>
                </a:ln>
                <a:solidFill>
                  <a:srgbClr val="000000"/>
                </a:solidFill>
                <a:effectLst/>
                <a:uLnTx/>
                <a:uFillTx/>
                <a:latin typeface="Segoe UI Semibold"/>
                <a:ea typeface="+mn-ea"/>
                <a:cs typeface="+mn-cs"/>
              </a:rPr>
              <a:t>Tech Target, </a:t>
            </a:r>
            <a:r>
              <a:rPr kumimoji="0" lang="en-US" sz="1000" b="0" i="0" u="none" strike="noStrike" kern="1200" cap="none" spc="0" normalizeH="0" baseline="0" noProof="0">
                <a:ln>
                  <a:noFill/>
                </a:ln>
                <a:solidFill>
                  <a:srgbClr val="000000"/>
                </a:solidFill>
                <a:effectLst/>
                <a:uLnTx/>
                <a:uFillTx/>
                <a:latin typeface="Segoe UI Semibold"/>
                <a:ea typeface="+mn-ea"/>
                <a:cs typeface="+mn-cs"/>
              </a:rPr>
              <a:t>2021 </a:t>
            </a:r>
          </a:p>
        </p:txBody>
      </p:sp>
      <p:grpSp>
        <p:nvGrpSpPr>
          <p:cNvPr id="279" name="Group 278">
            <a:extLst>
              <a:ext uri="{FF2B5EF4-FFF2-40B4-BE49-F238E27FC236}">
                <a16:creationId xmlns:a16="http://schemas.microsoft.com/office/drawing/2014/main" id="{E8041478-BC49-AB2E-D4B4-6E04BBFAA2A5}"/>
              </a:ext>
            </a:extLst>
          </p:cNvPr>
          <p:cNvGrpSpPr/>
          <p:nvPr/>
        </p:nvGrpSpPr>
        <p:grpSpPr>
          <a:xfrm>
            <a:off x="-1" y="156236"/>
            <a:ext cx="3911601" cy="6545530"/>
            <a:chOff x="-1" y="156236"/>
            <a:chExt cx="3911601" cy="6545530"/>
          </a:xfrm>
        </p:grpSpPr>
        <p:grpSp>
          <p:nvGrpSpPr>
            <p:cNvPr id="162" name="Group 161">
              <a:extLst>
                <a:ext uri="{FF2B5EF4-FFF2-40B4-BE49-F238E27FC236}">
                  <a16:creationId xmlns:a16="http://schemas.microsoft.com/office/drawing/2014/main" id="{768B85E0-A6C8-22B4-DC41-06D77E3C34C5}"/>
                </a:ext>
              </a:extLst>
            </p:cNvPr>
            <p:cNvGrpSpPr/>
            <p:nvPr/>
          </p:nvGrpSpPr>
          <p:grpSpPr>
            <a:xfrm rot="16200000">
              <a:off x="-859648" y="1930518"/>
              <a:ext cx="6545530" cy="2996966"/>
              <a:chOff x="1180689" y="-15071"/>
              <a:chExt cx="9962793" cy="4561608"/>
            </a:xfrm>
          </p:grpSpPr>
          <p:pic>
            <p:nvPicPr>
              <p:cNvPr id="161" name="Graphic 160">
                <a:extLst>
                  <a:ext uri="{FF2B5EF4-FFF2-40B4-BE49-F238E27FC236}">
                    <a16:creationId xmlns:a16="http://schemas.microsoft.com/office/drawing/2014/main" id="{C487CE38-8FD7-EF57-F069-365B62A587B3}"/>
                  </a:ext>
                </a:extLst>
              </p:cNvPr>
              <p:cNvPicPr>
                <a:picLocks noChangeAspect="1"/>
              </p:cNvPicPr>
              <p:nvPr/>
            </p:nvPicPr>
            <p:blipFill rotWithShape="1">
              <a:blip>
                <a:extLst>
                  <a:ext uri="{96DAC541-7B7A-43D3-8B79-37D633B846F1}">
                    <asvg:svgBlip xmlns:asvg="http://schemas.microsoft.com/office/drawing/2016/SVG/main" r:embed="rId4"/>
                  </a:ext>
                </a:extLst>
              </a:blip>
              <a:srcRect b="33960"/>
              <a:stretch/>
            </p:blipFill>
            <p:spPr>
              <a:xfrm flipV="1">
                <a:off x="1180689" y="-15071"/>
                <a:ext cx="9962793" cy="4561608"/>
              </a:xfrm>
              <a:custGeom>
                <a:avLst/>
                <a:gdLst>
                  <a:gd name="connsiteX0" fmla="*/ 0 w 9962793"/>
                  <a:gd name="connsiteY0" fmla="*/ 4561608 h 4561608"/>
                  <a:gd name="connsiteX1" fmla="*/ 2962934 w 9962793"/>
                  <a:gd name="connsiteY1" fmla="*/ 4561608 h 4561608"/>
                  <a:gd name="connsiteX2" fmla="*/ 2988073 w 9962793"/>
                  <a:gd name="connsiteY2" fmla="*/ 4463836 h 4561608"/>
                  <a:gd name="connsiteX3" fmla="*/ 4883394 w 9962793"/>
                  <a:gd name="connsiteY3" fmla="*/ 3069436 h 4561608"/>
                  <a:gd name="connsiteX4" fmla="*/ 6778715 w 9962793"/>
                  <a:gd name="connsiteY4" fmla="*/ 4463836 h 4561608"/>
                  <a:gd name="connsiteX5" fmla="*/ 6803855 w 9962793"/>
                  <a:gd name="connsiteY5" fmla="*/ 4561608 h 4561608"/>
                  <a:gd name="connsiteX6" fmla="*/ 9962793 w 9962793"/>
                  <a:gd name="connsiteY6" fmla="*/ 4561608 h 4561608"/>
                  <a:gd name="connsiteX7" fmla="*/ 9962793 w 9962793"/>
                  <a:gd name="connsiteY7" fmla="*/ 0 h 4561608"/>
                  <a:gd name="connsiteX8" fmla="*/ 0 w 9962793"/>
                  <a:gd name="connsiteY8" fmla="*/ 0 h 456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62793" h="4561608">
                    <a:moveTo>
                      <a:pt x="0" y="4561608"/>
                    </a:moveTo>
                    <a:lnTo>
                      <a:pt x="2962934" y="4561608"/>
                    </a:lnTo>
                    <a:lnTo>
                      <a:pt x="2988073" y="4463836"/>
                    </a:lnTo>
                    <a:cubicBezTo>
                      <a:pt x="3239339" y="3655991"/>
                      <a:pt x="3992868" y="3069436"/>
                      <a:pt x="4883394" y="3069436"/>
                    </a:cubicBezTo>
                    <a:cubicBezTo>
                      <a:pt x="5773920" y="3069436"/>
                      <a:pt x="6527449" y="3655991"/>
                      <a:pt x="6778715" y="4463836"/>
                    </a:cubicBezTo>
                    <a:lnTo>
                      <a:pt x="6803855" y="4561608"/>
                    </a:lnTo>
                    <a:lnTo>
                      <a:pt x="9962793" y="4561608"/>
                    </a:lnTo>
                    <a:lnTo>
                      <a:pt x="9962793" y="0"/>
                    </a:lnTo>
                    <a:lnTo>
                      <a:pt x="0" y="0"/>
                    </a:lnTo>
                    <a:close/>
                  </a:path>
                </a:pathLst>
              </a:custGeom>
            </p:spPr>
          </p:pic>
          <p:sp>
            <p:nvSpPr>
              <p:cNvPr id="83" name="Oval 82">
                <a:extLst>
                  <a:ext uri="{FF2B5EF4-FFF2-40B4-BE49-F238E27FC236}">
                    <a16:creationId xmlns:a16="http://schemas.microsoft.com/office/drawing/2014/main" id="{6879144E-AE0B-F287-345E-11A01E117FA1}"/>
                  </a:ext>
                </a:extLst>
              </p:cNvPr>
              <p:cNvSpPr/>
              <p:nvPr/>
            </p:nvSpPr>
            <p:spPr bwMode="auto">
              <a:xfrm flipV="1">
                <a:off x="4881282" y="3181350"/>
                <a:ext cx="493844" cy="493844"/>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53" name="Freeform: Shape 152">
                <a:extLst>
                  <a:ext uri="{FF2B5EF4-FFF2-40B4-BE49-F238E27FC236}">
                    <a16:creationId xmlns:a16="http://schemas.microsoft.com/office/drawing/2014/main" id="{ACB0FA64-6006-34E0-66D4-E9C265A8173A}"/>
                  </a:ext>
                </a:extLst>
              </p:cNvPr>
              <p:cNvSpPr/>
              <p:nvPr/>
            </p:nvSpPr>
            <p:spPr>
              <a:xfrm flipV="1">
                <a:off x="3197441" y="2604026"/>
                <a:ext cx="184" cy="187"/>
              </a:xfrm>
              <a:custGeom>
                <a:avLst/>
                <a:gdLst>
                  <a:gd name="connsiteX0" fmla="*/ 0 w 313"/>
                  <a:gd name="connsiteY0" fmla="*/ 312 h 316"/>
                  <a:gd name="connsiteX1" fmla="*/ 1 w 313"/>
                  <a:gd name="connsiteY1" fmla="*/ 317 h 316"/>
                  <a:gd name="connsiteX2" fmla="*/ 0 w 313"/>
                  <a:gd name="connsiteY2" fmla="*/ 312 h 316"/>
                </a:gdLst>
                <a:ahLst/>
                <a:cxnLst>
                  <a:cxn ang="0">
                    <a:pos x="connsiteX0" y="connsiteY0"/>
                  </a:cxn>
                  <a:cxn ang="0">
                    <a:pos x="connsiteX1" y="connsiteY1"/>
                  </a:cxn>
                  <a:cxn ang="0">
                    <a:pos x="connsiteX2" y="connsiteY2"/>
                  </a:cxn>
                </a:cxnLst>
                <a:rect l="l" t="t" r="r" b="b"/>
                <a:pathLst>
                  <a:path w="313" h="316">
                    <a:moveTo>
                      <a:pt x="0" y="312"/>
                    </a:moveTo>
                    <a:cubicBezTo>
                      <a:pt x="0" y="313"/>
                      <a:pt x="1" y="317"/>
                      <a:pt x="1" y="317"/>
                    </a:cubicBezTo>
                    <a:cubicBezTo>
                      <a:pt x="432" y="-118"/>
                      <a:pt x="403" y="-92"/>
                      <a:pt x="0" y="312"/>
                    </a:cubicBezTo>
                    <a:close/>
                  </a:path>
                </a:pathLst>
              </a:custGeom>
              <a:solidFill>
                <a:schemeClr val="accent5">
                  <a:lumMod val="75000"/>
                </a:schemeClr>
              </a:solidFill>
              <a:ln w="13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sp>
          <p:nvSpPr>
            <p:cNvPr id="277" name="Arrow: Bent 276">
              <a:extLst>
                <a:ext uri="{FF2B5EF4-FFF2-40B4-BE49-F238E27FC236}">
                  <a16:creationId xmlns:a16="http://schemas.microsoft.com/office/drawing/2014/main" id="{4355A16B-858B-1C20-3B29-770622CCE096}"/>
                </a:ext>
              </a:extLst>
            </p:cNvPr>
            <p:cNvSpPr/>
            <p:nvPr/>
          </p:nvSpPr>
          <p:spPr bwMode="auto">
            <a:xfrm flipH="1">
              <a:off x="0" y="4219575"/>
              <a:ext cx="927100" cy="574675"/>
            </a:xfrm>
            <a:prstGeom prst="bentArrow">
              <a:avLst>
                <a:gd name="adj1" fmla="val 25000"/>
                <a:gd name="adj2" fmla="val 0"/>
                <a:gd name="adj3" fmla="val 25000"/>
                <a:gd name="adj4" fmla="val 19890"/>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78" name="Arrow: Bent 277">
              <a:extLst>
                <a:ext uri="{FF2B5EF4-FFF2-40B4-BE49-F238E27FC236}">
                  <a16:creationId xmlns:a16="http://schemas.microsoft.com/office/drawing/2014/main" id="{EC4F7487-EC3B-C248-BEFF-8AA074C72873}"/>
                </a:ext>
              </a:extLst>
            </p:cNvPr>
            <p:cNvSpPr/>
            <p:nvPr/>
          </p:nvSpPr>
          <p:spPr bwMode="auto">
            <a:xfrm flipH="1" flipV="1">
              <a:off x="-1" y="2142486"/>
              <a:ext cx="923925" cy="683264"/>
            </a:xfrm>
            <a:prstGeom prst="bentArrow">
              <a:avLst>
                <a:gd name="adj1" fmla="val 25000"/>
                <a:gd name="adj2" fmla="val 0"/>
                <a:gd name="adj3" fmla="val 25000"/>
                <a:gd name="adj4" fmla="val 19890"/>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sp>
        <p:nvSpPr>
          <p:cNvPr id="3" name="Title 2">
            <a:extLst>
              <a:ext uri="{FF2B5EF4-FFF2-40B4-BE49-F238E27FC236}">
                <a16:creationId xmlns:a16="http://schemas.microsoft.com/office/drawing/2014/main" id="{27660072-738A-D62A-2165-4EB2AD6E9FB4}"/>
              </a:ext>
            </a:extLst>
          </p:cNvPr>
          <p:cNvSpPr>
            <a:spLocks noGrp="1"/>
          </p:cNvSpPr>
          <p:nvPr>
            <p:ph type="title"/>
          </p:nvPr>
        </p:nvSpPr>
        <p:spPr>
          <a:xfrm>
            <a:off x="107951" y="2574123"/>
            <a:ext cx="1866900" cy="1846659"/>
          </a:xfrm>
        </p:spPr>
        <p:txBody>
          <a:bodyPr wrap="square" anchor="ctr">
            <a:spAutoFit/>
          </a:bodyPr>
          <a:lstStyle/>
          <a:p>
            <a:r>
              <a:rPr lang="en-US" sz="2400">
                <a:solidFill>
                  <a:srgbClr val="0078D4"/>
                </a:solidFill>
              </a:rPr>
              <a:t>API proliferation in Modern Enterprise Ecosystems</a:t>
            </a:r>
          </a:p>
        </p:txBody>
      </p:sp>
      <p:grpSp>
        <p:nvGrpSpPr>
          <p:cNvPr id="292" name="Group 291">
            <a:extLst>
              <a:ext uri="{FF2B5EF4-FFF2-40B4-BE49-F238E27FC236}">
                <a16:creationId xmlns:a16="http://schemas.microsoft.com/office/drawing/2014/main" id="{7B1940DE-0233-2576-0E7C-D44D21BC0F55}"/>
              </a:ext>
            </a:extLst>
          </p:cNvPr>
          <p:cNvGrpSpPr/>
          <p:nvPr/>
        </p:nvGrpSpPr>
        <p:grpSpPr>
          <a:xfrm>
            <a:off x="3898902" y="2812329"/>
            <a:ext cx="8254516" cy="1233340"/>
            <a:chOff x="3898902" y="2821325"/>
            <a:chExt cx="8134100" cy="1215348"/>
          </a:xfrm>
        </p:grpSpPr>
        <p:pic>
          <p:nvPicPr>
            <p:cNvPr id="289" name="Graphic 288">
              <a:extLst>
                <a:ext uri="{FF2B5EF4-FFF2-40B4-BE49-F238E27FC236}">
                  <a16:creationId xmlns:a16="http://schemas.microsoft.com/office/drawing/2014/main" id="{CA5CE62C-9CDF-95D3-516F-D03A9344FC32}"/>
                </a:ext>
              </a:extLst>
            </p:cNvPr>
            <p:cNvPicPr>
              <a:picLocks noChangeAspect="1"/>
            </p:cNvPicPr>
            <p:nvPr/>
          </p:nvPicPr>
          <p:blipFill rotWithShape="1">
            <a:blip>
              <a:extLst>
                <a:ext uri="{96DAC541-7B7A-43D3-8B79-37D633B846F1}">
                  <asvg:svgBlip xmlns:asvg="http://schemas.microsoft.com/office/drawing/2016/SVG/main" r:embed="rId5"/>
                </a:ext>
              </a:extLst>
            </a:blip>
            <a:srcRect l="5443" t="23955" r="5443" b="23955"/>
            <a:stretch/>
          </p:blipFill>
          <p:spPr>
            <a:xfrm>
              <a:off x="3898902" y="2821325"/>
              <a:ext cx="4067050" cy="1215348"/>
            </a:xfrm>
            <a:prstGeom prst="rect">
              <a:avLst/>
            </a:prstGeom>
          </p:spPr>
        </p:pic>
        <p:pic>
          <p:nvPicPr>
            <p:cNvPr id="290" name="Graphic 289">
              <a:extLst>
                <a:ext uri="{FF2B5EF4-FFF2-40B4-BE49-F238E27FC236}">
                  <a16:creationId xmlns:a16="http://schemas.microsoft.com/office/drawing/2014/main" id="{7F290A7A-345F-19F7-B65F-A80353E68CB6}"/>
                </a:ext>
              </a:extLst>
            </p:cNvPr>
            <p:cNvPicPr>
              <a:picLocks noChangeAspect="1"/>
            </p:cNvPicPr>
            <p:nvPr/>
          </p:nvPicPr>
          <p:blipFill rotWithShape="1">
            <a:blip>
              <a:extLst>
                <a:ext uri="{96DAC541-7B7A-43D3-8B79-37D633B846F1}">
                  <asvg:svgBlip xmlns:asvg="http://schemas.microsoft.com/office/drawing/2016/SVG/main" r:embed="rId5"/>
                </a:ext>
              </a:extLst>
            </a:blip>
            <a:srcRect l="5443" t="23955" r="5443" b="23955"/>
            <a:stretch/>
          </p:blipFill>
          <p:spPr>
            <a:xfrm flipH="1">
              <a:off x="7965952" y="2821325"/>
              <a:ext cx="4067050" cy="1215348"/>
            </a:xfrm>
            <a:prstGeom prst="rect">
              <a:avLst/>
            </a:prstGeom>
          </p:spPr>
        </p:pic>
        <p:sp>
          <p:nvSpPr>
            <p:cNvPr id="282" name="Oval 281">
              <a:extLst>
                <a:ext uri="{FF2B5EF4-FFF2-40B4-BE49-F238E27FC236}">
                  <a16:creationId xmlns:a16="http://schemas.microsoft.com/office/drawing/2014/main" id="{8FDFAEC0-0435-B4BE-5B74-EB7B305C7740}"/>
                </a:ext>
              </a:extLst>
            </p:cNvPr>
            <p:cNvSpPr/>
            <p:nvPr/>
          </p:nvSpPr>
          <p:spPr bwMode="auto">
            <a:xfrm>
              <a:off x="7908739" y="3390208"/>
              <a:ext cx="111525" cy="111525"/>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83" name="Oval 282">
              <a:extLst>
                <a:ext uri="{FF2B5EF4-FFF2-40B4-BE49-F238E27FC236}">
                  <a16:creationId xmlns:a16="http://schemas.microsoft.com/office/drawing/2014/main" id="{25ACB60A-B169-5D57-D023-FB34D53AC0CD}"/>
                </a:ext>
              </a:extLst>
            </p:cNvPr>
            <p:cNvSpPr/>
            <p:nvPr/>
          </p:nvSpPr>
          <p:spPr bwMode="auto">
            <a:xfrm>
              <a:off x="7946252" y="3581702"/>
              <a:ext cx="36499" cy="36499"/>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84" name="Oval 283">
              <a:extLst>
                <a:ext uri="{FF2B5EF4-FFF2-40B4-BE49-F238E27FC236}">
                  <a16:creationId xmlns:a16="http://schemas.microsoft.com/office/drawing/2014/main" id="{641055D2-C5BE-93E6-0D7B-ABC84889F32D}"/>
                </a:ext>
              </a:extLst>
            </p:cNvPr>
            <p:cNvSpPr/>
            <p:nvPr/>
          </p:nvSpPr>
          <p:spPr bwMode="auto">
            <a:xfrm>
              <a:off x="7946252" y="3750891"/>
              <a:ext cx="36499" cy="36499"/>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85" name="Oval 284">
              <a:extLst>
                <a:ext uri="{FF2B5EF4-FFF2-40B4-BE49-F238E27FC236}">
                  <a16:creationId xmlns:a16="http://schemas.microsoft.com/office/drawing/2014/main" id="{81536AA1-D5F6-20CE-4720-AB60936BFE77}"/>
                </a:ext>
              </a:extLst>
            </p:cNvPr>
            <p:cNvSpPr/>
            <p:nvPr/>
          </p:nvSpPr>
          <p:spPr bwMode="auto">
            <a:xfrm>
              <a:off x="7929486" y="3080661"/>
              <a:ext cx="75089" cy="75089"/>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grpSp>
        <p:nvGrpSpPr>
          <p:cNvPr id="4" name="Group 3">
            <a:extLst>
              <a:ext uri="{FF2B5EF4-FFF2-40B4-BE49-F238E27FC236}">
                <a16:creationId xmlns:a16="http://schemas.microsoft.com/office/drawing/2014/main" id="{389E8DF0-8D72-3E64-54EC-0E40D5BA7C7C}"/>
              </a:ext>
            </a:extLst>
          </p:cNvPr>
          <p:cNvGrpSpPr/>
          <p:nvPr/>
        </p:nvGrpSpPr>
        <p:grpSpPr>
          <a:xfrm>
            <a:off x="2030909" y="807596"/>
            <a:ext cx="1701484" cy="1701484"/>
            <a:chOff x="1897401" y="679608"/>
            <a:chExt cx="1968500" cy="1968500"/>
          </a:xfrm>
        </p:grpSpPr>
        <p:grpSp>
          <p:nvGrpSpPr>
            <p:cNvPr id="5" name="Group 4">
              <a:extLst>
                <a:ext uri="{FF2B5EF4-FFF2-40B4-BE49-F238E27FC236}">
                  <a16:creationId xmlns:a16="http://schemas.microsoft.com/office/drawing/2014/main" id="{349B3F03-3D66-97F9-890A-0DE311ECFCD8}"/>
                </a:ext>
              </a:extLst>
            </p:cNvPr>
            <p:cNvGrpSpPr/>
            <p:nvPr/>
          </p:nvGrpSpPr>
          <p:grpSpPr>
            <a:xfrm>
              <a:off x="1897401" y="679608"/>
              <a:ext cx="1968500" cy="1968500"/>
              <a:chOff x="2298700" y="1399729"/>
              <a:chExt cx="1968500" cy="1968500"/>
            </a:xfrm>
          </p:grpSpPr>
          <p:sp>
            <p:nvSpPr>
              <p:cNvPr id="10" name="Oval 9">
                <a:extLst>
                  <a:ext uri="{FF2B5EF4-FFF2-40B4-BE49-F238E27FC236}">
                    <a16:creationId xmlns:a16="http://schemas.microsoft.com/office/drawing/2014/main" id="{3EF2FE3B-C6C6-CED5-09D6-4728CEDB123A}"/>
                  </a:ext>
                </a:extLst>
              </p:cNvPr>
              <p:cNvSpPr/>
              <p:nvPr/>
            </p:nvSpPr>
            <p:spPr bwMode="auto">
              <a:xfrm>
                <a:off x="2298700" y="1399729"/>
                <a:ext cx="1968500" cy="1968500"/>
              </a:xfrm>
              <a:prstGeom prst="ellipse">
                <a:avLst/>
              </a:prstGeom>
              <a:gradFill>
                <a:gsLst>
                  <a:gs pos="0">
                    <a:schemeClr val="accent5">
                      <a:lumMod val="75000"/>
                    </a:schemeClr>
                  </a:gs>
                  <a:gs pos="100000">
                    <a:srgbClr val="0078D4"/>
                  </a:gs>
                </a:gsLst>
                <a:lin ang="1380000" scaled="0"/>
              </a:gradFill>
              <a:ln>
                <a:noFill/>
                <a:headEnd type="none" w="med" len="med"/>
                <a:tailEnd type="none" w="med" len="med"/>
              </a:ln>
              <a:effectLst>
                <a:outerShdw blurRad="114300" algn="ctr" rotWithShape="0">
                  <a:prstClr val="black">
                    <a:alpha val="8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14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grpSp>
            <p:nvGrpSpPr>
              <p:cNvPr id="11" name="Group 10">
                <a:extLst>
                  <a:ext uri="{FF2B5EF4-FFF2-40B4-BE49-F238E27FC236}">
                    <a16:creationId xmlns:a16="http://schemas.microsoft.com/office/drawing/2014/main" id="{391E4C6C-A636-A4B5-E42E-075A3A39603D}"/>
                  </a:ext>
                </a:extLst>
              </p:cNvPr>
              <p:cNvGrpSpPr/>
              <p:nvPr/>
            </p:nvGrpSpPr>
            <p:grpSpPr>
              <a:xfrm>
                <a:off x="2322958" y="1423988"/>
                <a:ext cx="1919984" cy="1919982"/>
                <a:chOff x="-2365375" y="1409255"/>
                <a:chExt cx="1949450" cy="1949448"/>
              </a:xfrm>
            </p:grpSpPr>
            <p:sp>
              <p:nvSpPr>
                <p:cNvPr id="12" name="Freeform: Shape 11">
                  <a:extLst>
                    <a:ext uri="{FF2B5EF4-FFF2-40B4-BE49-F238E27FC236}">
                      <a16:creationId xmlns:a16="http://schemas.microsoft.com/office/drawing/2014/main" id="{5340A17E-11BA-BA76-A29C-A47EEB2E96C1}"/>
                    </a:ext>
                  </a:extLst>
                </p:cNvPr>
                <p:cNvSpPr/>
                <p:nvPr/>
              </p:nvSpPr>
              <p:spPr>
                <a:xfrm>
                  <a:off x="-2215705" y="1558925"/>
                  <a:ext cx="1650110" cy="1650108"/>
                </a:xfrm>
                <a:custGeom>
                  <a:avLst/>
                  <a:gdLst>
                    <a:gd name="connsiteX0" fmla="*/ 1749905 w 3499801"/>
                    <a:gd name="connsiteY0" fmla="*/ 3499698 h 3499799"/>
                    <a:gd name="connsiteX1" fmla="*/ 81 w 3499801"/>
                    <a:gd name="connsiteY1" fmla="*/ 1749798 h 3499799"/>
                    <a:gd name="connsiteX2" fmla="*/ 1749905 w 3499801"/>
                    <a:gd name="connsiteY2" fmla="*/ -102 h 3499799"/>
                    <a:gd name="connsiteX3" fmla="*/ 3499882 w 3499801"/>
                    <a:gd name="connsiteY3" fmla="*/ 1749798 h 3499799"/>
                    <a:gd name="connsiteX4" fmla="*/ 1749905 w 3499801"/>
                    <a:gd name="connsiteY4" fmla="*/ 3499698 h 3499799"/>
                    <a:gd name="connsiteX5" fmla="*/ 1749905 w 3499801"/>
                    <a:gd name="connsiteY5" fmla="*/ 42306 h 3499799"/>
                    <a:gd name="connsiteX6" fmla="*/ 42424 w 3499801"/>
                    <a:gd name="connsiteY6" fmla="*/ 1749798 h 3499799"/>
                    <a:gd name="connsiteX7" fmla="*/ 1749905 w 3499801"/>
                    <a:gd name="connsiteY7" fmla="*/ 3457290 h 3499799"/>
                    <a:gd name="connsiteX8" fmla="*/ 3457379 w 3499801"/>
                    <a:gd name="connsiteY8" fmla="*/ 1749798 h 3499799"/>
                    <a:gd name="connsiteX9" fmla="*/ 1749905 w 3499801"/>
                    <a:gd name="connsiteY9" fmla="*/ 42306 h 3499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9801" h="3499799">
                      <a:moveTo>
                        <a:pt x="1749905" y="3499698"/>
                      </a:moveTo>
                      <a:cubicBezTo>
                        <a:pt x="784952" y="3499698"/>
                        <a:pt x="81" y="2714675"/>
                        <a:pt x="81" y="1749798"/>
                      </a:cubicBezTo>
                      <a:cubicBezTo>
                        <a:pt x="81" y="784921"/>
                        <a:pt x="785112" y="-102"/>
                        <a:pt x="1749905" y="-102"/>
                      </a:cubicBezTo>
                      <a:cubicBezTo>
                        <a:pt x="2714697" y="-102"/>
                        <a:pt x="3499882" y="784921"/>
                        <a:pt x="3499882" y="1749798"/>
                      </a:cubicBezTo>
                      <a:cubicBezTo>
                        <a:pt x="3499882" y="2714675"/>
                        <a:pt x="2714849" y="3499698"/>
                        <a:pt x="1749905" y="3499698"/>
                      </a:cubicBezTo>
                      <a:close/>
                      <a:moveTo>
                        <a:pt x="1749905" y="42306"/>
                      </a:moveTo>
                      <a:cubicBezTo>
                        <a:pt x="808441" y="42306"/>
                        <a:pt x="42424" y="808285"/>
                        <a:pt x="42424" y="1749798"/>
                      </a:cubicBezTo>
                      <a:cubicBezTo>
                        <a:pt x="42424" y="2691311"/>
                        <a:pt x="808441" y="3457290"/>
                        <a:pt x="1749905" y="3457290"/>
                      </a:cubicBezTo>
                      <a:cubicBezTo>
                        <a:pt x="2691362" y="3457290"/>
                        <a:pt x="3457379" y="2691311"/>
                        <a:pt x="3457379" y="1749798"/>
                      </a:cubicBezTo>
                      <a:cubicBezTo>
                        <a:pt x="3457379" y="808285"/>
                        <a:pt x="2691362" y="42306"/>
                        <a:pt x="1749905" y="42306"/>
                      </a:cubicBezTo>
                      <a:close/>
                    </a:path>
                  </a:pathLst>
                </a:custGeom>
                <a:gradFill>
                  <a:gsLst>
                    <a:gs pos="0">
                      <a:srgbClr val="AA8BDC"/>
                    </a:gs>
                    <a:gs pos="99000">
                      <a:srgbClr val="66A8C9"/>
                    </a:gs>
                    <a:gs pos="100000">
                      <a:srgbClr val="66A8C9"/>
                    </a:gs>
                  </a:gsLst>
                  <a:lin ang="0" scaled="1"/>
                </a:gradFill>
                <a:ln w="915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mn-cs"/>
                  </a:endParaRPr>
                </a:p>
              </p:txBody>
            </p:sp>
            <p:sp>
              <p:nvSpPr>
                <p:cNvPr id="13" name="Freeform: Shape 12">
                  <a:extLst>
                    <a:ext uri="{FF2B5EF4-FFF2-40B4-BE49-F238E27FC236}">
                      <a16:creationId xmlns:a16="http://schemas.microsoft.com/office/drawing/2014/main" id="{181C2A74-C563-F330-ABA0-9D7C97F432DB}"/>
                    </a:ext>
                  </a:extLst>
                </p:cNvPr>
                <p:cNvSpPr/>
                <p:nvPr/>
              </p:nvSpPr>
              <p:spPr>
                <a:xfrm>
                  <a:off x="-2326686" y="1450665"/>
                  <a:ext cx="1872071" cy="1866629"/>
                </a:xfrm>
                <a:custGeom>
                  <a:avLst/>
                  <a:gdLst>
                    <a:gd name="connsiteX0" fmla="*/ 1640238 w 3280466"/>
                    <a:gd name="connsiteY0" fmla="*/ -102 h 3270930"/>
                    <a:gd name="connsiteX1" fmla="*/ 1640238 w 3280466"/>
                    <a:gd name="connsiteY1" fmla="*/ 111329 h 3270930"/>
                    <a:gd name="connsiteX2" fmla="*/ 1640238 w 3280466"/>
                    <a:gd name="connsiteY2" fmla="*/ 3159397 h 3270930"/>
                    <a:gd name="connsiteX3" fmla="*/ 1640238 w 3280466"/>
                    <a:gd name="connsiteY3" fmla="*/ 3270828 h 3270930"/>
                    <a:gd name="connsiteX4" fmla="*/ 1582992 w 3280466"/>
                    <a:gd name="connsiteY4" fmla="*/ 852 h 3270930"/>
                    <a:gd name="connsiteX5" fmla="*/ 1586835 w 3280466"/>
                    <a:gd name="connsiteY5" fmla="*/ 112283 h 3270930"/>
                    <a:gd name="connsiteX6" fmla="*/ 1697474 w 3280466"/>
                    <a:gd name="connsiteY6" fmla="*/ 3269875 h 3270930"/>
                    <a:gd name="connsiteX7" fmla="*/ 1693641 w 3280466"/>
                    <a:gd name="connsiteY7" fmla="*/ 3158444 h 3270930"/>
                    <a:gd name="connsiteX8" fmla="*/ 1525917 w 3280466"/>
                    <a:gd name="connsiteY8" fmla="*/ 3894 h 3270930"/>
                    <a:gd name="connsiteX9" fmla="*/ 1533746 w 3280466"/>
                    <a:gd name="connsiteY9" fmla="*/ 115163 h 3270930"/>
                    <a:gd name="connsiteX10" fmla="*/ 1746881 w 3280466"/>
                    <a:gd name="connsiteY10" fmla="*/ 3155726 h 3270930"/>
                    <a:gd name="connsiteX11" fmla="*/ 1754720 w 3280466"/>
                    <a:gd name="connsiteY11" fmla="*/ 3266995 h 3270930"/>
                    <a:gd name="connsiteX12" fmla="*/ 1468833 w 3280466"/>
                    <a:gd name="connsiteY12" fmla="*/ 8843 h 3270930"/>
                    <a:gd name="connsiteX13" fmla="*/ 1480506 w 3280466"/>
                    <a:gd name="connsiteY13" fmla="*/ 119635 h 3270930"/>
                    <a:gd name="connsiteX14" fmla="*/ 1800122 w 3280466"/>
                    <a:gd name="connsiteY14" fmla="*/ 3151101 h 3270930"/>
                    <a:gd name="connsiteX15" fmla="*/ 1811795 w 3280466"/>
                    <a:gd name="connsiteY15" fmla="*/ 3261883 h 3270930"/>
                    <a:gd name="connsiteX16" fmla="*/ 1412073 w 3280466"/>
                    <a:gd name="connsiteY16" fmla="*/ 15862 h 3270930"/>
                    <a:gd name="connsiteX17" fmla="*/ 1427579 w 3280466"/>
                    <a:gd name="connsiteY17" fmla="*/ 126177 h 3270930"/>
                    <a:gd name="connsiteX18" fmla="*/ 1853048 w 3280466"/>
                    <a:gd name="connsiteY18" fmla="*/ 3144549 h 3270930"/>
                    <a:gd name="connsiteX19" fmla="*/ 1868554 w 3280466"/>
                    <a:gd name="connsiteY19" fmla="*/ 3254864 h 3270930"/>
                    <a:gd name="connsiteX20" fmla="*/ 1355466 w 3280466"/>
                    <a:gd name="connsiteY20" fmla="*/ 24807 h 3270930"/>
                    <a:gd name="connsiteX21" fmla="*/ 1374815 w 3280466"/>
                    <a:gd name="connsiteY21" fmla="*/ 134636 h 3270930"/>
                    <a:gd name="connsiteX22" fmla="*/ 1905650 w 3280466"/>
                    <a:gd name="connsiteY22" fmla="*/ 3136253 h 3270930"/>
                    <a:gd name="connsiteX23" fmla="*/ 1924999 w 3280466"/>
                    <a:gd name="connsiteY23" fmla="*/ 3246082 h 3270930"/>
                    <a:gd name="connsiteX24" fmla="*/ 1322538 w 3280466"/>
                    <a:gd name="connsiteY24" fmla="*/ 144696 h 3270930"/>
                    <a:gd name="connsiteX25" fmla="*/ 1299346 w 3280466"/>
                    <a:gd name="connsiteY25" fmla="*/ 35659 h 3270930"/>
                    <a:gd name="connsiteX26" fmla="*/ 1958100 w 3280466"/>
                    <a:gd name="connsiteY26" fmla="*/ 3126030 h 3270930"/>
                    <a:gd name="connsiteX27" fmla="*/ 1981444 w 3280466"/>
                    <a:gd name="connsiteY27" fmla="*/ 3235067 h 3270930"/>
                    <a:gd name="connsiteX28" fmla="*/ 1243549 w 3280466"/>
                    <a:gd name="connsiteY28" fmla="*/ 48428 h 3270930"/>
                    <a:gd name="connsiteX29" fmla="*/ 1270565 w 3280466"/>
                    <a:gd name="connsiteY29" fmla="*/ 156512 h 3270930"/>
                    <a:gd name="connsiteX30" fmla="*/ 2010063 w 3280466"/>
                    <a:gd name="connsiteY30" fmla="*/ 3114215 h 3270930"/>
                    <a:gd name="connsiteX31" fmla="*/ 2037079 w 3280466"/>
                    <a:gd name="connsiteY31" fmla="*/ 3222298 h 3270930"/>
                    <a:gd name="connsiteX32" fmla="*/ 1218926 w 3280466"/>
                    <a:gd name="connsiteY32" fmla="*/ 170396 h 3270930"/>
                    <a:gd name="connsiteX33" fmla="*/ 1188067 w 3280466"/>
                    <a:gd name="connsiteY33" fmla="*/ 63276 h 3270930"/>
                    <a:gd name="connsiteX34" fmla="*/ 2061549 w 3280466"/>
                    <a:gd name="connsiteY34" fmla="*/ 3100329 h 3270930"/>
                    <a:gd name="connsiteX35" fmla="*/ 2092408 w 3280466"/>
                    <a:gd name="connsiteY35" fmla="*/ 3207450 h 3270930"/>
                    <a:gd name="connsiteX36" fmla="*/ 1133386 w 3280466"/>
                    <a:gd name="connsiteY36" fmla="*/ 79878 h 3270930"/>
                    <a:gd name="connsiteX37" fmla="*/ 1167917 w 3280466"/>
                    <a:gd name="connsiteY37" fmla="*/ 185883 h 3270930"/>
                    <a:gd name="connsiteX38" fmla="*/ 2112549 w 3280466"/>
                    <a:gd name="connsiteY38" fmla="*/ 3084843 h 3270930"/>
                    <a:gd name="connsiteX39" fmla="*/ 2147089 w 3280466"/>
                    <a:gd name="connsiteY39" fmla="*/ 3190848 h 3270930"/>
                    <a:gd name="connsiteX40" fmla="*/ 1079344 w 3280466"/>
                    <a:gd name="connsiteY40" fmla="*/ 98560 h 3270930"/>
                    <a:gd name="connsiteX41" fmla="*/ 1117556 w 3280466"/>
                    <a:gd name="connsiteY41" fmla="*/ 203287 h 3270930"/>
                    <a:gd name="connsiteX42" fmla="*/ 2163072 w 3280466"/>
                    <a:gd name="connsiteY42" fmla="*/ 3067439 h 3270930"/>
                    <a:gd name="connsiteX43" fmla="*/ 2201293 w 3280466"/>
                    <a:gd name="connsiteY43" fmla="*/ 3172166 h 3270930"/>
                    <a:gd name="connsiteX44" fmla="*/ 1025779 w 3280466"/>
                    <a:gd name="connsiteY44" fmla="*/ 118996 h 3270930"/>
                    <a:gd name="connsiteX45" fmla="*/ 1067672 w 3280466"/>
                    <a:gd name="connsiteY45" fmla="*/ 222283 h 3270930"/>
                    <a:gd name="connsiteX46" fmla="*/ 2212803 w 3280466"/>
                    <a:gd name="connsiteY46" fmla="*/ 3048443 h 3270930"/>
                    <a:gd name="connsiteX47" fmla="*/ 2254696 w 3280466"/>
                    <a:gd name="connsiteY47" fmla="*/ 3151730 h 3270930"/>
                    <a:gd name="connsiteX48" fmla="*/ 973177 w 3280466"/>
                    <a:gd name="connsiteY48" fmla="*/ 141340 h 3270930"/>
                    <a:gd name="connsiteX49" fmla="*/ 1018579 w 3280466"/>
                    <a:gd name="connsiteY49" fmla="*/ 243196 h 3270930"/>
                    <a:gd name="connsiteX50" fmla="*/ 2262049 w 3280466"/>
                    <a:gd name="connsiteY50" fmla="*/ 3027692 h 3270930"/>
                    <a:gd name="connsiteX51" fmla="*/ 2307460 w 3280466"/>
                    <a:gd name="connsiteY51" fmla="*/ 3129549 h 3270930"/>
                    <a:gd name="connsiteX52" fmla="*/ 921205 w 3280466"/>
                    <a:gd name="connsiteY52" fmla="*/ 165447 h 3270930"/>
                    <a:gd name="connsiteX53" fmla="*/ 970297 w 3280466"/>
                    <a:gd name="connsiteY53" fmla="*/ 265702 h 3270930"/>
                    <a:gd name="connsiteX54" fmla="*/ 2310330 w 3280466"/>
                    <a:gd name="connsiteY54" fmla="*/ 3005187 h 3270930"/>
                    <a:gd name="connsiteX55" fmla="*/ 2359423 w 3280466"/>
                    <a:gd name="connsiteY55" fmla="*/ 3105441 h 3270930"/>
                    <a:gd name="connsiteX56" fmla="*/ 870205 w 3280466"/>
                    <a:gd name="connsiteY56" fmla="*/ 191309 h 3270930"/>
                    <a:gd name="connsiteX57" fmla="*/ 922645 w 3280466"/>
                    <a:gd name="connsiteY57" fmla="*/ 289809 h 3270930"/>
                    <a:gd name="connsiteX58" fmla="*/ 2357821 w 3280466"/>
                    <a:gd name="connsiteY58" fmla="*/ 2981079 h 3270930"/>
                    <a:gd name="connsiteX59" fmla="*/ 2410270 w 3280466"/>
                    <a:gd name="connsiteY59" fmla="*/ 3079579 h 3270930"/>
                    <a:gd name="connsiteX60" fmla="*/ 820157 w 3280466"/>
                    <a:gd name="connsiteY60" fmla="*/ 218926 h 3270930"/>
                    <a:gd name="connsiteX61" fmla="*/ 876118 w 3280466"/>
                    <a:gd name="connsiteY61" fmla="*/ 315509 h 3270930"/>
                    <a:gd name="connsiteX62" fmla="*/ 2404510 w 3280466"/>
                    <a:gd name="connsiteY62" fmla="*/ 2955217 h 3270930"/>
                    <a:gd name="connsiteX63" fmla="*/ 2460469 w 3280466"/>
                    <a:gd name="connsiteY63" fmla="*/ 3051800 h 3270930"/>
                    <a:gd name="connsiteX64" fmla="*/ 830391 w 3280466"/>
                    <a:gd name="connsiteY64" fmla="*/ 342974 h 3270930"/>
                    <a:gd name="connsiteX65" fmla="*/ 771071 w 3280466"/>
                    <a:gd name="connsiteY65" fmla="*/ 248460 h 3270930"/>
                    <a:gd name="connsiteX66" fmla="*/ 2450237 w 3280466"/>
                    <a:gd name="connsiteY66" fmla="*/ 2927752 h 3270930"/>
                    <a:gd name="connsiteX67" fmla="*/ 2509562 w 3280466"/>
                    <a:gd name="connsiteY67" fmla="*/ 3022266 h 3270930"/>
                    <a:gd name="connsiteX68" fmla="*/ 723105 w 3280466"/>
                    <a:gd name="connsiteY68" fmla="*/ 279434 h 3270930"/>
                    <a:gd name="connsiteX69" fmla="*/ 785621 w 3280466"/>
                    <a:gd name="connsiteY69" fmla="*/ 371869 h 3270930"/>
                    <a:gd name="connsiteX70" fmla="*/ 2557529 w 3280466"/>
                    <a:gd name="connsiteY70" fmla="*/ 2991293 h 3270930"/>
                    <a:gd name="connsiteX71" fmla="*/ 2495009 w 3280466"/>
                    <a:gd name="connsiteY71" fmla="*/ 2898858 h 3270930"/>
                    <a:gd name="connsiteX72" fmla="*/ 676096 w 3280466"/>
                    <a:gd name="connsiteY72" fmla="*/ 312162 h 3270930"/>
                    <a:gd name="connsiteX73" fmla="*/ 741812 w 3280466"/>
                    <a:gd name="connsiteY73" fmla="*/ 402356 h 3270930"/>
                    <a:gd name="connsiteX74" fmla="*/ 2538657 w 3280466"/>
                    <a:gd name="connsiteY74" fmla="*/ 2868370 h 3270930"/>
                    <a:gd name="connsiteX75" fmla="*/ 2604371 w 3280466"/>
                    <a:gd name="connsiteY75" fmla="*/ 2958564 h 3270930"/>
                    <a:gd name="connsiteX76" fmla="*/ 699280 w 3280466"/>
                    <a:gd name="connsiteY76" fmla="*/ 434445 h 3270930"/>
                    <a:gd name="connsiteX77" fmla="*/ 630529 w 3280466"/>
                    <a:gd name="connsiteY77" fmla="*/ 346645 h 3270930"/>
                    <a:gd name="connsiteX78" fmla="*/ 2581350 w 3280466"/>
                    <a:gd name="connsiteY78" fmla="*/ 2836281 h 3270930"/>
                    <a:gd name="connsiteX79" fmla="*/ 2650259 w 3280466"/>
                    <a:gd name="connsiteY79" fmla="*/ 2924081 h 3270930"/>
                    <a:gd name="connsiteX80" fmla="*/ 657709 w 3280466"/>
                    <a:gd name="connsiteY80" fmla="*/ 467975 h 3270930"/>
                    <a:gd name="connsiteX81" fmla="*/ 585918 w 3280466"/>
                    <a:gd name="connsiteY81" fmla="*/ 382568 h 3270930"/>
                    <a:gd name="connsiteX82" fmla="*/ 2694708 w 3280466"/>
                    <a:gd name="connsiteY82" fmla="*/ 2888167 h 3270930"/>
                    <a:gd name="connsiteX83" fmla="*/ 2622757 w 3280466"/>
                    <a:gd name="connsiteY83" fmla="*/ 2802751 h 3270930"/>
                    <a:gd name="connsiteX84" fmla="*/ 542748 w 3280466"/>
                    <a:gd name="connsiteY84" fmla="*/ 419922 h 3270930"/>
                    <a:gd name="connsiteX85" fmla="*/ 617576 w 3280466"/>
                    <a:gd name="connsiteY85" fmla="*/ 502773 h 3270930"/>
                    <a:gd name="connsiteX86" fmla="*/ 2737878 w 3280466"/>
                    <a:gd name="connsiteY86" fmla="*/ 2850804 h 3270930"/>
                    <a:gd name="connsiteX87" fmla="*/ 2663057 w 3280466"/>
                    <a:gd name="connsiteY87" fmla="*/ 2767954 h 3270930"/>
                    <a:gd name="connsiteX88" fmla="*/ 500857 w 3280466"/>
                    <a:gd name="connsiteY88" fmla="*/ 458877 h 3270930"/>
                    <a:gd name="connsiteX89" fmla="*/ 578564 w 3280466"/>
                    <a:gd name="connsiteY89" fmla="*/ 539010 h 3270930"/>
                    <a:gd name="connsiteX90" fmla="*/ 2702070 w 3280466"/>
                    <a:gd name="connsiteY90" fmla="*/ 2731716 h 3270930"/>
                    <a:gd name="connsiteX91" fmla="*/ 2779771 w 3280466"/>
                    <a:gd name="connsiteY91" fmla="*/ 2811859 h 3270930"/>
                    <a:gd name="connsiteX92" fmla="*/ 460405 w 3280466"/>
                    <a:gd name="connsiteY92" fmla="*/ 499263 h 3270930"/>
                    <a:gd name="connsiteX93" fmla="*/ 540830 w 3280466"/>
                    <a:gd name="connsiteY93" fmla="*/ 576688 h 3270930"/>
                    <a:gd name="connsiteX94" fmla="*/ 2739805 w 3280466"/>
                    <a:gd name="connsiteY94" fmla="*/ 2694038 h 3270930"/>
                    <a:gd name="connsiteX95" fmla="*/ 2820224 w 3280466"/>
                    <a:gd name="connsiteY95" fmla="*/ 2771463 h 3270930"/>
                    <a:gd name="connsiteX96" fmla="*/ 421231 w 3280466"/>
                    <a:gd name="connsiteY96" fmla="*/ 540927 h 3270930"/>
                    <a:gd name="connsiteX97" fmla="*/ 504374 w 3280466"/>
                    <a:gd name="connsiteY97" fmla="*/ 615481 h 3270930"/>
                    <a:gd name="connsiteX98" fmla="*/ 2776252 w 3280466"/>
                    <a:gd name="connsiteY98" fmla="*/ 2655083 h 3270930"/>
                    <a:gd name="connsiteX99" fmla="*/ 2859399 w 3280466"/>
                    <a:gd name="connsiteY99" fmla="*/ 2729637 h 3270930"/>
                    <a:gd name="connsiteX100" fmla="*/ 383818 w 3280466"/>
                    <a:gd name="connsiteY100" fmla="*/ 584031 h 3270930"/>
                    <a:gd name="connsiteX101" fmla="*/ 469518 w 3280466"/>
                    <a:gd name="connsiteY101" fmla="*/ 655715 h 3270930"/>
                    <a:gd name="connsiteX102" fmla="*/ 2811107 w 3280466"/>
                    <a:gd name="connsiteY102" fmla="*/ 2615012 h 3270930"/>
                    <a:gd name="connsiteX103" fmla="*/ 2896810 w 3280466"/>
                    <a:gd name="connsiteY103" fmla="*/ 2686695 h 3270930"/>
                    <a:gd name="connsiteX104" fmla="*/ 347682 w 3280466"/>
                    <a:gd name="connsiteY104" fmla="*/ 628412 h 3270930"/>
                    <a:gd name="connsiteX105" fmla="*/ 435782 w 3280466"/>
                    <a:gd name="connsiteY105" fmla="*/ 697064 h 3270930"/>
                    <a:gd name="connsiteX106" fmla="*/ 2844694 w 3280466"/>
                    <a:gd name="connsiteY106" fmla="*/ 2573662 h 3270930"/>
                    <a:gd name="connsiteX107" fmla="*/ 2932790 w 3280466"/>
                    <a:gd name="connsiteY107" fmla="*/ 2642314 h 3270930"/>
                    <a:gd name="connsiteX108" fmla="*/ 313306 w 3280466"/>
                    <a:gd name="connsiteY108" fmla="*/ 674072 h 3270930"/>
                    <a:gd name="connsiteX109" fmla="*/ 403804 w 3280466"/>
                    <a:gd name="connsiteY109" fmla="*/ 739529 h 3270930"/>
                    <a:gd name="connsiteX110" fmla="*/ 2876831 w 3280466"/>
                    <a:gd name="connsiteY110" fmla="*/ 2531197 h 3270930"/>
                    <a:gd name="connsiteX111" fmla="*/ 2967320 w 3280466"/>
                    <a:gd name="connsiteY111" fmla="*/ 2596654 h 3270930"/>
                    <a:gd name="connsiteX112" fmla="*/ 280368 w 3280466"/>
                    <a:gd name="connsiteY112" fmla="*/ 720847 h 3270930"/>
                    <a:gd name="connsiteX113" fmla="*/ 373105 w 3280466"/>
                    <a:gd name="connsiteY113" fmla="*/ 783109 h 3270930"/>
                    <a:gd name="connsiteX114" fmla="*/ 3000259 w 3280466"/>
                    <a:gd name="connsiteY114" fmla="*/ 2549879 h 3270930"/>
                    <a:gd name="connsiteX115" fmla="*/ 2907528 w 3280466"/>
                    <a:gd name="connsiteY115" fmla="*/ 2487617 h 3270930"/>
                    <a:gd name="connsiteX116" fmla="*/ 249190 w 3280466"/>
                    <a:gd name="connsiteY116" fmla="*/ 768738 h 3270930"/>
                    <a:gd name="connsiteX117" fmla="*/ 344005 w 3280466"/>
                    <a:gd name="connsiteY117" fmla="*/ 827806 h 3270930"/>
                    <a:gd name="connsiteX118" fmla="*/ 2936461 w 3280466"/>
                    <a:gd name="connsiteY118" fmla="*/ 2442921 h 3270930"/>
                    <a:gd name="connsiteX119" fmla="*/ 3031280 w 3280466"/>
                    <a:gd name="connsiteY119" fmla="*/ 2501988 h 3270930"/>
                    <a:gd name="connsiteX120" fmla="*/ 219770 w 3280466"/>
                    <a:gd name="connsiteY120" fmla="*/ 817592 h 3270930"/>
                    <a:gd name="connsiteX121" fmla="*/ 316662 w 3280466"/>
                    <a:gd name="connsiteY121" fmla="*/ 873303 h 3270930"/>
                    <a:gd name="connsiteX122" fmla="*/ 3060862 w 3280466"/>
                    <a:gd name="connsiteY122" fmla="*/ 2453134 h 3270930"/>
                    <a:gd name="connsiteX123" fmla="*/ 2963964 w 3280466"/>
                    <a:gd name="connsiteY123" fmla="*/ 2397423 h 3270930"/>
                    <a:gd name="connsiteX124" fmla="*/ 191949 w 3280466"/>
                    <a:gd name="connsiteY124" fmla="*/ 867562 h 3270930"/>
                    <a:gd name="connsiteX125" fmla="*/ 290602 w 3280466"/>
                    <a:gd name="connsiteY125" fmla="*/ 919926 h 3270930"/>
                    <a:gd name="connsiteX126" fmla="*/ 3088679 w 3280466"/>
                    <a:gd name="connsiteY126" fmla="*/ 2403164 h 3270930"/>
                    <a:gd name="connsiteX127" fmla="*/ 2990026 w 3280466"/>
                    <a:gd name="connsiteY127" fmla="*/ 2350801 h 3270930"/>
                    <a:gd name="connsiteX128" fmla="*/ 166047 w 3280466"/>
                    <a:gd name="connsiteY128" fmla="*/ 918486 h 3270930"/>
                    <a:gd name="connsiteX129" fmla="*/ 266458 w 3280466"/>
                    <a:gd name="connsiteY129" fmla="*/ 967340 h 3270930"/>
                    <a:gd name="connsiteX130" fmla="*/ 3014172 w 3280466"/>
                    <a:gd name="connsiteY130" fmla="*/ 2303386 h 3270930"/>
                    <a:gd name="connsiteX131" fmla="*/ 3114741 w 3280466"/>
                    <a:gd name="connsiteY131" fmla="*/ 2352241 h 3270930"/>
                    <a:gd name="connsiteX132" fmla="*/ 141744 w 3280466"/>
                    <a:gd name="connsiteY132" fmla="*/ 970210 h 3270930"/>
                    <a:gd name="connsiteX133" fmla="*/ 243913 w 3280466"/>
                    <a:gd name="connsiteY133" fmla="*/ 1015546 h 3270930"/>
                    <a:gd name="connsiteX134" fmla="*/ 3036716 w 3280466"/>
                    <a:gd name="connsiteY134" fmla="*/ 2255181 h 3270930"/>
                    <a:gd name="connsiteX135" fmla="*/ 3138887 w 3280466"/>
                    <a:gd name="connsiteY135" fmla="*/ 2300516 h 3270930"/>
                    <a:gd name="connsiteX136" fmla="*/ 119358 w 3280466"/>
                    <a:gd name="connsiteY136" fmla="*/ 1022736 h 3270930"/>
                    <a:gd name="connsiteX137" fmla="*/ 222967 w 3280466"/>
                    <a:gd name="connsiteY137" fmla="*/ 1064562 h 3270930"/>
                    <a:gd name="connsiteX138" fmla="*/ 3161106 w 3280466"/>
                    <a:gd name="connsiteY138" fmla="*/ 2247990 h 3270930"/>
                    <a:gd name="connsiteX139" fmla="*/ 3057505 w 3280466"/>
                    <a:gd name="connsiteY139" fmla="*/ 2206164 h 3270930"/>
                    <a:gd name="connsiteX140" fmla="*/ 98894 w 3280466"/>
                    <a:gd name="connsiteY140" fmla="*/ 1076053 h 3270930"/>
                    <a:gd name="connsiteX141" fmla="*/ 203941 w 3280466"/>
                    <a:gd name="connsiteY141" fmla="*/ 1114208 h 3270930"/>
                    <a:gd name="connsiteX142" fmla="*/ 3076691 w 3280466"/>
                    <a:gd name="connsiteY142" fmla="*/ 2156681 h 3270930"/>
                    <a:gd name="connsiteX143" fmla="*/ 3181733 w 3280466"/>
                    <a:gd name="connsiteY143" fmla="*/ 2194835 h 3270930"/>
                    <a:gd name="connsiteX144" fmla="*/ 80346 w 3280466"/>
                    <a:gd name="connsiteY144" fmla="*/ 1130009 h 3270930"/>
                    <a:gd name="connsiteX145" fmla="*/ 186673 w 3280466"/>
                    <a:gd name="connsiteY145" fmla="*/ 1164492 h 3270930"/>
                    <a:gd name="connsiteX146" fmla="*/ 3093962 w 3280466"/>
                    <a:gd name="connsiteY146" fmla="*/ 2106234 h 3270930"/>
                    <a:gd name="connsiteX147" fmla="*/ 3200281 w 3280466"/>
                    <a:gd name="connsiteY147" fmla="*/ 2140717 h 3270930"/>
                    <a:gd name="connsiteX148" fmla="*/ 63556 w 3280466"/>
                    <a:gd name="connsiteY148" fmla="*/ 1184614 h 3270930"/>
                    <a:gd name="connsiteX149" fmla="*/ 171003 w 3280466"/>
                    <a:gd name="connsiteY149" fmla="*/ 1215263 h 3270930"/>
                    <a:gd name="connsiteX150" fmla="*/ 3109630 w 3280466"/>
                    <a:gd name="connsiteY150" fmla="*/ 2055463 h 3270930"/>
                    <a:gd name="connsiteX151" fmla="*/ 3217075 w 3280466"/>
                    <a:gd name="connsiteY151" fmla="*/ 2086112 h 3270930"/>
                    <a:gd name="connsiteX152" fmla="*/ 48687 w 3280466"/>
                    <a:gd name="connsiteY152" fmla="*/ 1239685 h 3270930"/>
                    <a:gd name="connsiteX153" fmla="*/ 157093 w 3280466"/>
                    <a:gd name="connsiteY153" fmla="*/ 1266664 h 3270930"/>
                    <a:gd name="connsiteX154" fmla="*/ 3123381 w 3280466"/>
                    <a:gd name="connsiteY154" fmla="*/ 2004063 h 3270930"/>
                    <a:gd name="connsiteX155" fmla="*/ 3231779 w 3280466"/>
                    <a:gd name="connsiteY155" fmla="*/ 2031041 h 3270930"/>
                    <a:gd name="connsiteX156" fmla="*/ 145101 w 3280466"/>
                    <a:gd name="connsiteY156" fmla="*/ 1318550 h 3270930"/>
                    <a:gd name="connsiteX157" fmla="*/ 35737 w 3280466"/>
                    <a:gd name="connsiteY157" fmla="*/ 1295406 h 3270930"/>
                    <a:gd name="connsiteX158" fmla="*/ 3135368 w 3280466"/>
                    <a:gd name="connsiteY158" fmla="*/ 1952176 h 3270930"/>
                    <a:gd name="connsiteX159" fmla="*/ 3244730 w 3280466"/>
                    <a:gd name="connsiteY159" fmla="*/ 1975320 h 3270930"/>
                    <a:gd name="connsiteX160" fmla="*/ 24864 w 3280466"/>
                    <a:gd name="connsiteY160" fmla="*/ 1351441 h 3270930"/>
                    <a:gd name="connsiteX161" fmla="*/ 135027 w 3280466"/>
                    <a:gd name="connsiteY161" fmla="*/ 1370752 h 3270930"/>
                    <a:gd name="connsiteX162" fmla="*/ 3145600 w 3280466"/>
                    <a:gd name="connsiteY162" fmla="*/ 1899975 h 3270930"/>
                    <a:gd name="connsiteX163" fmla="*/ 3255763 w 3280466"/>
                    <a:gd name="connsiteY163" fmla="*/ 1919286 h 3270930"/>
                    <a:gd name="connsiteX164" fmla="*/ 15909 w 3280466"/>
                    <a:gd name="connsiteY164" fmla="*/ 1407790 h 3270930"/>
                    <a:gd name="connsiteX165" fmla="*/ 126554 w 3280466"/>
                    <a:gd name="connsiteY165" fmla="*/ 1423277 h 3270930"/>
                    <a:gd name="connsiteX166" fmla="*/ 3153916 w 3280466"/>
                    <a:gd name="connsiteY166" fmla="*/ 1847449 h 3270930"/>
                    <a:gd name="connsiteX167" fmla="*/ 3264565 w 3280466"/>
                    <a:gd name="connsiteY167" fmla="*/ 1862936 h 3270930"/>
                    <a:gd name="connsiteX168" fmla="*/ 9035 w 3280466"/>
                    <a:gd name="connsiteY168" fmla="*/ 1464464 h 3270930"/>
                    <a:gd name="connsiteX169" fmla="*/ 120158 w 3280466"/>
                    <a:gd name="connsiteY169" fmla="*/ 1476117 h 3270930"/>
                    <a:gd name="connsiteX170" fmla="*/ 3160467 w 3280466"/>
                    <a:gd name="connsiteY170" fmla="*/ 1794609 h 3270930"/>
                    <a:gd name="connsiteX171" fmla="*/ 3271755 w 3280466"/>
                    <a:gd name="connsiteY171" fmla="*/ 1806262 h 3270930"/>
                    <a:gd name="connsiteX172" fmla="*/ 3917 w 3280466"/>
                    <a:gd name="connsiteY172" fmla="*/ 1521300 h 3270930"/>
                    <a:gd name="connsiteX173" fmla="*/ 115362 w 3280466"/>
                    <a:gd name="connsiteY173" fmla="*/ 1529120 h 3270930"/>
                    <a:gd name="connsiteX174" fmla="*/ 3165112 w 3280466"/>
                    <a:gd name="connsiteY174" fmla="*/ 1741606 h 3270930"/>
                    <a:gd name="connsiteX175" fmla="*/ 3276714 w 3280466"/>
                    <a:gd name="connsiteY175" fmla="*/ 1749426 h 3270930"/>
                    <a:gd name="connsiteX176" fmla="*/ 1039 w 3280466"/>
                    <a:gd name="connsiteY176" fmla="*/ 1578289 h 3270930"/>
                    <a:gd name="connsiteX177" fmla="*/ 112803 w 3280466"/>
                    <a:gd name="connsiteY177" fmla="*/ 1582122 h 3270930"/>
                    <a:gd name="connsiteX178" fmla="*/ 3167829 w 3280466"/>
                    <a:gd name="connsiteY178" fmla="*/ 1688604 h 3270930"/>
                    <a:gd name="connsiteX179" fmla="*/ 3279594 w 3280466"/>
                    <a:gd name="connsiteY179" fmla="*/ 1692437 h 3270930"/>
                    <a:gd name="connsiteX180" fmla="*/ 111845 w 3280466"/>
                    <a:gd name="connsiteY180" fmla="*/ 1635439 h 3270930"/>
                    <a:gd name="connsiteX181" fmla="*/ 81 w 3280466"/>
                    <a:gd name="connsiteY181" fmla="*/ 1635439 h 3270930"/>
                    <a:gd name="connsiteX182" fmla="*/ 3168783 w 3280466"/>
                    <a:gd name="connsiteY182" fmla="*/ 1635287 h 3270930"/>
                    <a:gd name="connsiteX183" fmla="*/ 3280548 w 3280466"/>
                    <a:gd name="connsiteY183" fmla="*/ 1635287 h 3270930"/>
                    <a:gd name="connsiteX184" fmla="*/ 1039 w 3280466"/>
                    <a:gd name="connsiteY184" fmla="*/ 1692437 h 3270930"/>
                    <a:gd name="connsiteX185" fmla="*/ 112803 w 3280466"/>
                    <a:gd name="connsiteY185" fmla="*/ 1688604 h 3270930"/>
                    <a:gd name="connsiteX186" fmla="*/ 3167829 w 3280466"/>
                    <a:gd name="connsiteY186" fmla="*/ 1582122 h 3270930"/>
                    <a:gd name="connsiteX187" fmla="*/ 3279594 w 3280466"/>
                    <a:gd name="connsiteY187" fmla="*/ 1578289 h 3270930"/>
                    <a:gd name="connsiteX188" fmla="*/ 3917 w 3280466"/>
                    <a:gd name="connsiteY188" fmla="*/ 1749426 h 3270930"/>
                    <a:gd name="connsiteX189" fmla="*/ 115362 w 3280466"/>
                    <a:gd name="connsiteY189" fmla="*/ 1741606 h 3270930"/>
                    <a:gd name="connsiteX190" fmla="*/ 3165112 w 3280466"/>
                    <a:gd name="connsiteY190" fmla="*/ 1529120 h 3270930"/>
                    <a:gd name="connsiteX191" fmla="*/ 3276714 w 3280466"/>
                    <a:gd name="connsiteY191" fmla="*/ 1521300 h 3270930"/>
                    <a:gd name="connsiteX192" fmla="*/ 9035 w 3280466"/>
                    <a:gd name="connsiteY192" fmla="*/ 1806262 h 3270930"/>
                    <a:gd name="connsiteX193" fmla="*/ 120158 w 3280466"/>
                    <a:gd name="connsiteY193" fmla="*/ 1794609 h 3270930"/>
                    <a:gd name="connsiteX194" fmla="*/ 3160467 w 3280466"/>
                    <a:gd name="connsiteY194" fmla="*/ 1476117 h 3270930"/>
                    <a:gd name="connsiteX195" fmla="*/ 3271755 w 3280466"/>
                    <a:gd name="connsiteY195" fmla="*/ 1464464 h 3270930"/>
                    <a:gd name="connsiteX196" fmla="*/ 15909 w 3280466"/>
                    <a:gd name="connsiteY196" fmla="*/ 1862936 h 3270930"/>
                    <a:gd name="connsiteX197" fmla="*/ 126554 w 3280466"/>
                    <a:gd name="connsiteY197" fmla="*/ 1847449 h 3270930"/>
                    <a:gd name="connsiteX198" fmla="*/ 3153916 w 3280466"/>
                    <a:gd name="connsiteY198" fmla="*/ 1423277 h 3270930"/>
                    <a:gd name="connsiteX199" fmla="*/ 3264718 w 3280466"/>
                    <a:gd name="connsiteY199" fmla="*/ 1407790 h 3270930"/>
                    <a:gd name="connsiteX200" fmla="*/ 24864 w 3280466"/>
                    <a:gd name="connsiteY200" fmla="*/ 1919448 h 3270930"/>
                    <a:gd name="connsiteX201" fmla="*/ 134868 w 3280466"/>
                    <a:gd name="connsiteY201" fmla="*/ 1900137 h 3270930"/>
                    <a:gd name="connsiteX202" fmla="*/ 3145600 w 3280466"/>
                    <a:gd name="connsiteY202" fmla="*/ 1370752 h 3270930"/>
                    <a:gd name="connsiteX203" fmla="*/ 3255763 w 3280466"/>
                    <a:gd name="connsiteY203" fmla="*/ 1351441 h 3270930"/>
                    <a:gd name="connsiteX204" fmla="*/ 35895 w 3280466"/>
                    <a:gd name="connsiteY204" fmla="*/ 1975482 h 3270930"/>
                    <a:gd name="connsiteX205" fmla="*/ 145261 w 3280466"/>
                    <a:gd name="connsiteY205" fmla="*/ 1952338 h 3270930"/>
                    <a:gd name="connsiteX206" fmla="*/ 3135368 w 3280466"/>
                    <a:gd name="connsiteY206" fmla="*/ 1318550 h 3270930"/>
                    <a:gd name="connsiteX207" fmla="*/ 3244730 w 3280466"/>
                    <a:gd name="connsiteY207" fmla="*/ 1295406 h 3270930"/>
                    <a:gd name="connsiteX208" fmla="*/ 157093 w 3280466"/>
                    <a:gd name="connsiteY208" fmla="*/ 2004063 h 3270930"/>
                    <a:gd name="connsiteX209" fmla="*/ 48687 w 3280466"/>
                    <a:gd name="connsiteY209" fmla="*/ 2031041 h 3270930"/>
                    <a:gd name="connsiteX210" fmla="*/ 3123381 w 3280466"/>
                    <a:gd name="connsiteY210" fmla="*/ 1266664 h 3270930"/>
                    <a:gd name="connsiteX211" fmla="*/ 3231942 w 3280466"/>
                    <a:gd name="connsiteY211" fmla="*/ 1239685 h 3270930"/>
                    <a:gd name="connsiteX212" fmla="*/ 63556 w 3280466"/>
                    <a:gd name="connsiteY212" fmla="*/ 2086112 h 3270930"/>
                    <a:gd name="connsiteX213" fmla="*/ 171003 w 3280466"/>
                    <a:gd name="connsiteY213" fmla="*/ 2055463 h 3270930"/>
                    <a:gd name="connsiteX214" fmla="*/ 3109630 w 3280466"/>
                    <a:gd name="connsiteY214" fmla="*/ 1215263 h 3270930"/>
                    <a:gd name="connsiteX215" fmla="*/ 3217075 w 3280466"/>
                    <a:gd name="connsiteY215" fmla="*/ 1184452 h 3270930"/>
                    <a:gd name="connsiteX216" fmla="*/ 80346 w 3280466"/>
                    <a:gd name="connsiteY216" fmla="*/ 2140717 h 3270930"/>
                    <a:gd name="connsiteX217" fmla="*/ 186673 w 3280466"/>
                    <a:gd name="connsiteY217" fmla="*/ 2106234 h 3270930"/>
                    <a:gd name="connsiteX218" fmla="*/ 3200281 w 3280466"/>
                    <a:gd name="connsiteY218" fmla="*/ 1130009 h 3270930"/>
                    <a:gd name="connsiteX219" fmla="*/ 3093962 w 3280466"/>
                    <a:gd name="connsiteY219" fmla="*/ 1164492 h 3270930"/>
                    <a:gd name="connsiteX220" fmla="*/ 203941 w 3280466"/>
                    <a:gd name="connsiteY220" fmla="*/ 2156681 h 3270930"/>
                    <a:gd name="connsiteX221" fmla="*/ 98894 w 3280466"/>
                    <a:gd name="connsiteY221" fmla="*/ 2194835 h 3270930"/>
                    <a:gd name="connsiteX222" fmla="*/ 3076529 w 3280466"/>
                    <a:gd name="connsiteY222" fmla="*/ 1114046 h 3270930"/>
                    <a:gd name="connsiteX223" fmla="*/ 3181581 w 3280466"/>
                    <a:gd name="connsiteY223" fmla="*/ 1075891 h 3270930"/>
                    <a:gd name="connsiteX224" fmla="*/ 119358 w 3280466"/>
                    <a:gd name="connsiteY224" fmla="*/ 2247990 h 3270930"/>
                    <a:gd name="connsiteX225" fmla="*/ 222967 w 3280466"/>
                    <a:gd name="connsiteY225" fmla="*/ 2206164 h 3270930"/>
                    <a:gd name="connsiteX226" fmla="*/ 3057505 w 3280466"/>
                    <a:gd name="connsiteY226" fmla="*/ 1064400 h 3270930"/>
                    <a:gd name="connsiteX227" fmla="*/ 3161106 w 3280466"/>
                    <a:gd name="connsiteY227" fmla="*/ 1022574 h 3270930"/>
                    <a:gd name="connsiteX228" fmla="*/ 141744 w 3280466"/>
                    <a:gd name="connsiteY228" fmla="*/ 2300678 h 3270930"/>
                    <a:gd name="connsiteX229" fmla="*/ 243913 w 3280466"/>
                    <a:gd name="connsiteY229" fmla="*/ 2255343 h 3270930"/>
                    <a:gd name="connsiteX230" fmla="*/ 3036554 w 3280466"/>
                    <a:gd name="connsiteY230" fmla="*/ 1015546 h 3270930"/>
                    <a:gd name="connsiteX231" fmla="*/ 3138725 w 3280466"/>
                    <a:gd name="connsiteY231" fmla="*/ 970210 h 3270930"/>
                    <a:gd name="connsiteX232" fmla="*/ 166047 w 3280466"/>
                    <a:gd name="connsiteY232" fmla="*/ 2352403 h 3270930"/>
                    <a:gd name="connsiteX233" fmla="*/ 266458 w 3280466"/>
                    <a:gd name="connsiteY233" fmla="*/ 2303548 h 3270930"/>
                    <a:gd name="connsiteX234" fmla="*/ 3114579 w 3280466"/>
                    <a:gd name="connsiteY234" fmla="*/ 918324 h 3270930"/>
                    <a:gd name="connsiteX235" fmla="*/ 3014010 w 3280466"/>
                    <a:gd name="connsiteY235" fmla="*/ 967178 h 3270930"/>
                    <a:gd name="connsiteX236" fmla="*/ 191949 w 3280466"/>
                    <a:gd name="connsiteY236" fmla="*/ 2403164 h 3270930"/>
                    <a:gd name="connsiteX237" fmla="*/ 290602 w 3280466"/>
                    <a:gd name="connsiteY237" fmla="*/ 2350801 h 3270930"/>
                    <a:gd name="connsiteX238" fmla="*/ 2989864 w 3280466"/>
                    <a:gd name="connsiteY238" fmla="*/ 919926 h 3270930"/>
                    <a:gd name="connsiteX239" fmla="*/ 3088679 w 3280466"/>
                    <a:gd name="connsiteY239" fmla="*/ 867562 h 3270930"/>
                    <a:gd name="connsiteX240" fmla="*/ 219770 w 3280466"/>
                    <a:gd name="connsiteY240" fmla="*/ 2453134 h 3270930"/>
                    <a:gd name="connsiteX241" fmla="*/ 316504 w 3280466"/>
                    <a:gd name="connsiteY241" fmla="*/ 2397423 h 3270930"/>
                    <a:gd name="connsiteX242" fmla="*/ 2963964 w 3280466"/>
                    <a:gd name="connsiteY242" fmla="*/ 873303 h 3270930"/>
                    <a:gd name="connsiteX243" fmla="*/ 3060862 w 3280466"/>
                    <a:gd name="connsiteY243" fmla="*/ 817592 h 3270930"/>
                    <a:gd name="connsiteX244" fmla="*/ 249190 w 3280466"/>
                    <a:gd name="connsiteY244" fmla="*/ 2502150 h 3270930"/>
                    <a:gd name="connsiteX245" fmla="*/ 344005 w 3280466"/>
                    <a:gd name="connsiteY245" fmla="*/ 2443083 h 3270930"/>
                    <a:gd name="connsiteX246" fmla="*/ 2936461 w 3280466"/>
                    <a:gd name="connsiteY246" fmla="*/ 827806 h 3270930"/>
                    <a:gd name="connsiteX247" fmla="*/ 3031280 w 3280466"/>
                    <a:gd name="connsiteY247" fmla="*/ 768738 h 3270930"/>
                    <a:gd name="connsiteX248" fmla="*/ 280368 w 3280466"/>
                    <a:gd name="connsiteY248" fmla="*/ 2549879 h 3270930"/>
                    <a:gd name="connsiteX249" fmla="*/ 373105 w 3280466"/>
                    <a:gd name="connsiteY249" fmla="*/ 2487617 h 3270930"/>
                    <a:gd name="connsiteX250" fmla="*/ 2907528 w 3280466"/>
                    <a:gd name="connsiteY250" fmla="*/ 783109 h 3270930"/>
                    <a:gd name="connsiteX251" fmla="*/ 3000259 w 3280466"/>
                    <a:gd name="connsiteY251" fmla="*/ 720685 h 3270930"/>
                    <a:gd name="connsiteX252" fmla="*/ 313306 w 3280466"/>
                    <a:gd name="connsiteY252" fmla="*/ 2596654 h 3270930"/>
                    <a:gd name="connsiteX253" fmla="*/ 403804 w 3280466"/>
                    <a:gd name="connsiteY253" fmla="*/ 2531197 h 3270930"/>
                    <a:gd name="connsiteX254" fmla="*/ 2967320 w 3280466"/>
                    <a:gd name="connsiteY254" fmla="*/ 674072 h 3270930"/>
                    <a:gd name="connsiteX255" fmla="*/ 2876831 w 3280466"/>
                    <a:gd name="connsiteY255" fmla="*/ 739681 h 3270930"/>
                    <a:gd name="connsiteX256" fmla="*/ 347682 w 3280466"/>
                    <a:gd name="connsiteY256" fmla="*/ 2642314 h 3270930"/>
                    <a:gd name="connsiteX257" fmla="*/ 435782 w 3280466"/>
                    <a:gd name="connsiteY257" fmla="*/ 2573662 h 3270930"/>
                    <a:gd name="connsiteX258" fmla="*/ 2932790 w 3280466"/>
                    <a:gd name="connsiteY258" fmla="*/ 628412 h 3270930"/>
                    <a:gd name="connsiteX259" fmla="*/ 2844694 w 3280466"/>
                    <a:gd name="connsiteY259" fmla="*/ 697064 h 3270930"/>
                    <a:gd name="connsiteX260" fmla="*/ 383818 w 3280466"/>
                    <a:gd name="connsiteY260" fmla="*/ 2686695 h 3270930"/>
                    <a:gd name="connsiteX261" fmla="*/ 469518 w 3280466"/>
                    <a:gd name="connsiteY261" fmla="*/ 2615012 h 3270930"/>
                    <a:gd name="connsiteX262" fmla="*/ 2811107 w 3280466"/>
                    <a:gd name="connsiteY262" fmla="*/ 655715 h 3270930"/>
                    <a:gd name="connsiteX263" fmla="*/ 2896810 w 3280466"/>
                    <a:gd name="connsiteY263" fmla="*/ 584031 h 3270930"/>
                    <a:gd name="connsiteX264" fmla="*/ 504374 w 3280466"/>
                    <a:gd name="connsiteY264" fmla="*/ 2655083 h 3270930"/>
                    <a:gd name="connsiteX265" fmla="*/ 421391 w 3280466"/>
                    <a:gd name="connsiteY265" fmla="*/ 2729637 h 3270930"/>
                    <a:gd name="connsiteX266" fmla="*/ 2776100 w 3280466"/>
                    <a:gd name="connsiteY266" fmla="*/ 615643 h 3270930"/>
                    <a:gd name="connsiteX267" fmla="*/ 2859237 w 3280466"/>
                    <a:gd name="connsiteY267" fmla="*/ 541089 h 3270930"/>
                    <a:gd name="connsiteX268" fmla="*/ 460405 w 3280466"/>
                    <a:gd name="connsiteY268" fmla="*/ 2771463 h 3270930"/>
                    <a:gd name="connsiteX269" fmla="*/ 540830 w 3280466"/>
                    <a:gd name="connsiteY269" fmla="*/ 2694038 h 3270930"/>
                    <a:gd name="connsiteX270" fmla="*/ 2739805 w 3280466"/>
                    <a:gd name="connsiteY270" fmla="*/ 576688 h 3270930"/>
                    <a:gd name="connsiteX271" fmla="*/ 2820224 w 3280466"/>
                    <a:gd name="connsiteY271" fmla="*/ 499263 h 3270930"/>
                    <a:gd name="connsiteX272" fmla="*/ 500857 w 3280466"/>
                    <a:gd name="connsiteY272" fmla="*/ 2811859 h 3270930"/>
                    <a:gd name="connsiteX273" fmla="*/ 578564 w 3280466"/>
                    <a:gd name="connsiteY273" fmla="*/ 2731716 h 3270930"/>
                    <a:gd name="connsiteX274" fmla="*/ 2702070 w 3280466"/>
                    <a:gd name="connsiteY274" fmla="*/ 539010 h 3270930"/>
                    <a:gd name="connsiteX275" fmla="*/ 2779771 w 3280466"/>
                    <a:gd name="connsiteY275" fmla="*/ 458877 h 3270930"/>
                    <a:gd name="connsiteX276" fmla="*/ 617576 w 3280466"/>
                    <a:gd name="connsiteY276" fmla="*/ 2767954 h 3270930"/>
                    <a:gd name="connsiteX277" fmla="*/ 542748 w 3280466"/>
                    <a:gd name="connsiteY277" fmla="*/ 2850804 h 3270930"/>
                    <a:gd name="connsiteX278" fmla="*/ 2663057 w 3280466"/>
                    <a:gd name="connsiteY278" fmla="*/ 502773 h 3270930"/>
                    <a:gd name="connsiteX279" fmla="*/ 2737878 w 3280466"/>
                    <a:gd name="connsiteY279" fmla="*/ 419922 h 3270930"/>
                    <a:gd name="connsiteX280" fmla="*/ 585918 w 3280466"/>
                    <a:gd name="connsiteY280" fmla="*/ 2888320 h 3270930"/>
                    <a:gd name="connsiteX281" fmla="*/ 657709 w 3280466"/>
                    <a:gd name="connsiteY281" fmla="*/ 2802914 h 3270930"/>
                    <a:gd name="connsiteX282" fmla="*/ 2622757 w 3280466"/>
                    <a:gd name="connsiteY282" fmla="*/ 467975 h 3270930"/>
                    <a:gd name="connsiteX283" fmla="*/ 2694555 w 3280466"/>
                    <a:gd name="connsiteY283" fmla="*/ 382568 h 3270930"/>
                    <a:gd name="connsiteX284" fmla="*/ 630369 w 3280466"/>
                    <a:gd name="connsiteY284" fmla="*/ 2924243 h 3270930"/>
                    <a:gd name="connsiteX285" fmla="*/ 699120 w 3280466"/>
                    <a:gd name="connsiteY285" fmla="*/ 2836443 h 3270930"/>
                    <a:gd name="connsiteX286" fmla="*/ 2581350 w 3280466"/>
                    <a:gd name="connsiteY286" fmla="*/ 434445 h 3270930"/>
                    <a:gd name="connsiteX287" fmla="*/ 2650259 w 3280466"/>
                    <a:gd name="connsiteY287" fmla="*/ 346645 h 3270930"/>
                    <a:gd name="connsiteX288" fmla="*/ 676096 w 3280466"/>
                    <a:gd name="connsiteY288" fmla="*/ 2958564 h 3270930"/>
                    <a:gd name="connsiteX289" fmla="*/ 741812 w 3280466"/>
                    <a:gd name="connsiteY289" fmla="*/ 2868370 h 3270930"/>
                    <a:gd name="connsiteX290" fmla="*/ 2538657 w 3280466"/>
                    <a:gd name="connsiteY290" fmla="*/ 402356 h 3270930"/>
                    <a:gd name="connsiteX291" fmla="*/ 2604371 w 3280466"/>
                    <a:gd name="connsiteY291" fmla="*/ 312162 h 3270930"/>
                    <a:gd name="connsiteX292" fmla="*/ 723105 w 3280466"/>
                    <a:gd name="connsiteY292" fmla="*/ 2991293 h 3270930"/>
                    <a:gd name="connsiteX293" fmla="*/ 785621 w 3280466"/>
                    <a:gd name="connsiteY293" fmla="*/ 2898858 h 3270930"/>
                    <a:gd name="connsiteX294" fmla="*/ 2495009 w 3280466"/>
                    <a:gd name="connsiteY294" fmla="*/ 371869 h 3270930"/>
                    <a:gd name="connsiteX295" fmla="*/ 2557529 w 3280466"/>
                    <a:gd name="connsiteY295" fmla="*/ 279434 h 3270930"/>
                    <a:gd name="connsiteX296" fmla="*/ 771071 w 3280466"/>
                    <a:gd name="connsiteY296" fmla="*/ 3022428 h 3270930"/>
                    <a:gd name="connsiteX297" fmla="*/ 830231 w 3280466"/>
                    <a:gd name="connsiteY297" fmla="*/ 2927914 h 3270930"/>
                    <a:gd name="connsiteX298" fmla="*/ 2450237 w 3280466"/>
                    <a:gd name="connsiteY298" fmla="*/ 342974 h 3270930"/>
                    <a:gd name="connsiteX299" fmla="*/ 2509562 w 3280466"/>
                    <a:gd name="connsiteY299" fmla="*/ 248460 h 3270930"/>
                    <a:gd name="connsiteX300" fmla="*/ 820157 w 3280466"/>
                    <a:gd name="connsiteY300" fmla="*/ 3051800 h 3270930"/>
                    <a:gd name="connsiteX301" fmla="*/ 875955 w 3280466"/>
                    <a:gd name="connsiteY301" fmla="*/ 2955217 h 3270930"/>
                    <a:gd name="connsiteX302" fmla="*/ 2404510 w 3280466"/>
                    <a:gd name="connsiteY302" fmla="*/ 315509 h 3270930"/>
                    <a:gd name="connsiteX303" fmla="*/ 2460469 w 3280466"/>
                    <a:gd name="connsiteY303" fmla="*/ 218926 h 3270930"/>
                    <a:gd name="connsiteX304" fmla="*/ 870205 w 3280466"/>
                    <a:gd name="connsiteY304" fmla="*/ 3079417 h 3270930"/>
                    <a:gd name="connsiteX305" fmla="*/ 922645 w 3280466"/>
                    <a:gd name="connsiteY305" fmla="*/ 2981079 h 3270930"/>
                    <a:gd name="connsiteX306" fmla="*/ 2357821 w 3280466"/>
                    <a:gd name="connsiteY306" fmla="*/ 289809 h 3270930"/>
                    <a:gd name="connsiteX307" fmla="*/ 2410270 w 3280466"/>
                    <a:gd name="connsiteY307" fmla="*/ 191309 h 3270930"/>
                    <a:gd name="connsiteX308" fmla="*/ 921205 w 3280466"/>
                    <a:gd name="connsiteY308" fmla="*/ 3105441 h 3270930"/>
                    <a:gd name="connsiteX309" fmla="*/ 970135 w 3280466"/>
                    <a:gd name="connsiteY309" fmla="*/ 3005339 h 3270930"/>
                    <a:gd name="connsiteX310" fmla="*/ 2310330 w 3280466"/>
                    <a:gd name="connsiteY310" fmla="*/ 265549 h 3270930"/>
                    <a:gd name="connsiteX311" fmla="*/ 2359261 w 3280466"/>
                    <a:gd name="connsiteY311" fmla="*/ 165285 h 3270930"/>
                    <a:gd name="connsiteX312" fmla="*/ 973177 w 3280466"/>
                    <a:gd name="connsiteY312" fmla="*/ 3129549 h 3270930"/>
                    <a:gd name="connsiteX313" fmla="*/ 1018579 w 3280466"/>
                    <a:gd name="connsiteY313" fmla="*/ 3027692 h 3270930"/>
                    <a:gd name="connsiteX314" fmla="*/ 2261886 w 3280466"/>
                    <a:gd name="connsiteY314" fmla="*/ 243034 h 3270930"/>
                    <a:gd name="connsiteX315" fmla="*/ 2307298 w 3280466"/>
                    <a:gd name="connsiteY315" fmla="*/ 141187 h 3270930"/>
                    <a:gd name="connsiteX316" fmla="*/ 1025779 w 3280466"/>
                    <a:gd name="connsiteY316" fmla="*/ 3151730 h 3270930"/>
                    <a:gd name="connsiteX317" fmla="*/ 1067672 w 3280466"/>
                    <a:gd name="connsiteY317" fmla="*/ 3048443 h 3270930"/>
                    <a:gd name="connsiteX318" fmla="*/ 2212803 w 3280466"/>
                    <a:gd name="connsiteY318" fmla="*/ 222283 h 3270930"/>
                    <a:gd name="connsiteX319" fmla="*/ 2254696 w 3280466"/>
                    <a:gd name="connsiteY319" fmla="*/ 118834 h 3270930"/>
                    <a:gd name="connsiteX320" fmla="*/ 1079344 w 3280466"/>
                    <a:gd name="connsiteY320" fmla="*/ 3172329 h 3270930"/>
                    <a:gd name="connsiteX321" fmla="*/ 1117556 w 3280466"/>
                    <a:gd name="connsiteY321" fmla="*/ 3067602 h 3270930"/>
                    <a:gd name="connsiteX322" fmla="*/ 2201293 w 3280466"/>
                    <a:gd name="connsiteY322" fmla="*/ 98398 h 3270930"/>
                    <a:gd name="connsiteX323" fmla="*/ 2163072 w 3280466"/>
                    <a:gd name="connsiteY323" fmla="*/ 203125 h 3270930"/>
                    <a:gd name="connsiteX324" fmla="*/ 1133386 w 3280466"/>
                    <a:gd name="connsiteY324" fmla="*/ 3190848 h 3270930"/>
                    <a:gd name="connsiteX325" fmla="*/ 1167917 w 3280466"/>
                    <a:gd name="connsiteY325" fmla="*/ 3084843 h 3270930"/>
                    <a:gd name="connsiteX326" fmla="*/ 2112549 w 3280466"/>
                    <a:gd name="connsiteY326" fmla="*/ 185883 h 3270930"/>
                    <a:gd name="connsiteX327" fmla="*/ 2147089 w 3280466"/>
                    <a:gd name="connsiteY327" fmla="*/ 79878 h 3270930"/>
                    <a:gd name="connsiteX328" fmla="*/ 1188229 w 3280466"/>
                    <a:gd name="connsiteY328" fmla="*/ 3207612 h 3270930"/>
                    <a:gd name="connsiteX329" fmla="*/ 1219079 w 3280466"/>
                    <a:gd name="connsiteY329" fmla="*/ 3100492 h 3270930"/>
                    <a:gd name="connsiteX330" fmla="*/ 2061549 w 3280466"/>
                    <a:gd name="connsiteY330" fmla="*/ 170396 h 3270930"/>
                    <a:gd name="connsiteX331" fmla="*/ 2092408 w 3280466"/>
                    <a:gd name="connsiteY331" fmla="*/ 63276 h 3270930"/>
                    <a:gd name="connsiteX332" fmla="*/ 1270565 w 3280466"/>
                    <a:gd name="connsiteY332" fmla="*/ 3114215 h 3270930"/>
                    <a:gd name="connsiteX333" fmla="*/ 1243549 w 3280466"/>
                    <a:gd name="connsiteY333" fmla="*/ 3222298 h 3270930"/>
                    <a:gd name="connsiteX334" fmla="*/ 2010063 w 3280466"/>
                    <a:gd name="connsiteY334" fmla="*/ 156664 h 3270930"/>
                    <a:gd name="connsiteX335" fmla="*/ 2037079 w 3280466"/>
                    <a:gd name="connsiteY335" fmla="*/ 48428 h 3270930"/>
                    <a:gd name="connsiteX336" fmla="*/ 1299193 w 3280466"/>
                    <a:gd name="connsiteY336" fmla="*/ 3235230 h 3270930"/>
                    <a:gd name="connsiteX337" fmla="*/ 1322376 w 3280466"/>
                    <a:gd name="connsiteY337" fmla="*/ 3126192 h 3270930"/>
                    <a:gd name="connsiteX338" fmla="*/ 1958100 w 3280466"/>
                    <a:gd name="connsiteY338" fmla="*/ 144696 h 3270930"/>
                    <a:gd name="connsiteX339" fmla="*/ 1981282 w 3280466"/>
                    <a:gd name="connsiteY339" fmla="*/ 35659 h 3270930"/>
                    <a:gd name="connsiteX340" fmla="*/ 1355466 w 3280466"/>
                    <a:gd name="connsiteY340" fmla="*/ 3246082 h 3270930"/>
                    <a:gd name="connsiteX341" fmla="*/ 1374815 w 3280466"/>
                    <a:gd name="connsiteY341" fmla="*/ 3136405 h 3270930"/>
                    <a:gd name="connsiteX342" fmla="*/ 1905650 w 3280466"/>
                    <a:gd name="connsiteY342" fmla="*/ 134483 h 3270930"/>
                    <a:gd name="connsiteX343" fmla="*/ 1924999 w 3280466"/>
                    <a:gd name="connsiteY343" fmla="*/ 24645 h 3270930"/>
                    <a:gd name="connsiteX344" fmla="*/ 1412073 w 3280466"/>
                    <a:gd name="connsiteY344" fmla="*/ 3255027 h 3270930"/>
                    <a:gd name="connsiteX345" fmla="*/ 1427579 w 3280466"/>
                    <a:gd name="connsiteY345" fmla="*/ 3144712 h 3270930"/>
                    <a:gd name="connsiteX346" fmla="*/ 1853048 w 3280466"/>
                    <a:gd name="connsiteY346" fmla="*/ 126177 h 3270930"/>
                    <a:gd name="connsiteX347" fmla="*/ 1868554 w 3280466"/>
                    <a:gd name="connsiteY347" fmla="*/ 15700 h 3270930"/>
                    <a:gd name="connsiteX348" fmla="*/ 1468833 w 3280466"/>
                    <a:gd name="connsiteY348" fmla="*/ 3261883 h 3270930"/>
                    <a:gd name="connsiteX349" fmla="*/ 1480506 w 3280466"/>
                    <a:gd name="connsiteY349" fmla="*/ 3151101 h 3270930"/>
                    <a:gd name="connsiteX350" fmla="*/ 1811633 w 3280466"/>
                    <a:gd name="connsiteY350" fmla="*/ 8843 h 3270930"/>
                    <a:gd name="connsiteX351" fmla="*/ 1799970 w 3280466"/>
                    <a:gd name="connsiteY351" fmla="*/ 119788 h 3270930"/>
                    <a:gd name="connsiteX352" fmla="*/ 1525917 w 3280466"/>
                    <a:gd name="connsiteY352" fmla="*/ 3266842 h 3270930"/>
                    <a:gd name="connsiteX353" fmla="*/ 1533746 w 3280466"/>
                    <a:gd name="connsiteY353" fmla="*/ 3155726 h 3270930"/>
                    <a:gd name="connsiteX354" fmla="*/ 1746881 w 3280466"/>
                    <a:gd name="connsiteY354" fmla="*/ 115000 h 3270930"/>
                    <a:gd name="connsiteX355" fmla="*/ 1754720 w 3280466"/>
                    <a:gd name="connsiteY355" fmla="*/ 3731 h 3270930"/>
                    <a:gd name="connsiteX356" fmla="*/ 1586987 w 3280466"/>
                    <a:gd name="connsiteY356" fmla="*/ 3158444 h 3270930"/>
                    <a:gd name="connsiteX357" fmla="*/ 1583154 w 3280466"/>
                    <a:gd name="connsiteY357" fmla="*/ 3269875 h 3270930"/>
                    <a:gd name="connsiteX358" fmla="*/ 1693641 w 3280466"/>
                    <a:gd name="connsiteY358" fmla="*/ 112283 h 3270930"/>
                    <a:gd name="connsiteX359" fmla="*/ 1697474 w 3280466"/>
                    <a:gd name="connsiteY359" fmla="*/ 852 h 3270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Lst>
                  <a:rect l="l" t="t" r="r" b="b"/>
                  <a:pathLst>
                    <a:path w="3280466" h="3270930">
                      <a:moveTo>
                        <a:pt x="1640238" y="-102"/>
                      </a:moveTo>
                      <a:lnTo>
                        <a:pt x="1640238" y="111329"/>
                      </a:lnTo>
                      <a:moveTo>
                        <a:pt x="1640238" y="3159397"/>
                      </a:moveTo>
                      <a:lnTo>
                        <a:pt x="1640238" y="3270828"/>
                      </a:lnTo>
                      <a:moveTo>
                        <a:pt x="1582992" y="852"/>
                      </a:moveTo>
                      <a:lnTo>
                        <a:pt x="1586835" y="112283"/>
                      </a:lnTo>
                      <a:moveTo>
                        <a:pt x="1697474" y="3269875"/>
                      </a:moveTo>
                      <a:lnTo>
                        <a:pt x="1693641" y="3158444"/>
                      </a:lnTo>
                      <a:moveTo>
                        <a:pt x="1525917" y="3894"/>
                      </a:moveTo>
                      <a:lnTo>
                        <a:pt x="1533746" y="115163"/>
                      </a:lnTo>
                      <a:moveTo>
                        <a:pt x="1746881" y="3155726"/>
                      </a:moveTo>
                      <a:lnTo>
                        <a:pt x="1754720" y="3266995"/>
                      </a:lnTo>
                      <a:moveTo>
                        <a:pt x="1468833" y="8843"/>
                      </a:moveTo>
                      <a:lnTo>
                        <a:pt x="1480506" y="119635"/>
                      </a:lnTo>
                      <a:moveTo>
                        <a:pt x="1800122" y="3151101"/>
                      </a:moveTo>
                      <a:lnTo>
                        <a:pt x="1811795" y="3261883"/>
                      </a:lnTo>
                      <a:moveTo>
                        <a:pt x="1412073" y="15862"/>
                      </a:moveTo>
                      <a:lnTo>
                        <a:pt x="1427579" y="126177"/>
                      </a:lnTo>
                      <a:moveTo>
                        <a:pt x="1853048" y="3144549"/>
                      </a:moveTo>
                      <a:lnTo>
                        <a:pt x="1868554" y="3254864"/>
                      </a:lnTo>
                      <a:moveTo>
                        <a:pt x="1355466" y="24807"/>
                      </a:moveTo>
                      <a:lnTo>
                        <a:pt x="1374815" y="134636"/>
                      </a:lnTo>
                      <a:moveTo>
                        <a:pt x="1905650" y="3136253"/>
                      </a:moveTo>
                      <a:lnTo>
                        <a:pt x="1924999" y="3246082"/>
                      </a:lnTo>
                      <a:moveTo>
                        <a:pt x="1322538" y="144696"/>
                      </a:moveTo>
                      <a:lnTo>
                        <a:pt x="1299346" y="35659"/>
                      </a:lnTo>
                      <a:moveTo>
                        <a:pt x="1958100" y="3126030"/>
                      </a:moveTo>
                      <a:lnTo>
                        <a:pt x="1981444" y="3235067"/>
                      </a:lnTo>
                      <a:moveTo>
                        <a:pt x="1243549" y="48428"/>
                      </a:moveTo>
                      <a:lnTo>
                        <a:pt x="1270565" y="156512"/>
                      </a:lnTo>
                      <a:moveTo>
                        <a:pt x="2010063" y="3114215"/>
                      </a:moveTo>
                      <a:lnTo>
                        <a:pt x="2037079" y="3222298"/>
                      </a:lnTo>
                      <a:moveTo>
                        <a:pt x="1218926" y="170396"/>
                      </a:moveTo>
                      <a:lnTo>
                        <a:pt x="1188067" y="63276"/>
                      </a:lnTo>
                      <a:moveTo>
                        <a:pt x="2061549" y="3100329"/>
                      </a:moveTo>
                      <a:lnTo>
                        <a:pt x="2092408" y="3207450"/>
                      </a:lnTo>
                      <a:moveTo>
                        <a:pt x="1133386" y="79878"/>
                      </a:moveTo>
                      <a:lnTo>
                        <a:pt x="1167917" y="185883"/>
                      </a:lnTo>
                      <a:moveTo>
                        <a:pt x="2112549" y="3084843"/>
                      </a:moveTo>
                      <a:lnTo>
                        <a:pt x="2147089" y="3190848"/>
                      </a:lnTo>
                      <a:moveTo>
                        <a:pt x="1079344" y="98560"/>
                      </a:moveTo>
                      <a:lnTo>
                        <a:pt x="1117556" y="203287"/>
                      </a:lnTo>
                      <a:moveTo>
                        <a:pt x="2163072" y="3067439"/>
                      </a:moveTo>
                      <a:lnTo>
                        <a:pt x="2201293" y="3172166"/>
                      </a:lnTo>
                      <a:moveTo>
                        <a:pt x="1025779" y="118996"/>
                      </a:moveTo>
                      <a:lnTo>
                        <a:pt x="1067672" y="222283"/>
                      </a:lnTo>
                      <a:moveTo>
                        <a:pt x="2212803" y="3048443"/>
                      </a:moveTo>
                      <a:lnTo>
                        <a:pt x="2254696" y="3151730"/>
                      </a:lnTo>
                      <a:moveTo>
                        <a:pt x="973177" y="141340"/>
                      </a:moveTo>
                      <a:lnTo>
                        <a:pt x="1018579" y="243196"/>
                      </a:lnTo>
                      <a:moveTo>
                        <a:pt x="2262049" y="3027692"/>
                      </a:moveTo>
                      <a:lnTo>
                        <a:pt x="2307460" y="3129549"/>
                      </a:lnTo>
                      <a:moveTo>
                        <a:pt x="921205" y="165447"/>
                      </a:moveTo>
                      <a:lnTo>
                        <a:pt x="970297" y="265702"/>
                      </a:lnTo>
                      <a:moveTo>
                        <a:pt x="2310330" y="3005187"/>
                      </a:moveTo>
                      <a:lnTo>
                        <a:pt x="2359423" y="3105441"/>
                      </a:lnTo>
                      <a:moveTo>
                        <a:pt x="870205" y="191309"/>
                      </a:moveTo>
                      <a:lnTo>
                        <a:pt x="922645" y="289809"/>
                      </a:lnTo>
                      <a:moveTo>
                        <a:pt x="2357821" y="2981079"/>
                      </a:moveTo>
                      <a:lnTo>
                        <a:pt x="2410270" y="3079579"/>
                      </a:lnTo>
                      <a:moveTo>
                        <a:pt x="820157" y="218926"/>
                      </a:moveTo>
                      <a:lnTo>
                        <a:pt x="876118" y="315509"/>
                      </a:lnTo>
                      <a:moveTo>
                        <a:pt x="2404510" y="2955217"/>
                      </a:moveTo>
                      <a:lnTo>
                        <a:pt x="2460469" y="3051800"/>
                      </a:lnTo>
                      <a:moveTo>
                        <a:pt x="830391" y="342974"/>
                      </a:moveTo>
                      <a:lnTo>
                        <a:pt x="771071" y="248460"/>
                      </a:lnTo>
                      <a:moveTo>
                        <a:pt x="2450237" y="2927752"/>
                      </a:moveTo>
                      <a:lnTo>
                        <a:pt x="2509562" y="3022266"/>
                      </a:lnTo>
                      <a:moveTo>
                        <a:pt x="723105" y="279434"/>
                      </a:moveTo>
                      <a:lnTo>
                        <a:pt x="785621" y="371869"/>
                      </a:lnTo>
                      <a:moveTo>
                        <a:pt x="2557529" y="2991293"/>
                      </a:moveTo>
                      <a:lnTo>
                        <a:pt x="2495009" y="2898858"/>
                      </a:lnTo>
                      <a:moveTo>
                        <a:pt x="676096" y="312162"/>
                      </a:moveTo>
                      <a:lnTo>
                        <a:pt x="741812" y="402356"/>
                      </a:lnTo>
                      <a:moveTo>
                        <a:pt x="2538657" y="2868370"/>
                      </a:moveTo>
                      <a:lnTo>
                        <a:pt x="2604371" y="2958564"/>
                      </a:lnTo>
                      <a:moveTo>
                        <a:pt x="699280" y="434445"/>
                      </a:moveTo>
                      <a:lnTo>
                        <a:pt x="630529" y="346645"/>
                      </a:lnTo>
                      <a:moveTo>
                        <a:pt x="2581350" y="2836281"/>
                      </a:moveTo>
                      <a:lnTo>
                        <a:pt x="2650259" y="2924081"/>
                      </a:lnTo>
                      <a:moveTo>
                        <a:pt x="657709" y="467975"/>
                      </a:moveTo>
                      <a:lnTo>
                        <a:pt x="585918" y="382568"/>
                      </a:lnTo>
                      <a:moveTo>
                        <a:pt x="2694708" y="2888167"/>
                      </a:moveTo>
                      <a:lnTo>
                        <a:pt x="2622757" y="2802751"/>
                      </a:lnTo>
                      <a:moveTo>
                        <a:pt x="542748" y="419922"/>
                      </a:moveTo>
                      <a:lnTo>
                        <a:pt x="617576" y="502773"/>
                      </a:lnTo>
                      <a:moveTo>
                        <a:pt x="2737878" y="2850804"/>
                      </a:moveTo>
                      <a:lnTo>
                        <a:pt x="2663057" y="2767954"/>
                      </a:lnTo>
                      <a:moveTo>
                        <a:pt x="500857" y="458877"/>
                      </a:moveTo>
                      <a:lnTo>
                        <a:pt x="578564" y="539010"/>
                      </a:lnTo>
                      <a:moveTo>
                        <a:pt x="2702070" y="2731716"/>
                      </a:moveTo>
                      <a:lnTo>
                        <a:pt x="2779771" y="2811859"/>
                      </a:lnTo>
                      <a:moveTo>
                        <a:pt x="460405" y="499263"/>
                      </a:moveTo>
                      <a:lnTo>
                        <a:pt x="540830" y="576688"/>
                      </a:lnTo>
                      <a:moveTo>
                        <a:pt x="2739805" y="2694038"/>
                      </a:moveTo>
                      <a:lnTo>
                        <a:pt x="2820224" y="2771463"/>
                      </a:lnTo>
                      <a:moveTo>
                        <a:pt x="421231" y="540927"/>
                      </a:moveTo>
                      <a:lnTo>
                        <a:pt x="504374" y="615481"/>
                      </a:lnTo>
                      <a:moveTo>
                        <a:pt x="2776252" y="2655083"/>
                      </a:moveTo>
                      <a:lnTo>
                        <a:pt x="2859399" y="2729637"/>
                      </a:lnTo>
                      <a:moveTo>
                        <a:pt x="383818" y="584031"/>
                      </a:moveTo>
                      <a:lnTo>
                        <a:pt x="469518" y="655715"/>
                      </a:lnTo>
                      <a:moveTo>
                        <a:pt x="2811107" y="2615012"/>
                      </a:moveTo>
                      <a:lnTo>
                        <a:pt x="2896810" y="2686695"/>
                      </a:lnTo>
                      <a:moveTo>
                        <a:pt x="347682" y="628412"/>
                      </a:moveTo>
                      <a:lnTo>
                        <a:pt x="435782" y="697064"/>
                      </a:lnTo>
                      <a:moveTo>
                        <a:pt x="2844694" y="2573662"/>
                      </a:moveTo>
                      <a:lnTo>
                        <a:pt x="2932790" y="2642314"/>
                      </a:lnTo>
                      <a:moveTo>
                        <a:pt x="313306" y="674072"/>
                      </a:moveTo>
                      <a:lnTo>
                        <a:pt x="403804" y="739529"/>
                      </a:lnTo>
                      <a:moveTo>
                        <a:pt x="2876831" y="2531197"/>
                      </a:moveTo>
                      <a:lnTo>
                        <a:pt x="2967320" y="2596654"/>
                      </a:lnTo>
                      <a:moveTo>
                        <a:pt x="280368" y="720847"/>
                      </a:moveTo>
                      <a:lnTo>
                        <a:pt x="373105" y="783109"/>
                      </a:lnTo>
                      <a:moveTo>
                        <a:pt x="3000259" y="2549879"/>
                      </a:moveTo>
                      <a:lnTo>
                        <a:pt x="2907528" y="2487617"/>
                      </a:lnTo>
                      <a:moveTo>
                        <a:pt x="249190" y="768738"/>
                      </a:moveTo>
                      <a:lnTo>
                        <a:pt x="344005" y="827806"/>
                      </a:lnTo>
                      <a:moveTo>
                        <a:pt x="2936461" y="2442921"/>
                      </a:moveTo>
                      <a:lnTo>
                        <a:pt x="3031280" y="2501988"/>
                      </a:lnTo>
                      <a:moveTo>
                        <a:pt x="219770" y="817592"/>
                      </a:moveTo>
                      <a:lnTo>
                        <a:pt x="316662" y="873303"/>
                      </a:lnTo>
                      <a:moveTo>
                        <a:pt x="3060862" y="2453134"/>
                      </a:moveTo>
                      <a:lnTo>
                        <a:pt x="2963964" y="2397423"/>
                      </a:lnTo>
                      <a:moveTo>
                        <a:pt x="191949" y="867562"/>
                      </a:moveTo>
                      <a:lnTo>
                        <a:pt x="290602" y="919926"/>
                      </a:lnTo>
                      <a:moveTo>
                        <a:pt x="3088679" y="2403164"/>
                      </a:moveTo>
                      <a:lnTo>
                        <a:pt x="2990026" y="2350801"/>
                      </a:lnTo>
                      <a:moveTo>
                        <a:pt x="166047" y="918486"/>
                      </a:moveTo>
                      <a:lnTo>
                        <a:pt x="266458" y="967340"/>
                      </a:lnTo>
                      <a:moveTo>
                        <a:pt x="3014172" y="2303386"/>
                      </a:moveTo>
                      <a:lnTo>
                        <a:pt x="3114741" y="2352241"/>
                      </a:lnTo>
                      <a:moveTo>
                        <a:pt x="141744" y="970210"/>
                      </a:moveTo>
                      <a:lnTo>
                        <a:pt x="243913" y="1015546"/>
                      </a:lnTo>
                      <a:moveTo>
                        <a:pt x="3036716" y="2255181"/>
                      </a:moveTo>
                      <a:lnTo>
                        <a:pt x="3138887" y="2300516"/>
                      </a:lnTo>
                      <a:moveTo>
                        <a:pt x="119358" y="1022736"/>
                      </a:moveTo>
                      <a:lnTo>
                        <a:pt x="222967" y="1064562"/>
                      </a:lnTo>
                      <a:moveTo>
                        <a:pt x="3161106" y="2247990"/>
                      </a:moveTo>
                      <a:lnTo>
                        <a:pt x="3057505" y="2206164"/>
                      </a:lnTo>
                      <a:moveTo>
                        <a:pt x="98894" y="1076053"/>
                      </a:moveTo>
                      <a:lnTo>
                        <a:pt x="203941" y="1114208"/>
                      </a:lnTo>
                      <a:moveTo>
                        <a:pt x="3076691" y="2156681"/>
                      </a:moveTo>
                      <a:lnTo>
                        <a:pt x="3181733" y="2194835"/>
                      </a:lnTo>
                      <a:moveTo>
                        <a:pt x="80346" y="1130009"/>
                      </a:moveTo>
                      <a:lnTo>
                        <a:pt x="186673" y="1164492"/>
                      </a:lnTo>
                      <a:moveTo>
                        <a:pt x="3093962" y="2106234"/>
                      </a:moveTo>
                      <a:lnTo>
                        <a:pt x="3200281" y="2140717"/>
                      </a:lnTo>
                      <a:moveTo>
                        <a:pt x="63556" y="1184614"/>
                      </a:moveTo>
                      <a:lnTo>
                        <a:pt x="171003" y="1215263"/>
                      </a:lnTo>
                      <a:moveTo>
                        <a:pt x="3109630" y="2055463"/>
                      </a:moveTo>
                      <a:lnTo>
                        <a:pt x="3217075" y="2086112"/>
                      </a:lnTo>
                      <a:moveTo>
                        <a:pt x="48687" y="1239685"/>
                      </a:moveTo>
                      <a:lnTo>
                        <a:pt x="157093" y="1266664"/>
                      </a:lnTo>
                      <a:moveTo>
                        <a:pt x="3123381" y="2004063"/>
                      </a:moveTo>
                      <a:lnTo>
                        <a:pt x="3231779" y="2031041"/>
                      </a:lnTo>
                      <a:moveTo>
                        <a:pt x="145101" y="1318550"/>
                      </a:moveTo>
                      <a:lnTo>
                        <a:pt x="35737" y="1295406"/>
                      </a:lnTo>
                      <a:moveTo>
                        <a:pt x="3135368" y="1952176"/>
                      </a:moveTo>
                      <a:lnTo>
                        <a:pt x="3244730" y="1975320"/>
                      </a:lnTo>
                      <a:moveTo>
                        <a:pt x="24864" y="1351441"/>
                      </a:moveTo>
                      <a:lnTo>
                        <a:pt x="135027" y="1370752"/>
                      </a:lnTo>
                      <a:moveTo>
                        <a:pt x="3145600" y="1899975"/>
                      </a:moveTo>
                      <a:lnTo>
                        <a:pt x="3255763" y="1919286"/>
                      </a:lnTo>
                      <a:moveTo>
                        <a:pt x="15909" y="1407790"/>
                      </a:moveTo>
                      <a:lnTo>
                        <a:pt x="126554" y="1423277"/>
                      </a:lnTo>
                      <a:moveTo>
                        <a:pt x="3153916" y="1847449"/>
                      </a:moveTo>
                      <a:lnTo>
                        <a:pt x="3264565" y="1862936"/>
                      </a:lnTo>
                      <a:moveTo>
                        <a:pt x="9035" y="1464464"/>
                      </a:moveTo>
                      <a:lnTo>
                        <a:pt x="120158" y="1476117"/>
                      </a:lnTo>
                      <a:moveTo>
                        <a:pt x="3160467" y="1794609"/>
                      </a:moveTo>
                      <a:lnTo>
                        <a:pt x="3271755" y="1806262"/>
                      </a:lnTo>
                      <a:moveTo>
                        <a:pt x="3917" y="1521300"/>
                      </a:moveTo>
                      <a:lnTo>
                        <a:pt x="115362" y="1529120"/>
                      </a:lnTo>
                      <a:moveTo>
                        <a:pt x="3165112" y="1741606"/>
                      </a:moveTo>
                      <a:lnTo>
                        <a:pt x="3276714" y="1749426"/>
                      </a:lnTo>
                      <a:moveTo>
                        <a:pt x="1039" y="1578289"/>
                      </a:moveTo>
                      <a:lnTo>
                        <a:pt x="112803" y="1582122"/>
                      </a:lnTo>
                      <a:moveTo>
                        <a:pt x="3167829" y="1688604"/>
                      </a:moveTo>
                      <a:lnTo>
                        <a:pt x="3279594" y="1692437"/>
                      </a:lnTo>
                      <a:moveTo>
                        <a:pt x="111845" y="1635439"/>
                      </a:moveTo>
                      <a:lnTo>
                        <a:pt x="81" y="1635439"/>
                      </a:lnTo>
                      <a:moveTo>
                        <a:pt x="3168783" y="1635287"/>
                      </a:moveTo>
                      <a:lnTo>
                        <a:pt x="3280548" y="1635287"/>
                      </a:lnTo>
                      <a:moveTo>
                        <a:pt x="1039" y="1692437"/>
                      </a:moveTo>
                      <a:lnTo>
                        <a:pt x="112803" y="1688604"/>
                      </a:lnTo>
                      <a:moveTo>
                        <a:pt x="3167829" y="1582122"/>
                      </a:moveTo>
                      <a:lnTo>
                        <a:pt x="3279594" y="1578289"/>
                      </a:lnTo>
                      <a:moveTo>
                        <a:pt x="3917" y="1749426"/>
                      </a:moveTo>
                      <a:lnTo>
                        <a:pt x="115362" y="1741606"/>
                      </a:lnTo>
                      <a:moveTo>
                        <a:pt x="3165112" y="1529120"/>
                      </a:moveTo>
                      <a:lnTo>
                        <a:pt x="3276714" y="1521300"/>
                      </a:lnTo>
                      <a:moveTo>
                        <a:pt x="9035" y="1806262"/>
                      </a:moveTo>
                      <a:lnTo>
                        <a:pt x="120158" y="1794609"/>
                      </a:lnTo>
                      <a:moveTo>
                        <a:pt x="3160467" y="1476117"/>
                      </a:moveTo>
                      <a:lnTo>
                        <a:pt x="3271755" y="1464464"/>
                      </a:lnTo>
                      <a:moveTo>
                        <a:pt x="15909" y="1862936"/>
                      </a:moveTo>
                      <a:lnTo>
                        <a:pt x="126554" y="1847449"/>
                      </a:lnTo>
                      <a:moveTo>
                        <a:pt x="3153916" y="1423277"/>
                      </a:moveTo>
                      <a:lnTo>
                        <a:pt x="3264718" y="1407790"/>
                      </a:lnTo>
                      <a:moveTo>
                        <a:pt x="24864" y="1919448"/>
                      </a:moveTo>
                      <a:lnTo>
                        <a:pt x="134868" y="1900137"/>
                      </a:lnTo>
                      <a:moveTo>
                        <a:pt x="3145600" y="1370752"/>
                      </a:moveTo>
                      <a:lnTo>
                        <a:pt x="3255763" y="1351441"/>
                      </a:lnTo>
                      <a:moveTo>
                        <a:pt x="35895" y="1975482"/>
                      </a:moveTo>
                      <a:lnTo>
                        <a:pt x="145261" y="1952338"/>
                      </a:lnTo>
                      <a:moveTo>
                        <a:pt x="3135368" y="1318550"/>
                      </a:moveTo>
                      <a:lnTo>
                        <a:pt x="3244730" y="1295406"/>
                      </a:lnTo>
                      <a:moveTo>
                        <a:pt x="157093" y="2004063"/>
                      </a:moveTo>
                      <a:lnTo>
                        <a:pt x="48687" y="2031041"/>
                      </a:lnTo>
                      <a:moveTo>
                        <a:pt x="3123381" y="1266664"/>
                      </a:moveTo>
                      <a:lnTo>
                        <a:pt x="3231942" y="1239685"/>
                      </a:lnTo>
                      <a:moveTo>
                        <a:pt x="63556" y="2086112"/>
                      </a:moveTo>
                      <a:lnTo>
                        <a:pt x="171003" y="2055463"/>
                      </a:lnTo>
                      <a:moveTo>
                        <a:pt x="3109630" y="1215263"/>
                      </a:moveTo>
                      <a:lnTo>
                        <a:pt x="3217075" y="1184452"/>
                      </a:lnTo>
                      <a:moveTo>
                        <a:pt x="80346" y="2140717"/>
                      </a:moveTo>
                      <a:lnTo>
                        <a:pt x="186673" y="2106234"/>
                      </a:lnTo>
                      <a:moveTo>
                        <a:pt x="3200281" y="1130009"/>
                      </a:moveTo>
                      <a:lnTo>
                        <a:pt x="3093962" y="1164492"/>
                      </a:lnTo>
                      <a:moveTo>
                        <a:pt x="203941" y="2156681"/>
                      </a:moveTo>
                      <a:lnTo>
                        <a:pt x="98894" y="2194835"/>
                      </a:lnTo>
                      <a:moveTo>
                        <a:pt x="3076529" y="1114046"/>
                      </a:moveTo>
                      <a:lnTo>
                        <a:pt x="3181581" y="1075891"/>
                      </a:lnTo>
                      <a:moveTo>
                        <a:pt x="119358" y="2247990"/>
                      </a:moveTo>
                      <a:lnTo>
                        <a:pt x="222967" y="2206164"/>
                      </a:lnTo>
                      <a:moveTo>
                        <a:pt x="3057505" y="1064400"/>
                      </a:moveTo>
                      <a:lnTo>
                        <a:pt x="3161106" y="1022574"/>
                      </a:lnTo>
                      <a:moveTo>
                        <a:pt x="141744" y="2300678"/>
                      </a:moveTo>
                      <a:lnTo>
                        <a:pt x="243913" y="2255343"/>
                      </a:lnTo>
                      <a:moveTo>
                        <a:pt x="3036554" y="1015546"/>
                      </a:moveTo>
                      <a:lnTo>
                        <a:pt x="3138725" y="970210"/>
                      </a:lnTo>
                      <a:moveTo>
                        <a:pt x="166047" y="2352403"/>
                      </a:moveTo>
                      <a:lnTo>
                        <a:pt x="266458" y="2303548"/>
                      </a:lnTo>
                      <a:moveTo>
                        <a:pt x="3114579" y="918324"/>
                      </a:moveTo>
                      <a:lnTo>
                        <a:pt x="3014010" y="967178"/>
                      </a:lnTo>
                      <a:moveTo>
                        <a:pt x="191949" y="2403164"/>
                      </a:moveTo>
                      <a:lnTo>
                        <a:pt x="290602" y="2350801"/>
                      </a:lnTo>
                      <a:moveTo>
                        <a:pt x="2989864" y="919926"/>
                      </a:moveTo>
                      <a:lnTo>
                        <a:pt x="3088679" y="867562"/>
                      </a:lnTo>
                      <a:moveTo>
                        <a:pt x="219770" y="2453134"/>
                      </a:moveTo>
                      <a:lnTo>
                        <a:pt x="316504" y="2397423"/>
                      </a:lnTo>
                      <a:moveTo>
                        <a:pt x="2963964" y="873303"/>
                      </a:moveTo>
                      <a:lnTo>
                        <a:pt x="3060862" y="817592"/>
                      </a:lnTo>
                      <a:moveTo>
                        <a:pt x="249190" y="2502150"/>
                      </a:moveTo>
                      <a:lnTo>
                        <a:pt x="344005" y="2443083"/>
                      </a:lnTo>
                      <a:moveTo>
                        <a:pt x="2936461" y="827806"/>
                      </a:moveTo>
                      <a:lnTo>
                        <a:pt x="3031280" y="768738"/>
                      </a:lnTo>
                      <a:moveTo>
                        <a:pt x="280368" y="2549879"/>
                      </a:moveTo>
                      <a:lnTo>
                        <a:pt x="373105" y="2487617"/>
                      </a:lnTo>
                      <a:moveTo>
                        <a:pt x="2907528" y="783109"/>
                      </a:moveTo>
                      <a:lnTo>
                        <a:pt x="3000259" y="720685"/>
                      </a:lnTo>
                      <a:moveTo>
                        <a:pt x="313306" y="2596654"/>
                      </a:moveTo>
                      <a:lnTo>
                        <a:pt x="403804" y="2531197"/>
                      </a:lnTo>
                      <a:moveTo>
                        <a:pt x="2967320" y="674072"/>
                      </a:moveTo>
                      <a:lnTo>
                        <a:pt x="2876831" y="739681"/>
                      </a:lnTo>
                      <a:moveTo>
                        <a:pt x="347682" y="2642314"/>
                      </a:moveTo>
                      <a:lnTo>
                        <a:pt x="435782" y="2573662"/>
                      </a:lnTo>
                      <a:moveTo>
                        <a:pt x="2932790" y="628412"/>
                      </a:moveTo>
                      <a:lnTo>
                        <a:pt x="2844694" y="697064"/>
                      </a:lnTo>
                      <a:moveTo>
                        <a:pt x="383818" y="2686695"/>
                      </a:moveTo>
                      <a:lnTo>
                        <a:pt x="469518" y="2615012"/>
                      </a:lnTo>
                      <a:moveTo>
                        <a:pt x="2811107" y="655715"/>
                      </a:moveTo>
                      <a:lnTo>
                        <a:pt x="2896810" y="584031"/>
                      </a:lnTo>
                      <a:moveTo>
                        <a:pt x="504374" y="2655083"/>
                      </a:moveTo>
                      <a:lnTo>
                        <a:pt x="421391" y="2729637"/>
                      </a:lnTo>
                      <a:moveTo>
                        <a:pt x="2776100" y="615643"/>
                      </a:moveTo>
                      <a:lnTo>
                        <a:pt x="2859237" y="541089"/>
                      </a:lnTo>
                      <a:moveTo>
                        <a:pt x="460405" y="2771463"/>
                      </a:moveTo>
                      <a:lnTo>
                        <a:pt x="540830" y="2694038"/>
                      </a:lnTo>
                      <a:moveTo>
                        <a:pt x="2739805" y="576688"/>
                      </a:moveTo>
                      <a:lnTo>
                        <a:pt x="2820224" y="499263"/>
                      </a:lnTo>
                      <a:moveTo>
                        <a:pt x="500857" y="2811859"/>
                      </a:moveTo>
                      <a:lnTo>
                        <a:pt x="578564" y="2731716"/>
                      </a:lnTo>
                      <a:moveTo>
                        <a:pt x="2702070" y="539010"/>
                      </a:moveTo>
                      <a:lnTo>
                        <a:pt x="2779771" y="458877"/>
                      </a:lnTo>
                      <a:moveTo>
                        <a:pt x="617576" y="2767954"/>
                      </a:moveTo>
                      <a:lnTo>
                        <a:pt x="542748" y="2850804"/>
                      </a:lnTo>
                      <a:moveTo>
                        <a:pt x="2663057" y="502773"/>
                      </a:moveTo>
                      <a:lnTo>
                        <a:pt x="2737878" y="419922"/>
                      </a:lnTo>
                      <a:moveTo>
                        <a:pt x="585918" y="2888320"/>
                      </a:moveTo>
                      <a:lnTo>
                        <a:pt x="657709" y="2802914"/>
                      </a:lnTo>
                      <a:moveTo>
                        <a:pt x="2622757" y="467975"/>
                      </a:moveTo>
                      <a:lnTo>
                        <a:pt x="2694555" y="382568"/>
                      </a:lnTo>
                      <a:moveTo>
                        <a:pt x="630369" y="2924243"/>
                      </a:moveTo>
                      <a:lnTo>
                        <a:pt x="699120" y="2836443"/>
                      </a:lnTo>
                      <a:moveTo>
                        <a:pt x="2581350" y="434445"/>
                      </a:moveTo>
                      <a:lnTo>
                        <a:pt x="2650259" y="346645"/>
                      </a:lnTo>
                      <a:moveTo>
                        <a:pt x="676096" y="2958564"/>
                      </a:moveTo>
                      <a:lnTo>
                        <a:pt x="741812" y="2868370"/>
                      </a:lnTo>
                      <a:moveTo>
                        <a:pt x="2538657" y="402356"/>
                      </a:moveTo>
                      <a:lnTo>
                        <a:pt x="2604371" y="312162"/>
                      </a:lnTo>
                      <a:moveTo>
                        <a:pt x="723105" y="2991293"/>
                      </a:moveTo>
                      <a:lnTo>
                        <a:pt x="785621" y="2898858"/>
                      </a:lnTo>
                      <a:moveTo>
                        <a:pt x="2495009" y="371869"/>
                      </a:moveTo>
                      <a:lnTo>
                        <a:pt x="2557529" y="279434"/>
                      </a:lnTo>
                      <a:moveTo>
                        <a:pt x="771071" y="3022428"/>
                      </a:moveTo>
                      <a:lnTo>
                        <a:pt x="830231" y="2927914"/>
                      </a:lnTo>
                      <a:moveTo>
                        <a:pt x="2450237" y="342974"/>
                      </a:moveTo>
                      <a:lnTo>
                        <a:pt x="2509562" y="248460"/>
                      </a:lnTo>
                      <a:moveTo>
                        <a:pt x="820157" y="3051800"/>
                      </a:moveTo>
                      <a:lnTo>
                        <a:pt x="875955" y="2955217"/>
                      </a:lnTo>
                      <a:moveTo>
                        <a:pt x="2404510" y="315509"/>
                      </a:moveTo>
                      <a:lnTo>
                        <a:pt x="2460469" y="218926"/>
                      </a:lnTo>
                      <a:moveTo>
                        <a:pt x="870205" y="3079417"/>
                      </a:moveTo>
                      <a:lnTo>
                        <a:pt x="922645" y="2981079"/>
                      </a:lnTo>
                      <a:moveTo>
                        <a:pt x="2357821" y="289809"/>
                      </a:moveTo>
                      <a:lnTo>
                        <a:pt x="2410270" y="191309"/>
                      </a:lnTo>
                      <a:moveTo>
                        <a:pt x="921205" y="3105441"/>
                      </a:moveTo>
                      <a:lnTo>
                        <a:pt x="970135" y="3005339"/>
                      </a:lnTo>
                      <a:moveTo>
                        <a:pt x="2310330" y="265549"/>
                      </a:moveTo>
                      <a:lnTo>
                        <a:pt x="2359261" y="165285"/>
                      </a:lnTo>
                      <a:moveTo>
                        <a:pt x="973177" y="3129549"/>
                      </a:moveTo>
                      <a:lnTo>
                        <a:pt x="1018579" y="3027692"/>
                      </a:lnTo>
                      <a:moveTo>
                        <a:pt x="2261886" y="243034"/>
                      </a:moveTo>
                      <a:lnTo>
                        <a:pt x="2307298" y="141187"/>
                      </a:lnTo>
                      <a:moveTo>
                        <a:pt x="1025779" y="3151730"/>
                      </a:moveTo>
                      <a:lnTo>
                        <a:pt x="1067672" y="3048443"/>
                      </a:lnTo>
                      <a:moveTo>
                        <a:pt x="2212803" y="222283"/>
                      </a:moveTo>
                      <a:lnTo>
                        <a:pt x="2254696" y="118834"/>
                      </a:lnTo>
                      <a:moveTo>
                        <a:pt x="1079344" y="3172329"/>
                      </a:moveTo>
                      <a:lnTo>
                        <a:pt x="1117556" y="3067602"/>
                      </a:lnTo>
                      <a:moveTo>
                        <a:pt x="2201293" y="98398"/>
                      </a:moveTo>
                      <a:lnTo>
                        <a:pt x="2163072" y="203125"/>
                      </a:lnTo>
                      <a:moveTo>
                        <a:pt x="1133386" y="3190848"/>
                      </a:moveTo>
                      <a:lnTo>
                        <a:pt x="1167917" y="3084843"/>
                      </a:lnTo>
                      <a:moveTo>
                        <a:pt x="2112549" y="185883"/>
                      </a:moveTo>
                      <a:lnTo>
                        <a:pt x="2147089" y="79878"/>
                      </a:lnTo>
                      <a:moveTo>
                        <a:pt x="1188229" y="3207612"/>
                      </a:moveTo>
                      <a:lnTo>
                        <a:pt x="1219079" y="3100492"/>
                      </a:lnTo>
                      <a:moveTo>
                        <a:pt x="2061549" y="170396"/>
                      </a:moveTo>
                      <a:lnTo>
                        <a:pt x="2092408" y="63276"/>
                      </a:lnTo>
                      <a:moveTo>
                        <a:pt x="1270565" y="3114215"/>
                      </a:moveTo>
                      <a:lnTo>
                        <a:pt x="1243549" y="3222298"/>
                      </a:lnTo>
                      <a:moveTo>
                        <a:pt x="2010063" y="156664"/>
                      </a:moveTo>
                      <a:lnTo>
                        <a:pt x="2037079" y="48428"/>
                      </a:lnTo>
                      <a:moveTo>
                        <a:pt x="1299193" y="3235230"/>
                      </a:moveTo>
                      <a:lnTo>
                        <a:pt x="1322376" y="3126192"/>
                      </a:lnTo>
                      <a:moveTo>
                        <a:pt x="1958100" y="144696"/>
                      </a:moveTo>
                      <a:lnTo>
                        <a:pt x="1981282" y="35659"/>
                      </a:lnTo>
                      <a:moveTo>
                        <a:pt x="1355466" y="3246082"/>
                      </a:moveTo>
                      <a:lnTo>
                        <a:pt x="1374815" y="3136405"/>
                      </a:lnTo>
                      <a:moveTo>
                        <a:pt x="1905650" y="134483"/>
                      </a:moveTo>
                      <a:lnTo>
                        <a:pt x="1924999" y="24645"/>
                      </a:lnTo>
                      <a:moveTo>
                        <a:pt x="1412073" y="3255027"/>
                      </a:moveTo>
                      <a:lnTo>
                        <a:pt x="1427579" y="3144712"/>
                      </a:lnTo>
                      <a:moveTo>
                        <a:pt x="1853048" y="126177"/>
                      </a:moveTo>
                      <a:lnTo>
                        <a:pt x="1868554" y="15700"/>
                      </a:lnTo>
                      <a:moveTo>
                        <a:pt x="1468833" y="3261883"/>
                      </a:moveTo>
                      <a:lnTo>
                        <a:pt x="1480506" y="3151101"/>
                      </a:lnTo>
                      <a:moveTo>
                        <a:pt x="1811633" y="8843"/>
                      </a:moveTo>
                      <a:lnTo>
                        <a:pt x="1799970" y="119788"/>
                      </a:lnTo>
                      <a:moveTo>
                        <a:pt x="1525917" y="3266842"/>
                      </a:moveTo>
                      <a:lnTo>
                        <a:pt x="1533746" y="3155726"/>
                      </a:lnTo>
                      <a:moveTo>
                        <a:pt x="1746881" y="115000"/>
                      </a:moveTo>
                      <a:lnTo>
                        <a:pt x="1754720" y="3731"/>
                      </a:lnTo>
                      <a:moveTo>
                        <a:pt x="1586987" y="3158444"/>
                      </a:moveTo>
                      <a:lnTo>
                        <a:pt x="1583154" y="3269875"/>
                      </a:lnTo>
                      <a:moveTo>
                        <a:pt x="1693641" y="112283"/>
                      </a:moveTo>
                      <a:lnTo>
                        <a:pt x="1697474" y="852"/>
                      </a:lnTo>
                    </a:path>
                  </a:pathLst>
                </a:custGeom>
                <a:noFill/>
                <a:ln w="47625" cap="rnd">
                  <a:solidFill>
                    <a:schemeClr val="accent2">
                      <a:alpha val="18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mn-cs"/>
                  </a:endParaRPr>
                </a:p>
              </p:txBody>
            </p:sp>
            <p:sp>
              <p:nvSpPr>
                <p:cNvPr id="14" name="Freeform 235_1">
                  <a:extLst>
                    <a:ext uri="{FF2B5EF4-FFF2-40B4-BE49-F238E27FC236}">
                      <a16:creationId xmlns:a16="http://schemas.microsoft.com/office/drawing/2014/main" id="{BF3D3065-6C85-05BF-E778-AED88FF4A067}"/>
                    </a:ext>
                  </a:extLst>
                </p:cNvPr>
                <p:cNvSpPr/>
                <p:nvPr/>
              </p:nvSpPr>
              <p:spPr>
                <a:xfrm>
                  <a:off x="-2365375" y="1409255"/>
                  <a:ext cx="1949450" cy="1949448"/>
                </a:xfrm>
                <a:prstGeom prst="ellipse">
                  <a:avLst/>
                </a:prstGeom>
                <a:noFill/>
                <a:ln w="9525"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6" name="Group 5">
              <a:extLst>
                <a:ext uri="{FF2B5EF4-FFF2-40B4-BE49-F238E27FC236}">
                  <a16:creationId xmlns:a16="http://schemas.microsoft.com/office/drawing/2014/main" id="{B3893903-027F-EEB8-6C51-4C6B605217C8}"/>
                </a:ext>
              </a:extLst>
            </p:cNvPr>
            <p:cNvGrpSpPr>
              <a:grpSpLocks/>
            </p:cNvGrpSpPr>
            <p:nvPr/>
          </p:nvGrpSpPr>
          <p:grpSpPr>
            <a:xfrm>
              <a:off x="2158196" y="940402"/>
              <a:ext cx="1446912" cy="1446910"/>
              <a:chOff x="2508045" y="1609074"/>
              <a:chExt cx="1549811" cy="1549811"/>
            </a:xfrm>
          </p:grpSpPr>
          <p:sp>
            <p:nvSpPr>
              <p:cNvPr id="8" name="Oval 7">
                <a:extLst>
                  <a:ext uri="{FF2B5EF4-FFF2-40B4-BE49-F238E27FC236}">
                    <a16:creationId xmlns:a16="http://schemas.microsoft.com/office/drawing/2014/main" id="{DA037DE7-F105-F69D-F4BD-5A30AAF7E3E5}"/>
                  </a:ext>
                </a:extLst>
              </p:cNvPr>
              <p:cNvSpPr/>
              <p:nvPr/>
            </p:nvSpPr>
            <p:spPr bwMode="auto">
              <a:xfrm>
                <a:off x="2508045" y="1609074"/>
                <a:ext cx="1549811" cy="1549811"/>
              </a:xfrm>
              <a:prstGeom prst="ellipse">
                <a:avLst/>
              </a:prstGeom>
              <a:solidFill>
                <a:schemeClr val="bg1">
                  <a:alpha val="18000"/>
                </a:schemeClr>
              </a:solid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endParaRPr>
              </a:p>
            </p:txBody>
          </p:sp>
          <p:sp>
            <p:nvSpPr>
              <p:cNvPr id="9" name="Arc 8">
                <a:extLst>
                  <a:ext uri="{FF2B5EF4-FFF2-40B4-BE49-F238E27FC236}">
                    <a16:creationId xmlns:a16="http://schemas.microsoft.com/office/drawing/2014/main" id="{F5408D34-89BC-D3FF-8D71-C2E61517A97D}"/>
                  </a:ext>
                </a:extLst>
              </p:cNvPr>
              <p:cNvSpPr/>
              <p:nvPr/>
            </p:nvSpPr>
            <p:spPr bwMode="auto">
              <a:xfrm>
                <a:off x="2508045" y="1609074"/>
                <a:ext cx="1549811" cy="1549811"/>
              </a:xfrm>
              <a:prstGeom prst="arc">
                <a:avLst>
                  <a:gd name="adj1" fmla="val 16200000"/>
                  <a:gd name="adj2" fmla="val 14390213"/>
                </a:avLst>
              </a:prstGeom>
              <a:noFill/>
              <a:ln w="57150" cap="rnd">
                <a:solidFill>
                  <a:schemeClr val="tx1"/>
                </a:solidFill>
                <a:headEnd type="none" w="med" len="med"/>
                <a:tailEnd type="oval" w="sm" len="sm"/>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Segoe UI" pitchFamily="34" charset="0"/>
                  <a:cs typeface="Segoe UI" pitchFamily="34" charset="0"/>
                </a:endParaRPr>
              </a:p>
            </p:txBody>
          </p:sp>
        </p:grpSp>
        <p:sp>
          <p:nvSpPr>
            <p:cNvPr id="7" name="TextBox 4">
              <a:extLst>
                <a:ext uri="{FF2B5EF4-FFF2-40B4-BE49-F238E27FC236}">
                  <a16:creationId xmlns:a16="http://schemas.microsoft.com/office/drawing/2014/main" id="{C4517C8C-8E29-082F-03AD-A8DBD6599FCC}"/>
                </a:ext>
              </a:extLst>
            </p:cNvPr>
            <p:cNvSpPr txBox="1"/>
            <p:nvPr/>
          </p:nvSpPr>
          <p:spPr>
            <a:xfrm>
              <a:off x="2881615" y="1485819"/>
              <a:ext cx="74" cy="356077"/>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Semibold"/>
                <a:ea typeface="+mn-ea"/>
                <a:cs typeface="+mn-cs"/>
              </a:endParaRPr>
            </a:p>
          </p:txBody>
        </p:sp>
      </p:grpSp>
      <p:grpSp>
        <p:nvGrpSpPr>
          <p:cNvPr id="28" name="Group 27">
            <a:extLst>
              <a:ext uri="{FF2B5EF4-FFF2-40B4-BE49-F238E27FC236}">
                <a16:creationId xmlns:a16="http://schemas.microsoft.com/office/drawing/2014/main" id="{4CF94D60-AEA4-F892-F5EB-D159CAA8B3AD}"/>
              </a:ext>
            </a:extLst>
          </p:cNvPr>
          <p:cNvGrpSpPr/>
          <p:nvPr/>
        </p:nvGrpSpPr>
        <p:grpSpPr>
          <a:xfrm>
            <a:off x="2030909" y="4343400"/>
            <a:ext cx="1701484" cy="1701484"/>
            <a:chOff x="1897401" y="679608"/>
            <a:chExt cx="1968500" cy="1968500"/>
          </a:xfrm>
        </p:grpSpPr>
        <p:grpSp>
          <p:nvGrpSpPr>
            <p:cNvPr id="29" name="Group 28">
              <a:extLst>
                <a:ext uri="{FF2B5EF4-FFF2-40B4-BE49-F238E27FC236}">
                  <a16:creationId xmlns:a16="http://schemas.microsoft.com/office/drawing/2014/main" id="{8202FA42-C2CD-6007-627E-FE026EDD92EC}"/>
                </a:ext>
              </a:extLst>
            </p:cNvPr>
            <p:cNvGrpSpPr/>
            <p:nvPr/>
          </p:nvGrpSpPr>
          <p:grpSpPr>
            <a:xfrm>
              <a:off x="1897401" y="679608"/>
              <a:ext cx="1968500" cy="1968500"/>
              <a:chOff x="2298700" y="1399729"/>
              <a:chExt cx="1968500" cy="1968500"/>
            </a:xfrm>
          </p:grpSpPr>
          <p:sp>
            <p:nvSpPr>
              <p:cNvPr id="34" name="Oval 33">
                <a:extLst>
                  <a:ext uri="{FF2B5EF4-FFF2-40B4-BE49-F238E27FC236}">
                    <a16:creationId xmlns:a16="http://schemas.microsoft.com/office/drawing/2014/main" id="{CB11C7D6-A000-6D88-CE20-79776D1E6BBE}"/>
                  </a:ext>
                </a:extLst>
              </p:cNvPr>
              <p:cNvSpPr/>
              <p:nvPr/>
            </p:nvSpPr>
            <p:spPr bwMode="auto">
              <a:xfrm>
                <a:off x="2298700" y="1399729"/>
                <a:ext cx="1968500" cy="1968500"/>
              </a:xfrm>
              <a:prstGeom prst="ellipse">
                <a:avLst/>
              </a:prstGeom>
              <a:gradFill>
                <a:gsLst>
                  <a:gs pos="0">
                    <a:schemeClr val="accent5">
                      <a:lumMod val="75000"/>
                    </a:schemeClr>
                  </a:gs>
                  <a:gs pos="100000">
                    <a:srgbClr val="0078D4"/>
                  </a:gs>
                </a:gsLst>
                <a:lin ang="1380000" scaled="0"/>
              </a:gradFill>
              <a:ln>
                <a:noFill/>
                <a:headEnd type="none" w="med" len="med"/>
                <a:tailEnd type="none" w="med" len="med"/>
              </a:ln>
              <a:effectLst>
                <a:outerShdw blurRad="114300" algn="ctr" rotWithShape="0">
                  <a:prstClr val="black">
                    <a:alpha val="8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14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grpSp>
            <p:nvGrpSpPr>
              <p:cNvPr id="36" name="Group 35">
                <a:extLst>
                  <a:ext uri="{FF2B5EF4-FFF2-40B4-BE49-F238E27FC236}">
                    <a16:creationId xmlns:a16="http://schemas.microsoft.com/office/drawing/2014/main" id="{D5CC6EF5-ECC8-91D6-D652-A26A5600DE32}"/>
                  </a:ext>
                </a:extLst>
              </p:cNvPr>
              <p:cNvGrpSpPr/>
              <p:nvPr/>
            </p:nvGrpSpPr>
            <p:grpSpPr>
              <a:xfrm>
                <a:off x="2322958" y="1423988"/>
                <a:ext cx="1919984" cy="1919982"/>
                <a:chOff x="-2365375" y="1409255"/>
                <a:chExt cx="1949450" cy="1949448"/>
              </a:xfrm>
            </p:grpSpPr>
            <p:sp>
              <p:nvSpPr>
                <p:cNvPr id="37" name="Freeform: Shape 36">
                  <a:extLst>
                    <a:ext uri="{FF2B5EF4-FFF2-40B4-BE49-F238E27FC236}">
                      <a16:creationId xmlns:a16="http://schemas.microsoft.com/office/drawing/2014/main" id="{CC60D989-2CB9-6E88-2822-C8681440C6EE}"/>
                    </a:ext>
                  </a:extLst>
                </p:cNvPr>
                <p:cNvSpPr/>
                <p:nvPr/>
              </p:nvSpPr>
              <p:spPr>
                <a:xfrm>
                  <a:off x="-2215705" y="1558925"/>
                  <a:ext cx="1650110" cy="1650108"/>
                </a:xfrm>
                <a:custGeom>
                  <a:avLst/>
                  <a:gdLst>
                    <a:gd name="connsiteX0" fmla="*/ 1749905 w 3499801"/>
                    <a:gd name="connsiteY0" fmla="*/ 3499698 h 3499799"/>
                    <a:gd name="connsiteX1" fmla="*/ 81 w 3499801"/>
                    <a:gd name="connsiteY1" fmla="*/ 1749798 h 3499799"/>
                    <a:gd name="connsiteX2" fmla="*/ 1749905 w 3499801"/>
                    <a:gd name="connsiteY2" fmla="*/ -102 h 3499799"/>
                    <a:gd name="connsiteX3" fmla="*/ 3499882 w 3499801"/>
                    <a:gd name="connsiteY3" fmla="*/ 1749798 h 3499799"/>
                    <a:gd name="connsiteX4" fmla="*/ 1749905 w 3499801"/>
                    <a:gd name="connsiteY4" fmla="*/ 3499698 h 3499799"/>
                    <a:gd name="connsiteX5" fmla="*/ 1749905 w 3499801"/>
                    <a:gd name="connsiteY5" fmla="*/ 42306 h 3499799"/>
                    <a:gd name="connsiteX6" fmla="*/ 42424 w 3499801"/>
                    <a:gd name="connsiteY6" fmla="*/ 1749798 h 3499799"/>
                    <a:gd name="connsiteX7" fmla="*/ 1749905 w 3499801"/>
                    <a:gd name="connsiteY7" fmla="*/ 3457290 h 3499799"/>
                    <a:gd name="connsiteX8" fmla="*/ 3457379 w 3499801"/>
                    <a:gd name="connsiteY8" fmla="*/ 1749798 h 3499799"/>
                    <a:gd name="connsiteX9" fmla="*/ 1749905 w 3499801"/>
                    <a:gd name="connsiteY9" fmla="*/ 42306 h 3499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9801" h="3499799">
                      <a:moveTo>
                        <a:pt x="1749905" y="3499698"/>
                      </a:moveTo>
                      <a:cubicBezTo>
                        <a:pt x="784952" y="3499698"/>
                        <a:pt x="81" y="2714675"/>
                        <a:pt x="81" y="1749798"/>
                      </a:cubicBezTo>
                      <a:cubicBezTo>
                        <a:pt x="81" y="784921"/>
                        <a:pt x="785112" y="-102"/>
                        <a:pt x="1749905" y="-102"/>
                      </a:cubicBezTo>
                      <a:cubicBezTo>
                        <a:pt x="2714697" y="-102"/>
                        <a:pt x="3499882" y="784921"/>
                        <a:pt x="3499882" y="1749798"/>
                      </a:cubicBezTo>
                      <a:cubicBezTo>
                        <a:pt x="3499882" y="2714675"/>
                        <a:pt x="2714849" y="3499698"/>
                        <a:pt x="1749905" y="3499698"/>
                      </a:cubicBezTo>
                      <a:close/>
                      <a:moveTo>
                        <a:pt x="1749905" y="42306"/>
                      </a:moveTo>
                      <a:cubicBezTo>
                        <a:pt x="808441" y="42306"/>
                        <a:pt x="42424" y="808285"/>
                        <a:pt x="42424" y="1749798"/>
                      </a:cubicBezTo>
                      <a:cubicBezTo>
                        <a:pt x="42424" y="2691311"/>
                        <a:pt x="808441" y="3457290"/>
                        <a:pt x="1749905" y="3457290"/>
                      </a:cubicBezTo>
                      <a:cubicBezTo>
                        <a:pt x="2691362" y="3457290"/>
                        <a:pt x="3457379" y="2691311"/>
                        <a:pt x="3457379" y="1749798"/>
                      </a:cubicBezTo>
                      <a:cubicBezTo>
                        <a:pt x="3457379" y="808285"/>
                        <a:pt x="2691362" y="42306"/>
                        <a:pt x="1749905" y="42306"/>
                      </a:cubicBezTo>
                      <a:close/>
                    </a:path>
                  </a:pathLst>
                </a:custGeom>
                <a:gradFill>
                  <a:gsLst>
                    <a:gs pos="0">
                      <a:srgbClr val="AA8BDC"/>
                    </a:gs>
                    <a:gs pos="99000">
                      <a:srgbClr val="66A8C9"/>
                    </a:gs>
                    <a:gs pos="100000">
                      <a:srgbClr val="66A8C9"/>
                    </a:gs>
                  </a:gsLst>
                  <a:lin ang="0" scaled="1"/>
                </a:gradFill>
                <a:ln w="915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mn-cs"/>
                  </a:endParaRPr>
                </a:p>
              </p:txBody>
            </p:sp>
            <p:sp>
              <p:nvSpPr>
                <p:cNvPr id="38" name="Freeform: Shape 37">
                  <a:extLst>
                    <a:ext uri="{FF2B5EF4-FFF2-40B4-BE49-F238E27FC236}">
                      <a16:creationId xmlns:a16="http://schemas.microsoft.com/office/drawing/2014/main" id="{D5D261B1-AE09-7320-8DC6-6960532DD9AE}"/>
                    </a:ext>
                  </a:extLst>
                </p:cNvPr>
                <p:cNvSpPr/>
                <p:nvPr/>
              </p:nvSpPr>
              <p:spPr>
                <a:xfrm>
                  <a:off x="-2326686" y="1450665"/>
                  <a:ext cx="1872071" cy="1866629"/>
                </a:xfrm>
                <a:custGeom>
                  <a:avLst/>
                  <a:gdLst>
                    <a:gd name="connsiteX0" fmla="*/ 1640238 w 3280466"/>
                    <a:gd name="connsiteY0" fmla="*/ -102 h 3270930"/>
                    <a:gd name="connsiteX1" fmla="*/ 1640238 w 3280466"/>
                    <a:gd name="connsiteY1" fmla="*/ 111329 h 3270930"/>
                    <a:gd name="connsiteX2" fmla="*/ 1640238 w 3280466"/>
                    <a:gd name="connsiteY2" fmla="*/ 3159397 h 3270930"/>
                    <a:gd name="connsiteX3" fmla="*/ 1640238 w 3280466"/>
                    <a:gd name="connsiteY3" fmla="*/ 3270828 h 3270930"/>
                    <a:gd name="connsiteX4" fmla="*/ 1582992 w 3280466"/>
                    <a:gd name="connsiteY4" fmla="*/ 852 h 3270930"/>
                    <a:gd name="connsiteX5" fmla="*/ 1586835 w 3280466"/>
                    <a:gd name="connsiteY5" fmla="*/ 112283 h 3270930"/>
                    <a:gd name="connsiteX6" fmla="*/ 1697474 w 3280466"/>
                    <a:gd name="connsiteY6" fmla="*/ 3269875 h 3270930"/>
                    <a:gd name="connsiteX7" fmla="*/ 1693641 w 3280466"/>
                    <a:gd name="connsiteY7" fmla="*/ 3158444 h 3270930"/>
                    <a:gd name="connsiteX8" fmla="*/ 1525917 w 3280466"/>
                    <a:gd name="connsiteY8" fmla="*/ 3894 h 3270930"/>
                    <a:gd name="connsiteX9" fmla="*/ 1533746 w 3280466"/>
                    <a:gd name="connsiteY9" fmla="*/ 115163 h 3270930"/>
                    <a:gd name="connsiteX10" fmla="*/ 1746881 w 3280466"/>
                    <a:gd name="connsiteY10" fmla="*/ 3155726 h 3270930"/>
                    <a:gd name="connsiteX11" fmla="*/ 1754720 w 3280466"/>
                    <a:gd name="connsiteY11" fmla="*/ 3266995 h 3270930"/>
                    <a:gd name="connsiteX12" fmla="*/ 1468833 w 3280466"/>
                    <a:gd name="connsiteY12" fmla="*/ 8843 h 3270930"/>
                    <a:gd name="connsiteX13" fmla="*/ 1480506 w 3280466"/>
                    <a:gd name="connsiteY13" fmla="*/ 119635 h 3270930"/>
                    <a:gd name="connsiteX14" fmla="*/ 1800122 w 3280466"/>
                    <a:gd name="connsiteY14" fmla="*/ 3151101 h 3270930"/>
                    <a:gd name="connsiteX15" fmla="*/ 1811795 w 3280466"/>
                    <a:gd name="connsiteY15" fmla="*/ 3261883 h 3270930"/>
                    <a:gd name="connsiteX16" fmla="*/ 1412073 w 3280466"/>
                    <a:gd name="connsiteY16" fmla="*/ 15862 h 3270930"/>
                    <a:gd name="connsiteX17" fmla="*/ 1427579 w 3280466"/>
                    <a:gd name="connsiteY17" fmla="*/ 126177 h 3270930"/>
                    <a:gd name="connsiteX18" fmla="*/ 1853048 w 3280466"/>
                    <a:gd name="connsiteY18" fmla="*/ 3144549 h 3270930"/>
                    <a:gd name="connsiteX19" fmla="*/ 1868554 w 3280466"/>
                    <a:gd name="connsiteY19" fmla="*/ 3254864 h 3270930"/>
                    <a:gd name="connsiteX20" fmla="*/ 1355466 w 3280466"/>
                    <a:gd name="connsiteY20" fmla="*/ 24807 h 3270930"/>
                    <a:gd name="connsiteX21" fmla="*/ 1374815 w 3280466"/>
                    <a:gd name="connsiteY21" fmla="*/ 134636 h 3270930"/>
                    <a:gd name="connsiteX22" fmla="*/ 1905650 w 3280466"/>
                    <a:gd name="connsiteY22" fmla="*/ 3136253 h 3270930"/>
                    <a:gd name="connsiteX23" fmla="*/ 1924999 w 3280466"/>
                    <a:gd name="connsiteY23" fmla="*/ 3246082 h 3270930"/>
                    <a:gd name="connsiteX24" fmla="*/ 1322538 w 3280466"/>
                    <a:gd name="connsiteY24" fmla="*/ 144696 h 3270930"/>
                    <a:gd name="connsiteX25" fmla="*/ 1299346 w 3280466"/>
                    <a:gd name="connsiteY25" fmla="*/ 35659 h 3270930"/>
                    <a:gd name="connsiteX26" fmla="*/ 1958100 w 3280466"/>
                    <a:gd name="connsiteY26" fmla="*/ 3126030 h 3270930"/>
                    <a:gd name="connsiteX27" fmla="*/ 1981444 w 3280466"/>
                    <a:gd name="connsiteY27" fmla="*/ 3235067 h 3270930"/>
                    <a:gd name="connsiteX28" fmla="*/ 1243549 w 3280466"/>
                    <a:gd name="connsiteY28" fmla="*/ 48428 h 3270930"/>
                    <a:gd name="connsiteX29" fmla="*/ 1270565 w 3280466"/>
                    <a:gd name="connsiteY29" fmla="*/ 156512 h 3270930"/>
                    <a:gd name="connsiteX30" fmla="*/ 2010063 w 3280466"/>
                    <a:gd name="connsiteY30" fmla="*/ 3114215 h 3270930"/>
                    <a:gd name="connsiteX31" fmla="*/ 2037079 w 3280466"/>
                    <a:gd name="connsiteY31" fmla="*/ 3222298 h 3270930"/>
                    <a:gd name="connsiteX32" fmla="*/ 1218926 w 3280466"/>
                    <a:gd name="connsiteY32" fmla="*/ 170396 h 3270930"/>
                    <a:gd name="connsiteX33" fmla="*/ 1188067 w 3280466"/>
                    <a:gd name="connsiteY33" fmla="*/ 63276 h 3270930"/>
                    <a:gd name="connsiteX34" fmla="*/ 2061549 w 3280466"/>
                    <a:gd name="connsiteY34" fmla="*/ 3100329 h 3270930"/>
                    <a:gd name="connsiteX35" fmla="*/ 2092408 w 3280466"/>
                    <a:gd name="connsiteY35" fmla="*/ 3207450 h 3270930"/>
                    <a:gd name="connsiteX36" fmla="*/ 1133386 w 3280466"/>
                    <a:gd name="connsiteY36" fmla="*/ 79878 h 3270930"/>
                    <a:gd name="connsiteX37" fmla="*/ 1167917 w 3280466"/>
                    <a:gd name="connsiteY37" fmla="*/ 185883 h 3270930"/>
                    <a:gd name="connsiteX38" fmla="*/ 2112549 w 3280466"/>
                    <a:gd name="connsiteY38" fmla="*/ 3084843 h 3270930"/>
                    <a:gd name="connsiteX39" fmla="*/ 2147089 w 3280466"/>
                    <a:gd name="connsiteY39" fmla="*/ 3190848 h 3270930"/>
                    <a:gd name="connsiteX40" fmla="*/ 1079344 w 3280466"/>
                    <a:gd name="connsiteY40" fmla="*/ 98560 h 3270930"/>
                    <a:gd name="connsiteX41" fmla="*/ 1117556 w 3280466"/>
                    <a:gd name="connsiteY41" fmla="*/ 203287 h 3270930"/>
                    <a:gd name="connsiteX42" fmla="*/ 2163072 w 3280466"/>
                    <a:gd name="connsiteY42" fmla="*/ 3067439 h 3270930"/>
                    <a:gd name="connsiteX43" fmla="*/ 2201293 w 3280466"/>
                    <a:gd name="connsiteY43" fmla="*/ 3172166 h 3270930"/>
                    <a:gd name="connsiteX44" fmla="*/ 1025779 w 3280466"/>
                    <a:gd name="connsiteY44" fmla="*/ 118996 h 3270930"/>
                    <a:gd name="connsiteX45" fmla="*/ 1067672 w 3280466"/>
                    <a:gd name="connsiteY45" fmla="*/ 222283 h 3270930"/>
                    <a:gd name="connsiteX46" fmla="*/ 2212803 w 3280466"/>
                    <a:gd name="connsiteY46" fmla="*/ 3048443 h 3270930"/>
                    <a:gd name="connsiteX47" fmla="*/ 2254696 w 3280466"/>
                    <a:gd name="connsiteY47" fmla="*/ 3151730 h 3270930"/>
                    <a:gd name="connsiteX48" fmla="*/ 973177 w 3280466"/>
                    <a:gd name="connsiteY48" fmla="*/ 141340 h 3270930"/>
                    <a:gd name="connsiteX49" fmla="*/ 1018579 w 3280466"/>
                    <a:gd name="connsiteY49" fmla="*/ 243196 h 3270930"/>
                    <a:gd name="connsiteX50" fmla="*/ 2262049 w 3280466"/>
                    <a:gd name="connsiteY50" fmla="*/ 3027692 h 3270930"/>
                    <a:gd name="connsiteX51" fmla="*/ 2307460 w 3280466"/>
                    <a:gd name="connsiteY51" fmla="*/ 3129549 h 3270930"/>
                    <a:gd name="connsiteX52" fmla="*/ 921205 w 3280466"/>
                    <a:gd name="connsiteY52" fmla="*/ 165447 h 3270930"/>
                    <a:gd name="connsiteX53" fmla="*/ 970297 w 3280466"/>
                    <a:gd name="connsiteY53" fmla="*/ 265702 h 3270930"/>
                    <a:gd name="connsiteX54" fmla="*/ 2310330 w 3280466"/>
                    <a:gd name="connsiteY54" fmla="*/ 3005187 h 3270930"/>
                    <a:gd name="connsiteX55" fmla="*/ 2359423 w 3280466"/>
                    <a:gd name="connsiteY55" fmla="*/ 3105441 h 3270930"/>
                    <a:gd name="connsiteX56" fmla="*/ 870205 w 3280466"/>
                    <a:gd name="connsiteY56" fmla="*/ 191309 h 3270930"/>
                    <a:gd name="connsiteX57" fmla="*/ 922645 w 3280466"/>
                    <a:gd name="connsiteY57" fmla="*/ 289809 h 3270930"/>
                    <a:gd name="connsiteX58" fmla="*/ 2357821 w 3280466"/>
                    <a:gd name="connsiteY58" fmla="*/ 2981079 h 3270930"/>
                    <a:gd name="connsiteX59" fmla="*/ 2410270 w 3280466"/>
                    <a:gd name="connsiteY59" fmla="*/ 3079579 h 3270930"/>
                    <a:gd name="connsiteX60" fmla="*/ 820157 w 3280466"/>
                    <a:gd name="connsiteY60" fmla="*/ 218926 h 3270930"/>
                    <a:gd name="connsiteX61" fmla="*/ 876118 w 3280466"/>
                    <a:gd name="connsiteY61" fmla="*/ 315509 h 3270930"/>
                    <a:gd name="connsiteX62" fmla="*/ 2404510 w 3280466"/>
                    <a:gd name="connsiteY62" fmla="*/ 2955217 h 3270930"/>
                    <a:gd name="connsiteX63" fmla="*/ 2460469 w 3280466"/>
                    <a:gd name="connsiteY63" fmla="*/ 3051800 h 3270930"/>
                    <a:gd name="connsiteX64" fmla="*/ 830391 w 3280466"/>
                    <a:gd name="connsiteY64" fmla="*/ 342974 h 3270930"/>
                    <a:gd name="connsiteX65" fmla="*/ 771071 w 3280466"/>
                    <a:gd name="connsiteY65" fmla="*/ 248460 h 3270930"/>
                    <a:gd name="connsiteX66" fmla="*/ 2450237 w 3280466"/>
                    <a:gd name="connsiteY66" fmla="*/ 2927752 h 3270930"/>
                    <a:gd name="connsiteX67" fmla="*/ 2509562 w 3280466"/>
                    <a:gd name="connsiteY67" fmla="*/ 3022266 h 3270930"/>
                    <a:gd name="connsiteX68" fmla="*/ 723105 w 3280466"/>
                    <a:gd name="connsiteY68" fmla="*/ 279434 h 3270930"/>
                    <a:gd name="connsiteX69" fmla="*/ 785621 w 3280466"/>
                    <a:gd name="connsiteY69" fmla="*/ 371869 h 3270930"/>
                    <a:gd name="connsiteX70" fmla="*/ 2557529 w 3280466"/>
                    <a:gd name="connsiteY70" fmla="*/ 2991293 h 3270930"/>
                    <a:gd name="connsiteX71" fmla="*/ 2495009 w 3280466"/>
                    <a:gd name="connsiteY71" fmla="*/ 2898858 h 3270930"/>
                    <a:gd name="connsiteX72" fmla="*/ 676096 w 3280466"/>
                    <a:gd name="connsiteY72" fmla="*/ 312162 h 3270930"/>
                    <a:gd name="connsiteX73" fmla="*/ 741812 w 3280466"/>
                    <a:gd name="connsiteY73" fmla="*/ 402356 h 3270930"/>
                    <a:gd name="connsiteX74" fmla="*/ 2538657 w 3280466"/>
                    <a:gd name="connsiteY74" fmla="*/ 2868370 h 3270930"/>
                    <a:gd name="connsiteX75" fmla="*/ 2604371 w 3280466"/>
                    <a:gd name="connsiteY75" fmla="*/ 2958564 h 3270930"/>
                    <a:gd name="connsiteX76" fmla="*/ 699280 w 3280466"/>
                    <a:gd name="connsiteY76" fmla="*/ 434445 h 3270930"/>
                    <a:gd name="connsiteX77" fmla="*/ 630529 w 3280466"/>
                    <a:gd name="connsiteY77" fmla="*/ 346645 h 3270930"/>
                    <a:gd name="connsiteX78" fmla="*/ 2581350 w 3280466"/>
                    <a:gd name="connsiteY78" fmla="*/ 2836281 h 3270930"/>
                    <a:gd name="connsiteX79" fmla="*/ 2650259 w 3280466"/>
                    <a:gd name="connsiteY79" fmla="*/ 2924081 h 3270930"/>
                    <a:gd name="connsiteX80" fmla="*/ 657709 w 3280466"/>
                    <a:gd name="connsiteY80" fmla="*/ 467975 h 3270930"/>
                    <a:gd name="connsiteX81" fmla="*/ 585918 w 3280466"/>
                    <a:gd name="connsiteY81" fmla="*/ 382568 h 3270930"/>
                    <a:gd name="connsiteX82" fmla="*/ 2694708 w 3280466"/>
                    <a:gd name="connsiteY82" fmla="*/ 2888167 h 3270930"/>
                    <a:gd name="connsiteX83" fmla="*/ 2622757 w 3280466"/>
                    <a:gd name="connsiteY83" fmla="*/ 2802751 h 3270930"/>
                    <a:gd name="connsiteX84" fmla="*/ 542748 w 3280466"/>
                    <a:gd name="connsiteY84" fmla="*/ 419922 h 3270930"/>
                    <a:gd name="connsiteX85" fmla="*/ 617576 w 3280466"/>
                    <a:gd name="connsiteY85" fmla="*/ 502773 h 3270930"/>
                    <a:gd name="connsiteX86" fmla="*/ 2737878 w 3280466"/>
                    <a:gd name="connsiteY86" fmla="*/ 2850804 h 3270930"/>
                    <a:gd name="connsiteX87" fmla="*/ 2663057 w 3280466"/>
                    <a:gd name="connsiteY87" fmla="*/ 2767954 h 3270930"/>
                    <a:gd name="connsiteX88" fmla="*/ 500857 w 3280466"/>
                    <a:gd name="connsiteY88" fmla="*/ 458877 h 3270930"/>
                    <a:gd name="connsiteX89" fmla="*/ 578564 w 3280466"/>
                    <a:gd name="connsiteY89" fmla="*/ 539010 h 3270930"/>
                    <a:gd name="connsiteX90" fmla="*/ 2702070 w 3280466"/>
                    <a:gd name="connsiteY90" fmla="*/ 2731716 h 3270930"/>
                    <a:gd name="connsiteX91" fmla="*/ 2779771 w 3280466"/>
                    <a:gd name="connsiteY91" fmla="*/ 2811859 h 3270930"/>
                    <a:gd name="connsiteX92" fmla="*/ 460405 w 3280466"/>
                    <a:gd name="connsiteY92" fmla="*/ 499263 h 3270930"/>
                    <a:gd name="connsiteX93" fmla="*/ 540830 w 3280466"/>
                    <a:gd name="connsiteY93" fmla="*/ 576688 h 3270930"/>
                    <a:gd name="connsiteX94" fmla="*/ 2739805 w 3280466"/>
                    <a:gd name="connsiteY94" fmla="*/ 2694038 h 3270930"/>
                    <a:gd name="connsiteX95" fmla="*/ 2820224 w 3280466"/>
                    <a:gd name="connsiteY95" fmla="*/ 2771463 h 3270930"/>
                    <a:gd name="connsiteX96" fmla="*/ 421231 w 3280466"/>
                    <a:gd name="connsiteY96" fmla="*/ 540927 h 3270930"/>
                    <a:gd name="connsiteX97" fmla="*/ 504374 w 3280466"/>
                    <a:gd name="connsiteY97" fmla="*/ 615481 h 3270930"/>
                    <a:gd name="connsiteX98" fmla="*/ 2776252 w 3280466"/>
                    <a:gd name="connsiteY98" fmla="*/ 2655083 h 3270930"/>
                    <a:gd name="connsiteX99" fmla="*/ 2859399 w 3280466"/>
                    <a:gd name="connsiteY99" fmla="*/ 2729637 h 3270930"/>
                    <a:gd name="connsiteX100" fmla="*/ 383818 w 3280466"/>
                    <a:gd name="connsiteY100" fmla="*/ 584031 h 3270930"/>
                    <a:gd name="connsiteX101" fmla="*/ 469518 w 3280466"/>
                    <a:gd name="connsiteY101" fmla="*/ 655715 h 3270930"/>
                    <a:gd name="connsiteX102" fmla="*/ 2811107 w 3280466"/>
                    <a:gd name="connsiteY102" fmla="*/ 2615012 h 3270930"/>
                    <a:gd name="connsiteX103" fmla="*/ 2896810 w 3280466"/>
                    <a:gd name="connsiteY103" fmla="*/ 2686695 h 3270930"/>
                    <a:gd name="connsiteX104" fmla="*/ 347682 w 3280466"/>
                    <a:gd name="connsiteY104" fmla="*/ 628412 h 3270930"/>
                    <a:gd name="connsiteX105" fmla="*/ 435782 w 3280466"/>
                    <a:gd name="connsiteY105" fmla="*/ 697064 h 3270930"/>
                    <a:gd name="connsiteX106" fmla="*/ 2844694 w 3280466"/>
                    <a:gd name="connsiteY106" fmla="*/ 2573662 h 3270930"/>
                    <a:gd name="connsiteX107" fmla="*/ 2932790 w 3280466"/>
                    <a:gd name="connsiteY107" fmla="*/ 2642314 h 3270930"/>
                    <a:gd name="connsiteX108" fmla="*/ 313306 w 3280466"/>
                    <a:gd name="connsiteY108" fmla="*/ 674072 h 3270930"/>
                    <a:gd name="connsiteX109" fmla="*/ 403804 w 3280466"/>
                    <a:gd name="connsiteY109" fmla="*/ 739529 h 3270930"/>
                    <a:gd name="connsiteX110" fmla="*/ 2876831 w 3280466"/>
                    <a:gd name="connsiteY110" fmla="*/ 2531197 h 3270930"/>
                    <a:gd name="connsiteX111" fmla="*/ 2967320 w 3280466"/>
                    <a:gd name="connsiteY111" fmla="*/ 2596654 h 3270930"/>
                    <a:gd name="connsiteX112" fmla="*/ 280368 w 3280466"/>
                    <a:gd name="connsiteY112" fmla="*/ 720847 h 3270930"/>
                    <a:gd name="connsiteX113" fmla="*/ 373105 w 3280466"/>
                    <a:gd name="connsiteY113" fmla="*/ 783109 h 3270930"/>
                    <a:gd name="connsiteX114" fmla="*/ 3000259 w 3280466"/>
                    <a:gd name="connsiteY114" fmla="*/ 2549879 h 3270930"/>
                    <a:gd name="connsiteX115" fmla="*/ 2907528 w 3280466"/>
                    <a:gd name="connsiteY115" fmla="*/ 2487617 h 3270930"/>
                    <a:gd name="connsiteX116" fmla="*/ 249190 w 3280466"/>
                    <a:gd name="connsiteY116" fmla="*/ 768738 h 3270930"/>
                    <a:gd name="connsiteX117" fmla="*/ 344005 w 3280466"/>
                    <a:gd name="connsiteY117" fmla="*/ 827806 h 3270930"/>
                    <a:gd name="connsiteX118" fmla="*/ 2936461 w 3280466"/>
                    <a:gd name="connsiteY118" fmla="*/ 2442921 h 3270930"/>
                    <a:gd name="connsiteX119" fmla="*/ 3031280 w 3280466"/>
                    <a:gd name="connsiteY119" fmla="*/ 2501988 h 3270930"/>
                    <a:gd name="connsiteX120" fmla="*/ 219770 w 3280466"/>
                    <a:gd name="connsiteY120" fmla="*/ 817592 h 3270930"/>
                    <a:gd name="connsiteX121" fmla="*/ 316662 w 3280466"/>
                    <a:gd name="connsiteY121" fmla="*/ 873303 h 3270930"/>
                    <a:gd name="connsiteX122" fmla="*/ 3060862 w 3280466"/>
                    <a:gd name="connsiteY122" fmla="*/ 2453134 h 3270930"/>
                    <a:gd name="connsiteX123" fmla="*/ 2963964 w 3280466"/>
                    <a:gd name="connsiteY123" fmla="*/ 2397423 h 3270930"/>
                    <a:gd name="connsiteX124" fmla="*/ 191949 w 3280466"/>
                    <a:gd name="connsiteY124" fmla="*/ 867562 h 3270930"/>
                    <a:gd name="connsiteX125" fmla="*/ 290602 w 3280466"/>
                    <a:gd name="connsiteY125" fmla="*/ 919926 h 3270930"/>
                    <a:gd name="connsiteX126" fmla="*/ 3088679 w 3280466"/>
                    <a:gd name="connsiteY126" fmla="*/ 2403164 h 3270930"/>
                    <a:gd name="connsiteX127" fmla="*/ 2990026 w 3280466"/>
                    <a:gd name="connsiteY127" fmla="*/ 2350801 h 3270930"/>
                    <a:gd name="connsiteX128" fmla="*/ 166047 w 3280466"/>
                    <a:gd name="connsiteY128" fmla="*/ 918486 h 3270930"/>
                    <a:gd name="connsiteX129" fmla="*/ 266458 w 3280466"/>
                    <a:gd name="connsiteY129" fmla="*/ 967340 h 3270930"/>
                    <a:gd name="connsiteX130" fmla="*/ 3014172 w 3280466"/>
                    <a:gd name="connsiteY130" fmla="*/ 2303386 h 3270930"/>
                    <a:gd name="connsiteX131" fmla="*/ 3114741 w 3280466"/>
                    <a:gd name="connsiteY131" fmla="*/ 2352241 h 3270930"/>
                    <a:gd name="connsiteX132" fmla="*/ 141744 w 3280466"/>
                    <a:gd name="connsiteY132" fmla="*/ 970210 h 3270930"/>
                    <a:gd name="connsiteX133" fmla="*/ 243913 w 3280466"/>
                    <a:gd name="connsiteY133" fmla="*/ 1015546 h 3270930"/>
                    <a:gd name="connsiteX134" fmla="*/ 3036716 w 3280466"/>
                    <a:gd name="connsiteY134" fmla="*/ 2255181 h 3270930"/>
                    <a:gd name="connsiteX135" fmla="*/ 3138887 w 3280466"/>
                    <a:gd name="connsiteY135" fmla="*/ 2300516 h 3270930"/>
                    <a:gd name="connsiteX136" fmla="*/ 119358 w 3280466"/>
                    <a:gd name="connsiteY136" fmla="*/ 1022736 h 3270930"/>
                    <a:gd name="connsiteX137" fmla="*/ 222967 w 3280466"/>
                    <a:gd name="connsiteY137" fmla="*/ 1064562 h 3270930"/>
                    <a:gd name="connsiteX138" fmla="*/ 3161106 w 3280466"/>
                    <a:gd name="connsiteY138" fmla="*/ 2247990 h 3270930"/>
                    <a:gd name="connsiteX139" fmla="*/ 3057505 w 3280466"/>
                    <a:gd name="connsiteY139" fmla="*/ 2206164 h 3270930"/>
                    <a:gd name="connsiteX140" fmla="*/ 98894 w 3280466"/>
                    <a:gd name="connsiteY140" fmla="*/ 1076053 h 3270930"/>
                    <a:gd name="connsiteX141" fmla="*/ 203941 w 3280466"/>
                    <a:gd name="connsiteY141" fmla="*/ 1114208 h 3270930"/>
                    <a:gd name="connsiteX142" fmla="*/ 3076691 w 3280466"/>
                    <a:gd name="connsiteY142" fmla="*/ 2156681 h 3270930"/>
                    <a:gd name="connsiteX143" fmla="*/ 3181733 w 3280466"/>
                    <a:gd name="connsiteY143" fmla="*/ 2194835 h 3270930"/>
                    <a:gd name="connsiteX144" fmla="*/ 80346 w 3280466"/>
                    <a:gd name="connsiteY144" fmla="*/ 1130009 h 3270930"/>
                    <a:gd name="connsiteX145" fmla="*/ 186673 w 3280466"/>
                    <a:gd name="connsiteY145" fmla="*/ 1164492 h 3270930"/>
                    <a:gd name="connsiteX146" fmla="*/ 3093962 w 3280466"/>
                    <a:gd name="connsiteY146" fmla="*/ 2106234 h 3270930"/>
                    <a:gd name="connsiteX147" fmla="*/ 3200281 w 3280466"/>
                    <a:gd name="connsiteY147" fmla="*/ 2140717 h 3270930"/>
                    <a:gd name="connsiteX148" fmla="*/ 63556 w 3280466"/>
                    <a:gd name="connsiteY148" fmla="*/ 1184614 h 3270930"/>
                    <a:gd name="connsiteX149" fmla="*/ 171003 w 3280466"/>
                    <a:gd name="connsiteY149" fmla="*/ 1215263 h 3270930"/>
                    <a:gd name="connsiteX150" fmla="*/ 3109630 w 3280466"/>
                    <a:gd name="connsiteY150" fmla="*/ 2055463 h 3270930"/>
                    <a:gd name="connsiteX151" fmla="*/ 3217075 w 3280466"/>
                    <a:gd name="connsiteY151" fmla="*/ 2086112 h 3270930"/>
                    <a:gd name="connsiteX152" fmla="*/ 48687 w 3280466"/>
                    <a:gd name="connsiteY152" fmla="*/ 1239685 h 3270930"/>
                    <a:gd name="connsiteX153" fmla="*/ 157093 w 3280466"/>
                    <a:gd name="connsiteY153" fmla="*/ 1266664 h 3270930"/>
                    <a:gd name="connsiteX154" fmla="*/ 3123381 w 3280466"/>
                    <a:gd name="connsiteY154" fmla="*/ 2004063 h 3270930"/>
                    <a:gd name="connsiteX155" fmla="*/ 3231779 w 3280466"/>
                    <a:gd name="connsiteY155" fmla="*/ 2031041 h 3270930"/>
                    <a:gd name="connsiteX156" fmla="*/ 145101 w 3280466"/>
                    <a:gd name="connsiteY156" fmla="*/ 1318550 h 3270930"/>
                    <a:gd name="connsiteX157" fmla="*/ 35737 w 3280466"/>
                    <a:gd name="connsiteY157" fmla="*/ 1295406 h 3270930"/>
                    <a:gd name="connsiteX158" fmla="*/ 3135368 w 3280466"/>
                    <a:gd name="connsiteY158" fmla="*/ 1952176 h 3270930"/>
                    <a:gd name="connsiteX159" fmla="*/ 3244730 w 3280466"/>
                    <a:gd name="connsiteY159" fmla="*/ 1975320 h 3270930"/>
                    <a:gd name="connsiteX160" fmla="*/ 24864 w 3280466"/>
                    <a:gd name="connsiteY160" fmla="*/ 1351441 h 3270930"/>
                    <a:gd name="connsiteX161" fmla="*/ 135027 w 3280466"/>
                    <a:gd name="connsiteY161" fmla="*/ 1370752 h 3270930"/>
                    <a:gd name="connsiteX162" fmla="*/ 3145600 w 3280466"/>
                    <a:gd name="connsiteY162" fmla="*/ 1899975 h 3270930"/>
                    <a:gd name="connsiteX163" fmla="*/ 3255763 w 3280466"/>
                    <a:gd name="connsiteY163" fmla="*/ 1919286 h 3270930"/>
                    <a:gd name="connsiteX164" fmla="*/ 15909 w 3280466"/>
                    <a:gd name="connsiteY164" fmla="*/ 1407790 h 3270930"/>
                    <a:gd name="connsiteX165" fmla="*/ 126554 w 3280466"/>
                    <a:gd name="connsiteY165" fmla="*/ 1423277 h 3270930"/>
                    <a:gd name="connsiteX166" fmla="*/ 3153916 w 3280466"/>
                    <a:gd name="connsiteY166" fmla="*/ 1847449 h 3270930"/>
                    <a:gd name="connsiteX167" fmla="*/ 3264565 w 3280466"/>
                    <a:gd name="connsiteY167" fmla="*/ 1862936 h 3270930"/>
                    <a:gd name="connsiteX168" fmla="*/ 9035 w 3280466"/>
                    <a:gd name="connsiteY168" fmla="*/ 1464464 h 3270930"/>
                    <a:gd name="connsiteX169" fmla="*/ 120158 w 3280466"/>
                    <a:gd name="connsiteY169" fmla="*/ 1476117 h 3270930"/>
                    <a:gd name="connsiteX170" fmla="*/ 3160467 w 3280466"/>
                    <a:gd name="connsiteY170" fmla="*/ 1794609 h 3270930"/>
                    <a:gd name="connsiteX171" fmla="*/ 3271755 w 3280466"/>
                    <a:gd name="connsiteY171" fmla="*/ 1806262 h 3270930"/>
                    <a:gd name="connsiteX172" fmla="*/ 3917 w 3280466"/>
                    <a:gd name="connsiteY172" fmla="*/ 1521300 h 3270930"/>
                    <a:gd name="connsiteX173" fmla="*/ 115362 w 3280466"/>
                    <a:gd name="connsiteY173" fmla="*/ 1529120 h 3270930"/>
                    <a:gd name="connsiteX174" fmla="*/ 3165112 w 3280466"/>
                    <a:gd name="connsiteY174" fmla="*/ 1741606 h 3270930"/>
                    <a:gd name="connsiteX175" fmla="*/ 3276714 w 3280466"/>
                    <a:gd name="connsiteY175" fmla="*/ 1749426 h 3270930"/>
                    <a:gd name="connsiteX176" fmla="*/ 1039 w 3280466"/>
                    <a:gd name="connsiteY176" fmla="*/ 1578289 h 3270930"/>
                    <a:gd name="connsiteX177" fmla="*/ 112803 w 3280466"/>
                    <a:gd name="connsiteY177" fmla="*/ 1582122 h 3270930"/>
                    <a:gd name="connsiteX178" fmla="*/ 3167829 w 3280466"/>
                    <a:gd name="connsiteY178" fmla="*/ 1688604 h 3270930"/>
                    <a:gd name="connsiteX179" fmla="*/ 3279594 w 3280466"/>
                    <a:gd name="connsiteY179" fmla="*/ 1692437 h 3270930"/>
                    <a:gd name="connsiteX180" fmla="*/ 111845 w 3280466"/>
                    <a:gd name="connsiteY180" fmla="*/ 1635439 h 3270930"/>
                    <a:gd name="connsiteX181" fmla="*/ 81 w 3280466"/>
                    <a:gd name="connsiteY181" fmla="*/ 1635439 h 3270930"/>
                    <a:gd name="connsiteX182" fmla="*/ 3168783 w 3280466"/>
                    <a:gd name="connsiteY182" fmla="*/ 1635287 h 3270930"/>
                    <a:gd name="connsiteX183" fmla="*/ 3280548 w 3280466"/>
                    <a:gd name="connsiteY183" fmla="*/ 1635287 h 3270930"/>
                    <a:gd name="connsiteX184" fmla="*/ 1039 w 3280466"/>
                    <a:gd name="connsiteY184" fmla="*/ 1692437 h 3270930"/>
                    <a:gd name="connsiteX185" fmla="*/ 112803 w 3280466"/>
                    <a:gd name="connsiteY185" fmla="*/ 1688604 h 3270930"/>
                    <a:gd name="connsiteX186" fmla="*/ 3167829 w 3280466"/>
                    <a:gd name="connsiteY186" fmla="*/ 1582122 h 3270930"/>
                    <a:gd name="connsiteX187" fmla="*/ 3279594 w 3280466"/>
                    <a:gd name="connsiteY187" fmla="*/ 1578289 h 3270930"/>
                    <a:gd name="connsiteX188" fmla="*/ 3917 w 3280466"/>
                    <a:gd name="connsiteY188" fmla="*/ 1749426 h 3270930"/>
                    <a:gd name="connsiteX189" fmla="*/ 115362 w 3280466"/>
                    <a:gd name="connsiteY189" fmla="*/ 1741606 h 3270930"/>
                    <a:gd name="connsiteX190" fmla="*/ 3165112 w 3280466"/>
                    <a:gd name="connsiteY190" fmla="*/ 1529120 h 3270930"/>
                    <a:gd name="connsiteX191" fmla="*/ 3276714 w 3280466"/>
                    <a:gd name="connsiteY191" fmla="*/ 1521300 h 3270930"/>
                    <a:gd name="connsiteX192" fmla="*/ 9035 w 3280466"/>
                    <a:gd name="connsiteY192" fmla="*/ 1806262 h 3270930"/>
                    <a:gd name="connsiteX193" fmla="*/ 120158 w 3280466"/>
                    <a:gd name="connsiteY193" fmla="*/ 1794609 h 3270930"/>
                    <a:gd name="connsiteX194" fmla="*/ 3160467 w 3280466"/>
                    <a:gd name="connsiteY194" fmla="*/ 1476117 h 3270930"/>
                    <a:gd name="connsiteX195" fmla="*/ 3271755 w 3280466"/>
                    <a:gd name="connsiteY195" fmla="*/ 1464464 h 3270930"/>
                    <a:gd name="connsiteX196" fmla="*/ 15909 w 3280466"/>
                    <a:gd name="connsiteY196" fmla="*/ 1862936 h 3270930"/>
                    <a:gd name="connsiteX197" fmla="*/ 126554 w 3280466"/>
                    <a:gd name="connsiteY197" fmla="*/ 1847449 h 3270930"/>
                    <a:gd name="connsiteX198" fmla="*/ 3153916 w 3280466"/>
                    <a:gd name="connsiteY198" fmla="*/ 1423277 h 3270930"/>
                    <a:gd name="connsiteX199" fmla="*/ 3264718 w 3280466"/>
                    <a:gd name="connsiteY199" fmla="*/ 1407790 h 3270930"/>
                    <a:gd name="connsiteX200" fmla="*/ 24864 w 3280466"/>
                    <a:gd name="connsiteY200" fmla="*/ 1919448 h 3270930"/>
                    <a:gd name="connsiteX201" fmla="*/ 134868 w 3280466"/>
                    <a:gd name="connsiteY201" fmla="*/ 1900137 h 3270930"/>
                    <a:gd name="connsiteX202" fmla="*/ 3145600 w 3280466"/>
                    <a:gd name="connsiteY202" fmla="*/ 1370752 h 3270930"/>
                    <a:gd name="connsiteX203" fmla="*/ 3255763 w 3280466"/>
                    <a:gd name="connsiteY203" fmla="*/ 1351441 h 3270930"/>
                    <a:gd name="connsiteX204" fmla="*/ 35895 w 3280466"/>
                    <a:gd name="connsiteY204" fmla="*/ 1975482 h 3270930"/>
                    <a:gd name="connsiteX205" fmla="*/ 145261 w 3280466"/>
                    <a:gd name="connsiteY205" fmla="*/ 1952338 h 3270930"/>
                    <a:gd name="connsiteX206" fmla="*/ 3135368 w 3280466"/>
                    <a:gd name="connsiteY206" fmla="*/ 1318550 h 3270930"/>
                    <a:gd name="connsiteX207" fmla="*/ 3244730 w 3280466"/>
                    <a:gd name="connsiteY207" fmla="*/ 1295406 h 3270930"/>
                    <a:gd name="connsiteX208" fmla="*/ 157093 w 3280466"/>
                    <a:gd name="connsiteY208" fmla="*/ 2004063 h 3270930"/>
                    <a:gd name="connsiteX209" fmla="*/ 48687 w 3280466"/>
                    <a:gd name="connsiteY209" fmla="*/ 2031041 h 3270930"/>
                    <a:gd name="connsiteX210" fmla="*/ 3123381 w 3280466"/>
                    <a:gd name="connsiteY210" fmla="*/ 1266664 h 3270930"/>
                    <a:gd name="connsiteX211" fmla="*/ 3231942 w 3280466"/>
                    <a:gd name="connsiteY211" fmla="*/ 1239685 h 3270930"/>
                    <a:gd name="connsiteX212" fmla="*/ 63556 w 3280466"/>
                    <a:gd name="connsiteY212" fmla="*/ 2086112 h 3270930"/>
                    <a:gd name="connsiteX213" fmla="*/ 171003 w 3280466"/>
                    <a:gd name="connsiteY213" fmla="*/ 2055463 h 3270930"/>
                    <a:gd name="connsiteX214" fmla="*/ 3109630 w 3280466"/>
                    <a:gd name="connsiteY214" fmla="*/ 1215263 h 3270930"/>
                    <a:gd name="connsiteX215" fmla="*/ 3217075 w 3280466"/>
                    <a:gd name="connsiteY215" fmla="*/ 1184452 h 3270930"/>
                    <a:gd name="connsiteX216" fmla="*/ 80346 w 3280466"/>
                    <a:gd name="connsiteY216" fmla="*/ 2140717 h 3270930"/>
                    <a:gd name="connsiteX217" fmla="*/ 186673 w 3280466"/>
                    <a:gd name="connsiteY217" fmla="*/ 2106234 h 3270930"/>
                    <a:gd name="connsiteX218" fmla="*/ 3200281 w 3280466"/>
                    <a:gd name="connsiteY218" fmla="*/ 1130009 h 3270930"/>
                    <a:gd name="connsiteX219" fmla="*/ 3093962 w 3280466"/>
                    <a:gd name="connsiteY219" fmla="*/ 1164492 h 3270930"/>
                    <a:gd name="connsiteX220" fmla="*/ 203941 w 3280466"/>
                    <a:gd name="connsiteY220" fmla="*/ 2156681 h 3270930"/>
                    <a:gd name="connsiteX221" fmla="*/ 98894 w 3280466"/>
                    <a:gd name="connsiteY221" fmla="*/ 2194835 h 3270930"/>
                    <a:gd name="connsiteX222" fmla="*/ 3076529 w 3280466"/>
                    <a:gd name="connsiteY222" fmla="*/ 1114046 h 3270930"/>
                    <a:gd name="connsiteX223" fmla="*/ 3181581 w 3280466"/>
                    <a:gd name="connsiteY223" fmla="*/ 1075891 h 3270930"/>
                    <a:gd name="connsiteX224" fmla="*/ 119358 w 3280466"/>
                    <a:gd name="connsiteY224" fmla="*/ 2247990 h 3270930"/>
                    <a:gd name="connsiteX225" fmla="*/ 222967 w 3280466"/>
                    <a:gd name="connsiteY225" fmla="*/ 2206164 h 3270930"/>
                    <a:gd name="connsiteX226" fmla="*/ 3057505 w 3280466"/>
                    <a:gd name="connsiteY226" fmla="*/ 1064400 h 3270930"/>
                    <a:gd name="connsiteX227" fmla="*/ 3161106 w 3280466"/>
                    <a:gd name="connsiteY227" fmla="*/ 1022574 h 3270930"/>
                    <a:gd name="connsiteX228" fmla="*/ 141744 w 3280466"/>
                    <a:gd name="connsiteY228" fmla="*/ 2300678 h 3270930"/>
                    <a:gd name="connsiteX229" fmla="*/ 243913 w 3280466"/>
                    <a:gd name="connsiteY229" fmla="*/ 2255343 h 3270930"/>
                    <a:gd name="connsiteX230" fmla="*/ 3036554 w 3280466"/>
                    <a:gd name="connsiteY230" fmla="*/ 1015546 h 3270930"/>
                    <a:gd name="connsiteX231" fmla="*/ 3138725 w 3280466"/>
                    <a:gd name="connsiteY231" fmla="*/ 970210 h 3270930"/>
                    <a:gd name="connsiteX232" fmla="*/ 166047 w 3280466"/>
                    <a:gd name="connsiteY232" fmla="*/ 2352403 h 3270930"/>
                    <a:gd name="connsiteX233" fmla="*/ 266458 w 3280466"/>
                    <a:gd name="connsiteY233" fmla="*/ 2303548 h 3270930"/>
                    <a:gd name="connsiteX234" fmla="*/ 3114579 w 3280466"/>
                    <a:gd name="connsiteY234" fmla="*/ 918324 h 3270930"/>
                    <a:gd name="connsiteX235" fmla="*/ 3014010 w 3280466"/>
                    <a:gd name="connsiteY235" fmla="*/ 967178 h 3270930"/>
                    <a:gd name="connsiteX236" fmla="*/ 191949 w 3280466"/>
                    <a:gd name="connsiteY236" fmla="*/ 2403164 h 3270930"/>
                    <a:gd name="connsiteX237" fmla="*/ 290602 w 3280466"/>
                    <a:gd name="connsiteY237" fmla="*/ 2350801 h 3270930"/>
                    <a:gd name="connsiteX238" fmla="*/ 2989864 w 3280466"/>
                    <a:gd name="connsiteY238" fmla="*/ 919926 h 3270930"/>
                    <a:gd name="connsiteX239" fmla="*/ 3088679 w 3280466"/>
                    <a:gd name="connsiteY239" fmla="*/ 867562 h 3270930"/>
                    <a:gd name="connsiteX240" fmla="*/ 219770 w 3280466"/>
                    <a:gd name="connsiteY240" fmla="*/ 2453134 h 3270930"/>
                    <a:gd name="connsiteX241" fmla="*/ 316504 w 3280466"/>
                    <a:gd name="connsiteY241" fmla="*/ 2397423 h 3270930"/>
                    <a:gd name="connsiteX242" fmla="*/ 2963964 w 3280466"/>
                    <a:gd name="connsiteY242" fmla="*/ 873303 h 3270930"/>
                    <a:gd name="connsiteX243" fmla="*/ 3060862 w 3280466"/>
                    <a:gd name="connsiteY243" fmla="*/ 817592 h 3270930"/>
                    <a:gd name="connsiteX244" fmla="*/ 249190 w 3280466"/>
                    <a:gd name="connsiteY244" fmla="*/ 2502150 h 3270930"/>
                    <a:gd name="connsiteX245" fmla="*/ 344005 w 3280466"/>
                    <a:gd name="connsiteY245" fmla="*/ 2443083 h 3270930"/>
                    <a:gd name="connsiteX246" fmla="*/ 2936461 w 3280466"/>
                    <a:gd name="connsiteY246" fmla="*/ 827806 h 3270930"/>
                    <a:gd name="connsiteX247" fmla="*/ 3031280 w 3280466"/>
                    <a:gd name="connsiteY247" fmla="*/ 768738 h 3270930"/>
                    <a:gd name="connsiteX248" fmla="*/ 280368 w 3280466"/>
                    <a:gd name="connsiteY248" fmla="*/ 2549879 h 3270930"/>
                    <a:gd name="connsiteX249" fmla="*/ 373105 w 3280466"/>
                    <a:gd name="connsiteY249" fmla="*/ 2487617 h 3270930"/>
                    <a:gd name="connsiteX250" fmla="*/ 2907528 w 3280466"/>
                    <a:gd name="connsiteY250" fmla="*/ 783109 h 3270930"/>
                    <a:gd name="connsiteX251" fmla="*/ 3000259 w 3280466"/>
                    <a:gd name="connsiteY251" fmla="*/ 720685 h 3270930"/>
                    <a:gd name="connsiteX252" fmla="*/ 313306 w 3280466"/>
                    <a:gd name="connsiteY252" fmla="*/ 2596654 h 3270930"/>
                    <a:gd name="connsiteX253" fmla="*/ 403804 w 3280466"/>
                    <a:gd name="connsiteY253" fmla="*/ 2531197 h 3270930"/>
                    <a:gd name="connsiteX254" fmla="*/ 2967320 w 3280466"/>
                    <a:gd name="connsiteY254" fmla="*/ 674072 h 3270930"/>
                    <a:gd name="connsiteX255" fmla="*/ 2876831 w 3280466"/>
                    <a:gd name="connsiteY255" fmla="*/ 739681 h 3270930"/>
                    <a:gd name="connsiteX256" fmla="*/ 347682 w 3280466"/>
                    <a:gd name="connsiteY256" fmla="*/ 2642314 h 3270930"/>
                    <a:gd name="connsiteX257" fmla="*/ 435782 w 3280466"/>
                    <a:gd name="connsiteY257" fmla="*/ 2573662 h 3270930"/>
                    <a:gd name="connsiteX258" fmla="*/ 2932790 w 3280466"/>
                    <a:gd name="connsiteY258" fmla="*/ 628412 h 3270930"/>
                    <a:gd name="connsiteX259" fmla="*/ 2844694 w 3280466"/>
                    <a:gd name="connsiteY259" fmla="*/ 697064 h 3270930"/>
                    <a:gd name="connsiteX260" fmla="*/ 383818 w 3280466"/>
                    <a:gd name="connsiteY260" fmla="*/ 2686695 h 3270930"/>
                    <a:gd name="connsiteX261" fmla="*/ 469518 w 3280466"/>
                    <a:gd name="connsiteY261" fmla="*/ 2615012 h 3270930"/>
                    <a:gd name="connsiteX262" fmla="*/ 2811107 w 3280466"/>
                    <a:gd name="connsiteY262" fmla="*/ 655715 h 3270930"/>
                    <a:gd name="connsiteX263" fmla="*/ 2896810 w 3280466"/>
                    <a:gd name="connsiteY263" fmla="*/ 584031 h 3270930"/>
                    <a:gd name="connsiteX264" fmla="*/ 504374 w 3280466"/>
                    <a:gd name="connsiteY264" fmla="*/ 2655083 h 3270930"/>
                    <a:gd name="connsiteX265" fmla="*/ 421391 w 3280466"/>
                    <a:gd name="connsiteY265" fmla="*/ 2729637 h 3270930"/>
                    <a:gd name="connsiteX266" fmla="*/ 2776100 w 3280466"/>
                    <a:gd name="connsiteY266" fmla="*/ 615643 h 3270930"/>
                    <a:gd name="connsiteX267" fmla="*/ 2859237 w 3280466"/>
                    <a:gd name="connsiteY267" fmla="*/ 541089 h 3270930"/>
                    <a:gd name="connsiteX268" fmla="*/ 460405 w 3280466"/>
                    <a:gd name="connsiteY268" fmla="*/ 2771463 h 3270930"/>
                    <a:gd name="connsiteX269" fmla="*/ 540830 w 3280466"/>
                    <a:gd name="connsiteY269" fmla="*/ 2694038 h 3270930"/>
                    <a:gd name="connsiteX270" fmla="*/ 2739805 w 3280466"/>
                    <a:gd name="connsiteY270" fmla="*/ 576688 h 3270930"/>
                    <a:gd name="connsiteX271" fmla="*/ 2820224 w 3280466"/>
                    <a:gd name="connsiteY271" fmla="*/ 499263 h 3270930"/>
                    <a:gd name="connsiteX272" fmla="*/ 500857 w 3280466"/>
                    <a:gd name="connsiteY272" fmla="*/ 2811859 h 3270930"/>
                    <a:gd name="connsiteX273" fmla="*/ 578564 w 3280466"/>
                    <a:gd name="connsiteY273" fmla="*/ 2731716 h 3270930"/>
                    <a:gd name="connsiteX274" fmla="*/ 2702070 w 3280466"/>
                    <a:gd name="connsiteY274" fmla="*/ 539010 h 3270930"/>
                    <a:gd name="connsiteX275" fmla="*/ 2779771 w 3280466"/>
                    <a:gd name="connsiteY275" fmla="*/ 458877 h 3270930"/>
                    <a:gd name="connsiteX276" fmla="*/ 617576 w 3280466"/>
                    <a:gd name="connsiteY276" fmla="*/ 2767954 h 3270930"/>
                    <a:gd name="connsiteX277" fmla="*/ 542748 w 3280466"/>
                    <a:gd name="connsiteY277" fmla="*/ 2850804 h 3270930"/>
                    <a:gd name="connsiteX278" fmla="*/ 2663057 w 3280466"/>
                    <a:gd name="connsiteY278" fmla="*/ 502773 h 3270930"/>
                    <a:gd name="connsiteX279" fmla="*/ 2737878 w 3280466"/>
                    <a:gd name="connsiteY279" fmla="*/ 419922 h 3270930"/>
                    <a:gd name="connsiteX280" fmla="*/ 585918 w 3280466"/>
                    <a:gd name="connsiteY280" fmla="*/ 2888320 h 3270930"/>
                    <a:gd name="connsiteX281" fmla="*/ 657709 w 3280466"/>
                    <a:gd name="connsiteY281" fmla="*/ 2802914 h 3270930"/>
                    <a:gd name="connsiteX282" fmla="*/ 2622757 w 3280466"/>
                    <a:gd name="connsiteY282" fmla="*/ 467975 h 3270930"/>
                    <a:gd name="connsiteX283" fmla="*/ 2694555 w 3280466"/>
                    <a:gd name="connsiteY283" fmla="*/ 382568 h 3270930"/>
                    <a:gd name="connsiteX284" fmla="*/ 630369 w 3280466"/>
                    <a:gd name="connsiteY284" fmla="*/ 2924243 h 3270930"/>
                    <a:gd name="connsiteX285" fmla="*/ 699120 w 3280466"/>
                    <a:gd name="connsiteY285" fmla="*/ 2836443 h 3270930"/>
                    <a:gd name="connsiteX286" fmla="*/ 2581350 w 3280466"/>
                    <a:gd name="connsiteY286" fmla="*/ 434445 h 3270930"/>
                    <a:gd name="connsiteX287" fmla="*/ 2650259 w 3280466"/>
                    <a:gd name="connsiteY287" fmla="*/ 346645 h 3270930"/>
                    <a:gd name="connsiteX288" fmla="*/ 676096 w 3280466"/>
                    <a:gd name="connsiteY288" fmla="*/ 2958564 h 3270930"/>
                    <a:gd name="connsiteX289" fmla="*/ 741812 w 3280466"/>
                    <a:gd name="connsiteY289" fmla="*/ 2868370 h 3270930"/>
                    <a:gd name="connsiteX290" fmla="*/ 2538657 w 3280466"/>
                    <a:gd name="connsiteY290" fmla="*/ 402356 h 3270930"/>
                    <a:gd name="connsiteX291" fmla="*/ 2604371 w 3280466"/>
                    <a:gd name="connsiteY291" fmla="*/ 312162 h 3270930"/>
                    <a:gd name="connsiteX292" fmla="*/ 723105 w 3280466"/>
                    <a:gd name="connsiteY292" fmla="*/ 2991293 h 3270930"/>
                    <a:gd name="connsiteX293" fmla="*/ 785621 w 3280466"/>
                    <a:gd name="connsiteY293" fmla="*/ 2898858 h 3270930"/>
                    <a:gd name="connsiteX294" fmla="*/ 2495009 w 3280466"/>
                    <a:gd name="connsiteY294" fmla="*/ 371869 h 3270930"/>
                    <a:gd name="connsiteX295" fmla="*/ 2557529 w 3280466"/>
                    <a:gd name="connsiteY295" fmla="*/ 279434 h 3270930"/>
                    <a:gd name="connsiteX296" fmla="*/ 771071 w 3280466"/>
                    <a:gd name="connsiteY296" fmla="*/ 3022428 h 3270930"/>
                    <a:gd name="connsiteX297" fmla="*/ 830231 w 3280466"/>
                    <a:gd name="connsiteY297" fmla="*/ 2927914 h 3270930"/>
                    <a:gd name="connsiteX298" fmla="*/ 2450237 w 3280466"/>
                    <a:gd name="connsiteY298" fmla="*/ 342974 h 3270930"/>
                    <a:gd name="connsiteX299" fmla="*/ 2509562 w 3280466"/>
                    <a:gd name="connsiteY299" fmla="*/ 248460 h 3270930"/>
                    <a:gd name="connsiteX300" fmla="*/ 820157 w 3280466"/>
                    <a:gd name="connsiteY300" fmla="*/ 3051800 h 3270930"/>
                    <a:gd name="connsiteX301" fmla="*/ 875955 w 3280466"/>
                    <a:gd name="connsiteY301" fmla="*/ 2955217 h 3270930"/>
                    <a:gd name="connsiteX302" fmla="*/ 2404510 w 3280466"/>
                    <a:gd name="connsiteY302" fmla="*/ 315509 h 3270930"/>
                    <a:gd name="connsiteX303" fmla="*/ 2460469 w 3280466"/>
                    <a:gd name="connsiteY303" fmla="*/ 218926 h 3270930"/>
                    <a:gd name="connsiteX304" fmla="*/ 870205 w 3280466"/>
                    <a:gd name="connsiteY304" fmla="*/ 3079417 h 3270930"/>
                    <a:gd name="connsiteX305" fmla="*/ 922645 w 3280466"/>
                    <a:gd name="connsiteY305" fmla="*/ 2981079 h 3270930"/>
                    <a:gd name="connsiteX306" fmla="*/ 2357821 w 3280466"/>
                    <a:gd name="connsiteY306" fmla="*/ 289809 h 3270930"/>
                    <a:gd name="connsiteX307" fmla="*/ 2410270 w 3280466"/>
                    <a:gd name="connsiteY307" fmla="*/ 191309 h 3270930"/>
                    <a:gd name="connsiteX308" fmla="*/ 921205 w 3280466"/>
                    <a:gd name="connsiteY308" fmla="*/ 3105441 h 3270930"/>
                    <a:gd name="connsiteX309" fmla="*/ 970135 w 3280466"/>
                    <a:gd name="connsiteY309" fmla="*/ 3005339 h 3270930"/>
                    <a:gd name="connsiteX310" fmla="*/ 2310330 w 3280466"/>
                    <a:gd name="connsiteY310" fmla="*/ 265549 h 3270930"/>
                    <a:gd name="connsiteX311" fmla="*/ 2359261 w 3280466"/>
                    <a:gd name="connsiteY311" fmla="*/ 165285 h 3270930"/>
                    <a:gd name="connsiteX312" fmla="*/ 973177 w 3280466"/>
                    <a:gd name="connsiteY312" fmla="*/ 3129549 h 3270930"/>
                    <a:gd name="connsiteX313" fmla="*/ 1018579 w 3280466"/>
                    <a:gd name="connsiteY313" fmla="*/ 3027692 h 3270930"/>
                    <a:gd name="connsiteX314" fmla="*/ 2261886 w 3280466"/>
                    <a:gd name="connsiteY314" fmla="*/ 243034 h 3270930"/>
                    <a:gd name="connsiteX315" fmla="*/ 2307298 w 3280466"/>
                    <a:gd name="connsiteY315" fmla="*/ 141187 h 3270930"/>
                    <a:gd name="connsiteX316" fmla="*/ 1025779 w 3280466"/>
                    <a:gd name="connsiteY316" fmla="*/ 3151730 h 3270930"/>
                    <a:gd name="connsiteX317" fmla="*/ 1067672 w 3280466"/>
                    <a:gd name="connsiteY317" fmla="*/ 3048443 h 3270930"/>
                    <a:gd name="connsiteX318" fmla="*/ 2212803 w 3280466"/>
                    <a:gd name="connsiteY318" fmla="*/ 222283 h 3270930"/>
                    <a:gd name="connsiteX319" fmla="*/ 2254696 w 3280466"/>
                    <a:gd name="connsiteY319" fmla="*/ 118834 h 3270930"/>
                    <a:gd name="connsiteX320" fmla="*/ 1079344 w 3280466"/>
                    <a:gd name="connsiteY320" fmla="*/ 3172329 h 3270930"/>
                    <a:gd name="connsiteX321" fmla="*/ 1117556 w 3280466"/>
                    <a:gd name="connsiteY321" fmla="*/ 3067602 h 3270930"/>
                    <a:gd name="connsiteX322" fmla="*/ 2201293 w 3280466"/>
                    <a:gd name="connsiteY322" fmla="*/ 98398 h 3270930"/>
                    <a:gd name="connsiteX323" fmla="*/ 2163072 w 3280466"/>
                    <a:gd name="connsiteY323" fmla="*/ 203125 h 3270930"/>
                    <a:gd name="connsiteX324" fmla="*/ 1133386 w 3280466"/>
                    <a:gd name="connsiteY324" fmla="*/ 3190848 h 3270930"/>
                    <a:gd name="connsiteX325" fmla="*/ 1167917 w 3280466"/>
                    <a:gd name="connsiteY325" fmla="*/ 3084843 h 3270930"/>
                    <a:gd name="connsiteX326" fmla="*/ 2112549 w 3280466"/>
                    <a:gd name="connsiteY326" fmla="*/ 185883 h 3270930"/>
                    <a:gd name="connsiteX327" fmla="*/ 2147089 w 3280466"/>
                    <a:gd name="connsiteY327" fmla="*/ 79878 h 3270930"/>
                    <a:gd name="connsiteX328" fmla="*/ 1188229 w 3280466"/>
                    <a:gd name="connsiteY328" fmla="*/ 3207612 h 3270930"/>
                    <a:gd name="connsiteX329" fmla="*/ 1219079 w 3280466"/>
                    <a:gd name="connsiteY329" fmla="*/ 3100492 h 3270930"/>
                    <a:gd name="connsiteX330" fmla="*/ 2061549 w 3280466"/>
                    <a:gd name="connsiteY330" fmla="*/ 170396 h 3270930"/>
                    <a:gd name="connsiteX331" fmla="*/ 2092408 w 3280466"/>
                    <a:gd name="connsiteY331" fmla="*/ 63276 h 3270930"/>
                    <a:gd name="connsiteX332" fmla="*/ 1270565 w 3280466"/>
                    <a:gd name="connsiteY332" fmla="*/ 3114215 h 3270930"/>
                    <a:gd name="connsiteX333" fmla="*/ 1243549 w 3280466"/>
                    <a:gd name="connsiteY333" fmla="*/ 3222298 h 3270930"/>
                    <a:gd name="connsiteX334" fmla="*/ 2010063 w 3280466"/>
                    <a:gd name="connsiteY334" fmla="*/ 156664 h 3270930"/>
                    <a:gd name="connsiteX335" fmla="*/ 2037079 w 3280466"/>
                    <a:gd name="connsiteY335" fmla="*/ 48428 h 3270930"/>
                    <a:gd name="connsiteX336" fmla="*/ 1299193 w 3280466"/>
                    <a:gd name="connsiteY336" fmla="*/ 3235230 h 3270930"/>
                    <a:gd name="connsiteX337" fmla="*/ 1322376 w 3280466"/>
                    <a:gd name="connsiteY337" fmla="*/ 3126192 h 3270930"/>
                    <a:gd name="connsiteX338" fmla="*/ 1958100 w 3280466"/>
                    <a:gd name="connsiteY338" fmla="*/ 144696 h 3270930"/>
                    <a:gd name="connsiteX339" fmla="*/ 1981282 w 3280466"/>
                    <a:gd name="connsiteY339" fmla="*/ 35659 h 3270930"/>
                    <a:gd name="connsiteX340" fmla="*/ 1355466 w 3280466"/>
                    <a:gd name="connsiteY340" fmla="*/ 3246082 h 3270930"/>
                    <a:gd name="connsiteX341" fmla="*/ 1374815 w 3280466"/>
                    <a:gd name="connsiteY341" fmla="*/ 3136405 h 3270930"/>
                    <a:gd name="connsiteX342" fmla="*/ 1905650 w 3280466"/>
                    <a:gd name="connsiteY342" fmla="*/ 134483 h 3270930"/>
                    <a:gd name="connsiteX343" fmla="*/ 1924999 w 3280466"/>
                    <a:gd name="connsiteY343" fmla="*/ 24645 h 3270930"/>
                    <a:gd name="connsiteX344" fmla="*/ 1412073 w 3280466"/>
                    <a:gd name="connsiteY344" fmla="*/ 3255027 h 3270930"/>
                    <a:gd name="connsiteX345" fmla="*/ 1427579 w 3280466"/>
                    <a:gd name="connsiteY345" fmla="*/ 3144712 h 3270930"/>
                    <a:gd name="connsiteX346" fmla="*/ 1853048 w 3280466"/>
                    <a:gd name="connsiteY346" fmla="*/ 126177 h 3270930"/>
                    <a:gd name="connsiteX347" fmla="*/ 1868554 w 3280466"/>
                    <a:gd name="connsiteY347" fmla="*/ 15700 h 3270930"/>
                    <a:gd name="connsiteX348" fmla="*/ 1468833 w 3280466"/>
                    <a:gd name="connsiteY348" fmla="*/ 3261883 h 3270930"/>
                    <a:gd name="connsiteX349" fmla="*/ 1480506 w 3280466"/>
                    <a:gd name="connsiteY349" fmla="*/ 3151101 h 3270930"/>
                    <a:gd name="connsiteX350" fmla="*/ 1811633 w 3280466"/>
                    <a:gd name="connsiteY350" fmla="*/ 8843 h 3270930"/>
                    <a:gd name="connsiteX351" fmla="*/ 1799970 w 3280466"/>
                    <a:gd name="connsiteY351" fmla="*/ 119788 h 3270930"/>
                    <a:gd name="connsiteX352" fmla="*/ 1525917 w 3280466"/>
                    <a:gd name="connsiteY352" fmla="*/ 3266842 h 3270930"/>
                    <a:gd name="connsiteX353" fmla="*/ 1533746 w 3280466"/>
                    <a:gd name="connsiteY353" fmla="*/ 3155726 h 3270930"/>
                    <a:gd name="connsiteX354" fmla="*/ 1746881 w 3280466"/>
                    <a:gd name="connsiteY354" fmla="*/ 115000 h 3270930"/>
                    <a:gd name="connsiteX355" fmla="*/ 1754720 w 3280466"/>
                    <a:gd name="connsiteY355" fmla="*/ 3731 h 3270930"/>
                    <a:gd name="connsiteX356" fmla="*/ 1586987 w 3280466"/>
                    <a:gd name="connsiteY356" fmla="*/ 3158444 h 3270930"/>
                    <a:gd name="connsiteX357" fmla="*/ 1583154 w 3280466"/>
                    <a:gd name="connsiteY357" fmla="*/ 3269875 h 3270930"/>
                    <a:gd name="connsiteX358" fmla="*/ 1693641 w 3280466"/>
                    <a:gd name="connsiteY358" fmla="*/ 112283 h 3270930"/>
                    <a:gd name="connsiteX359" fmla="*/ 1697474 w 3280466"/>
                    <a:gd name="connsiteY359" fmla="*/ 852 h 3270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Lst>
                  <a:rect l="l" t="t" r="r" b="b"/>
                  <a:pathLst>
                    <a:path w="3280466" h="3270930">
                      <a:moveTo>
                        <a:pt x="1640238" y="-102"/>
                      </a:moveTo>
                      <a:lnTo>
                        <a:pt x="1640238" y="111329"/>
                      </a:lnTo>
                      <a:moveTo>
                        <a:pt x="1640238" y="3159397"/>
                      </a:moveTo>
                      <a:lnTo>
                        <a:pt x="1640238" y="3270828"/>
                      </a:lnTo>
                      <a:moveTo>
                        <a:pt x="1582992" y="852"/>
                      </a:moveTo>
                      <a:lnTo>
                        <a:pt x="1586835" y="112283"/>
                      </a:lnTo>
                      <a:moveTo>
                        <a:pt x="1697474" y="3269875"/>
                      </a:moveTo>
                      <a:lnTo>
                        <a:pt x="1693641" y="3158444"/>
                      </a:lnTo>
                      <a:moveTo>
                        <a:pt x="1525917" y="3894"/>
                      </a:moveTo>
                      <a:lnTo>
                        <a:pt x="1533746" y="115163"/>
                      </a:lnTo>
                      <a:moveTo>
                        <a:pt x="1746881" y="3155726"/>
                      </a:moveTo>
                      <a:lnTo>
                        <a:pt x="1754720" y="3266995"/>
                      </a:lnTo>
                      <a:moveTo>
                        <a:pt x="1468833" y="8843"/>
                      </a:moveTo>
                      <a:lnTo>
                        <a:pt x="1480506" y="119635"/>
                      </a:lnTo>
                      <a:moveTo>
                        <a:pt x="1800122" y="3151101"/>
                      </a:moveTo>
                      <a:lnTo>
                        <a:pt x="1811795" y="3261883"/>
                      </a:lnTo>
                      <a:moveTo>
                        <a:pt x="1412073" y="15862"/>
                      </a:moveTo>
                      <a:lnTo>
                        <a:pt x="1427579" y="126177"/>
                      </a:lnTo>
                      <a:moveTo>
                        <a:pt x="1853048" y="3144549"/>
                      </a:moveTo>
                      <a:lnTo>
                        <a:pt x="1868554" y="3254864"/>
                      </a:lnTo>
                      <a:moveTo>
                        <a:pt x="1355466" y="24807"/>
                      </a:moveTo>
                      <a:lnTo>
                        <a:pt x="1374815" y="134636"/>
                      </a:lnTo>
                      <a:moveTo>
                        <a:pt x="1905650" y="3136253"/>
                      </a:moveTo>
                      <a:lnTo>
                        <a:pt x="1924999" y="3246082"/>
                      </a:lnTo>
                      <a:moveTo>
                        <a:pt x="1322538" y="144696"/>
                      </a:moveTo>
                      <a:lnTo>
                        <a:pt x="1299346" y="35659"/>
                      </a:lnTo>
                      <a:moveTo>
                        <a:pt x="1958100" y="3126030"/>
                      </a:moveTo>
                      <a:lnTo>
                        <a:pt x="1981444" y="3235067"/>
                      </a:lnTo>
                      <a:moveTo>
                        <a:pt x="1243549" y="48428"/>
                      </a:moveTo>
                      <a:lnTo>
                        <a:pt x="1270565" y="156512"/>
                      </a:lnTo>
                      <a:moveTo>
                        <a:pt x="2010063" y="3114215"/>
                      </a:moveTo>
                      <a:lnTo>
                        <a:pt x="2037079" y="3222298"/>
                      </a:lnTo>
                      <a:moveTo>
                        <a:pt x="1218926" y="170396"/>
                      </a:moveTo>
                      <a:lnTo>
                        <a:pt x="1188067" y="63276"/>
                      </a:lnTo>
                      <a:moveTo>
                        <a:pt x="2061549" y="3100329"/>
                      </a:moveTo>
                      <a:lnTo>
                        <a:pt x="2092408" y="3207450"/>
                      </a:lnTo>
                      <a:moveTo>
                        <a:pt x="1133386" y="79878"/>
                      </a:moveTo>
                      <a:lnTo>
                        <a:pt x="1167917" y="185883"/>
                      </a:lnTo>
                      <a:moveTo>
                        <a:pt x="2112549" y="3084843"/>
                      </a:moveTo>
                      <a:lnTo>
                        <a:pt x="2147089" y="3190848"/>
                      </a:lnTo>
                      <a:moveTo>
                        <a:pt x="1079344" y="98560"/>
                      </a:moveTo>
                      <a:lnTo>
                        <a:pt x="1117556" y="203287"/>
                      </a:lnTo>
                      <a:moveTo>
                        <a:pt x="2163072" y="3067439"/>
                      </a:moveTo>
                      <a:lnTo>
                        <a:pt x="2201293" y="3172166"/>
                      </a:lnTo>
                      <a:moveTo>
                        <a:pt x="1025779" y="118996"/>
                      </a:moveTo>
                      <a:lnTo>
                        <a:pt x="1067672" y="222283"/>
                      </a:lnTo>
                      <a:moveTo>
                        <a:pt x="2212803" y="3048443"/>
                      </a:moveTo>
                      <a:lnTo>
                        <a:pt x="2254696" y="3151730"/>
                      </a:lnTo>
                      <a:moveTo>
                        <a:pt x="973177" y="141340"/>
                      </a:moveTo>
                      <a:lnTo>
                        <a:pt x="1018579" y="243196"/>
                      </a:lnTo>
                      <a:moveTo>
                        <a:pt x="2262049" y="3027692"/>
                      </a:moveTo>
                      <a:lnTo>
                        <a:pt x="2307460" y="3129549"/>
                      </a:lnTo>
                      <a:moveTo>
                        <a:pt x="921205" y="165447"/>
                      </a:moveTo>
                      <a:lnTo>
                        <a:pt x="970297" y="265702"/>
                      </a:lnTo>
                      <a:moveTo>
                        <a:pt x="2310330" y="3005187"/>
                      </a:moveTo>
                      <a:lnTo>
                        <a:pt x="2359423" y="3105441"/>
                      </a:lnTo>
                      <a:moveTo>
                        <a:pt x="870205" y="191309"/>
                      </a:moveTo>
                      <a:lnTo>
                        <a:pt x="922645" y="289809"/>
                      </a:lnTo>
                      <a:moveTo>
                        <a:pt x="2357821" y="2981079"/>
                      </a:moveTo>
                      <a:lnTo>
                        <a:pt x="2410270" y="3079579"/>
                      </a:lnTo>
                      <a:moveTo>
                        <a:pt x="820157" y="218926"/>
                      </a:moveTo>
                      <a:lnTo>
                        <a:pt x="876118" y="315509"/>
                      </a:lnTo>
                      <a:moveTo>
                        <a:pt x="2404510" y="2955217"/>
                      </a:moveTo>
                      <a:lnTo>
                        <a:pt x="2460469" y="3051800"/>
                      </a:lnTo>
                      <a:moveTo>
                        <a:pt x="830391" y="342974"/>
                      </a:moveTo>
                      <a:lnTo>
                        <a:pt x="771071" y="248460"/>
                      </a:lnTo>
                      <a:moveTo>
                        <a:pt x="2450237" y="2927752"/>
                      </a:moveTo>
                      <a:lnTo>
                        <a:pt x="2509562" y="3022266"/>
                      </a:lnTo>
                      <a:moveTo>
                        <a:pt x="723105" y="279434"/>
                      </a:moveTo>
                      <a:lnTo>
                        <a:pt x="785621" y="371869"/>
                      </a:lnTo>
                      <a:moveTo>
                        <a:pt x="2557529" y="2991293"/>
                      </a:moveTo>
                      <a:lnTo>
                        <a:pt x="2495009" y="2898858"/>
                      </a:lnTo>
                      <a:moveTo>
                        <a:pt x="676096" y="312162"/>
                      </a:moveTo>
                      <a:lnTo>
                        <a:pt x="741812" y="402356"/>
                      </a:lnTo>
                      <a:moveTo>
                        <a:pt x="2538657" y="2868370"/>
                      </a:moveTo>
                      <a:lnTo>
                        <a:pt x="2604371" y="2958564"/>
                      </a:lnTo>
                      <a:moveTo>
                        <a:pt x="699280" y="434445"/>
                      </a:moveTo>
                      <a:lnTo>
                        <a:pt x="630529" y="346645"/>
                      </a:lnTo>
                      <a:moveTo>
                        <a:pt x="2581350" y="2836281"/>
                      </a:moveTo>
                      <a:lnTo>
                        <a:pt x="2650259" y="2924081"/>
                      </a:lnTo>
                      <a:moveTo>
                        <a:pt x="657709" y="467975"/>
                      </a:moveTo>
                      <a:lnTo>
                        <a:pt x="585918" y="382568"/>
                      </a:lnTo>
                      <a:moveTo>
                        <a:pt x="2694708" y="2888167"/>
                      </a:moveTo>
                      <a:lnTo>
                        <a:pt x="2622757" y="2802751"/>
                      </a:lnTo>
                      <a:moveTo>
                        <a:pt x="542748" y="419922"/>
                      </a:moveTo>
                      <a:lnTo>
                        <a:pt x="617576" y="502773"/>
                      </a:lnTo>
                      <a:moveTo>
                        <a:pt x="2737878" y="2850804"/>
                      </a:moveTo>
                      <a:lnTo>
                        <a:pt x="2663057" y="2767954"/>
                      </a:lnTo>
                      <a:moveTo>
                        <a:pt x="500857" y="458877"/>
                      </a:moveTo>
                      <a:lnTo>
                        <a:pt x="578564" y="539010"/>
                      </a:lnTo>
                      <a:moveTo>
                        <a:pt x="2702070" y="2731716"/>
                      </a:moveTo>
                      <a:lnTo>
                        <a:pt x="2779771" y="2811859"/>
                      </a:lnTo>
                      <a:moveTo>
                        <a:pt x="460405" y="499263"/>
                      </a:moveTo>
                      <a:lnTo>
                        <a:pt x="540830" y="576688"/>
                      </a:lnTo>
                      <a:moveTo>
                        <a:pt x="2739805" y="2694038"/>
                      </a:moveTo>
                      <a:lnTo>
                        <a:pt x="2820224" y="2771463"/>
                      </a:lnTo>
                      <a:moveTo>
                        <a:pt x="421231" y="540927"/>
                      </a:moveTo>
                      <a:lnTo>
                        <a:pt x="504374" y="615481"/>
                      </a:lnTo>
                      <a:moveTo>
                        <a:pt x="2776252" y="2655083"/>
                      </a:moveTo>
                      <a:lnTo>
                        <a:pt x="2859399" y="2729637"/>
                      </a:lnTo>
                      <a:moveTo>
                        <a:pt x="383818" y="584031"/>
                      </a:moveTo>
                      <a:lnTo>
                        <a:pt x="469518" y="655715"/>
                      </a:lnTo>
                      <a:moveTo>
                        <a:pt x="2811107" y="2615012"/>
                      </a:moveTo>
                      <a:lnTo>
                        <a:pt x="2896810" y="2686695"/>
                      </a:lnTo>
                      <a:moveTo>
                        <a:pt x="347682" y="628412"/>
                      </a:moveTo>
                      <a:lnTo>
                        <a:pt x="435782" y="697064"/>
                      </a:lnTo>
                      <a:moveTo>
                        <a:pt x="2844694" y="2573662"/>
                      </a:moveTo>
                      <a:lnTo>
                        <a:pt x="2932790" y="2642314"/>
                      </a:lnTo>
                      <a:moveTo>
                        <a:pt x="313306" y="674072"/>
                      </a:moveTo>
                      <a:lnTo>
                        <a:pt x="403804" y="739529"/>
                      </a:lnTo>
                      <a:moveTo>
                        <a:pt x="2876831" y="2531197"/>
                      </a:moveTo>
                      <a:lnTo>
                        <a:pt x="2967320" y="2596654"/>
                      </a:lnTo>
                      <a:moveTo>
                        <a:pt x="280368" y="720847"/>
                      </a:moveTo>
                      <a:lnTo>
                        <a:pt x="373105" y="783109"/>
                      </a:lnTo>
                      <a:moveTo>
                        <a:pt x="3000259" y="2549879"/>
                      </a:moveTo>
                      <a:lnTo>
                        <a:pt x="2907528" y="2487617"/>
                      </a:lnTo>
                      <a:moveTo>
                        <a:pt x="249190" y="768738"/>
                      </a:moveTo>
                      <a:lnTo>
                        <a:pt x="344005" y="827806"/>
                      </a:lnTo>
                      <a:moveTo>
                        <a:pt x="2936461" y="2442921"/>
                      </a:moveTo>
                      <a:lnTo>
                        <a:pt x="3031280" y="2501988"/>
                      </a:lnTo>
                      <a:moveTo>
                        <a:pt x="219770" y="817592"/>
                      </a:moveTo>
                      <a:lnTo>
                        <a:pt x="316662" y="873303"/>
                      </a:lnTo>
                      <a:moveTo>
                        <a:pt x="3060862" y="2453134"/>
                      </a:moveTo>
                      <a:lnTo>
                        <a:pt x="2963964" y="2397423"/>
                      </a:lnTo>
                      <a:moveTo>
                        <a:pt x="191949" y="867562"/>
                      </a:moveTo>
                      <a:lnTo>
                        <a:pt x="290602" y="919926"/>
                      </a:lnTo>
                      <a:moveTo>
                        <a:pt x="3088679" y="2403164"/>
                      </a:moveTo>
                      <a:lnTo>
                        <a:pt x="2990026" y="2350801"/>
                      </a:lnTo>
                      <a:moveTo>
                        <a:pt x="166047" y="918486"/>
                      </a:moveTo>
                      <a:lnTo>
                        <a:pt x="266458" y="967340"/>
                      </a:lnTo>
                      <a:moveTo>
                        <a:pt x="3014172" y="2303386"/>
                      </a:moveTo>
                      <a:lnTo>
                        <a:pt x="3114741" y="2352241"/>
                      </a:lnTo>
                      <a:moveTo>
                        <a:pt x="141744" y="970210"/>
                      </a:moveTo>
                      <a:lnTo>
                        <a:pt x="243913" y="1015546"/>
                      </a:lnTo>
                      <a:moveTo>
                        <a:pt x="3036716" y="2255181"/>
                      </a:moveTo>
                      <a:lnTo>
                        <a:pt x="3138887" y="2300516"/>
                      </a:lnTo>
                      <a:moveTo>
                        <a:pt x="119358" y="1022736"/>
                      </a:moveTo>
                      <a:lnTo>
                        <a:pt x="222967" y="1064562"/>
                      </a:lnTo>
                      <a:moveTo>
                        <a:pt x="3161106" y="2247990"/>
                      </a:moveTo>
                      <a:lnTo>
                        <a:pt x="3057505" y="2206164"/>
                      </a:lnTo>
                      <a:moveTo>
                        <a:pt x="98894" y="1076053"/>
                      </a:moveTo>
                      <a:lnTo>
                        <a:pt x="203941" y="1114208"/>
                      </a:lnTo>
                      <a:moveTo>
                        <a:pt x="3076691" y="2156681"/>
                      </a:moveTo>
                      <a:lnTo>
                        <a:pt x="3181733" y="2194835"/>
                      </a:lnTo>
                      <a:moveTo>
                        <a:pt x="80346" y="1130009"/>
                      </a:moveTo>
                      <a:lnTo>
                        <a:pt x="186673" y="1164492"/>
                      </a:lnTo>
                      <a:moveTo>
                        <a:pt x="3093962" y="2106234"/>
                      </a:moveTo>
                      <a:lnTo>
                        <a:pt x="3200281" y="2140717"/>
                      </a:lnTo>
                      <a:moveTo>
                        <a:pt x="63556" y="1184614"/>
                      </a:moveTo>
                      <a:lnTo>
                        <a:pt x="171003" y="1215263"/>
                      </a:lnTo>
                      <a:moveTo>
                        <a:pt x="3109630" y="2055463"/>
                      </a:moveTo>
                      <a:lnTo>
                        <a:pt x="3217075" y="2086112"/>
                      </a:lnTo>
                      <a:moveTo>
                        <a:pt x="48687" y="1239685"/>
                      </a:moveTo>
                      <a:lnTo>
                        <a:pt x="157093" y="1266664"/>
                      </a:lnTo>
                      <a:moveTo>
                        <a:pt x="3123381" y="2004063"/>
                      </a:moveTo>
                      <a:lnTo>
                        <a:pt x="3231779" y="2031041"/>
                      </a:lnTo>
                      <a:moveTo>
                        <a:pt x="145101" y="1318550"/>
                      </a:moveTo>
                      <a:lnTo>
                        <a:pt x="35737" y="1295406"/>
                      </a:lnTo>
                      <a:moveTo>
                        <a:pt x="3135368" y="1952176"/>
                      </a:moveTo>
                      <a:lnTo>
                        <a:pt x="3244730" y="1975320"/>
                      </a:lnTo>
                      <a:moveTo>
                        <a:pt x="24864" y="1351441"/>
                      </a:moveTo>
                      <a:lnTo>
                        <a:pt x="135027" y="1370752"/>
                      </a:lnTo>
                      <a:moveTo>
                        <a:pt x="3145600" y="1899975"/>
                      </a:moveTo>
                      <a:lnTo>
                        <a:pt x="3255763" y="1919286"/>
                      </a:lnTo>
                      <a:moveTo>
                        <a:pt x="15909" y="1407790"/>
                      </a:moveTo>
                      <a:lnTo>
                        <a:pt x="126554" y="1423277"/>
                      </a:lnTo>
                      <a:moveTo>
                        <a:pt x="3153916" y="1847449"/>
                      </a:moveTo>
                      <a:lnTo>
                        <a:pt x="3264565" y="1862936"/>
                      </a:lnTo>
                      <a:moveTo>
                        <a:pt x="9035" y="1464464"/>
                      </a:moveTo>
                      <a:lnTo>
                        <a:pt x="120158" y="1476117"/>
                      </a:lnTo>
                      <a:moveTo>
                        <a:pt x="3160467" y="1794609"/>
                      </a:moveTo>
                      <a:lnTo>
                        <a:pt x="3271755" y="1806262"/>
                      </a:lnTo>
                      <a:moveTo>
                        <a:pt x="3917" y="1521300"/>
                      </a:moveTo>
                      <a:lnTo>
                        <a:pt x="115362" y="1529120"/>
                      </a:lnTo>
                      <a:moveTo>
                        <a:pt x="3165112" y="1741606"/>
                      </a:moveTo>
                      <a:lnTo>
                        <a:pt x="3276714" y="1749426"/>
                      </a:lnTo>
                      <a:moveTo>
                        <a:pt x="1039" y="1578289"/>
                      </a:moveTo>
                      <a:lnTo>
                        <a:pt x="112803" y="1582122"/>
                      </a:lnTo>
                      <a:moveTo>
                        <a:pt x="3167829" y="1688604"/>
                      </a:moveTo>
                      <a:lnTo>
                        <a:pt x="3279594" y="1692437"/>
                      </a:lnTo>
                      <a:moveTo>
                        <a:pt x="111845" y="1635439"/>
                      </a:moveTo>
                      <a:lnTo>
                        <a:pt x="81" y="1635439"/>
                      </a:lnTo>
                      <a:moveTo>
                        <a:pt x="3168783" y="1635287"/>
                      </a:moveTo>
                      <a:lnTo>
                        <a:pt x="3280548" y="1635287"/>
                      </a:lnTo>
                      <a:moveTo>
                        <a:pt x="1039" y="1692437"/>
                      </a:moveTo>
                      <a:lnTo>
                        <a:pt x="112803" y="1688604"/>
                      </a:lnTo>
                      <a:moveTo>
                        <a:pt x="3167829" y="1582122"/>
                      </a:moveTo>
                      <a:lnTo>
                        <a:pt x="3279594" y="1578289"/>
                      </a:lnTo>
                      <a:moveTo>
                        <a:pt x="3917" y="1749426"/>
                      </a:moveTo>
                      <a:lnTo>
                        <a:pt x="115362" y="1741606"/>
                      </a:lnTo>
                      <a:moveTo>
                        <a:pt x="3165112" y="1529120"/>
                      </a:moveTo>
                      <a:lnTo>
                        <a:pt x="3276714" y="1521300"/>
                      </a:lnTo>
                      <a:moveTo>
                        <a:pt x="9035" y="1806262"/>
                      </a:moveTo>
                      <a:lnTo>
                        <a:pt x="120158" y="1794609"/>
                      </a:lnTo>
                      <a:moveTo>
                        <a:pt x="3160467" y="1476117"/>
                      </a:moveTo>
                      <a:lnTo>
                        <a:pt x="3271755" y="1464464"/>
                      </a:lnTo>
                      <a:moveTo>
                        <a:pt x="15909" y="1862936"/>
                      </a:moveTo>
                      <a:lnTo>
                        <a:pt x="126554" y="1847449"/>
                      </a:lnTo>
                      <a:moveTo>
                        <a:pt x="3153916" y="1423277"/>
                      </a:moveTo>
                      <a:lnTo>
                        <a:pt x="3264718" y="1407790"/>
                      </a:lnTo>
                      <a:moveTo>
                        <a:pt x="24864" y="1919448"/>
                      </a:moveTo>
                      <a:lnTo>
                        <a:pt x="134868" y="1900137"/>
                      </a:lnTo>
                      <a:moveTo>
                        <a:pt x="3145600" y="1370752"/>
                      </a:moveTo>
                      <a:lnTo>
                        <a:pt x="3255763" y="1351441"/>
                      </a:lnTo>
                      <a:moveTo>
                        <a:pt x="35895" y="1975482"/>
                      </a:moveTo>
                      <a:lnTo>
                        <a:pt x="145261" y="1952338"/>
                      </a:lnTo>
                      <a:moveTo>
                        <a:pt x="3135368" y="1318550"/>
                      </a:moveTo>
                      <a:lnTo>
                        <a:pt x="3244730" y="1295406"/>
                      </a:lnTo>
                      <a:moveTo>
                        <a:pt x="157093" y="2004063"/>
                      </a:moveTo>
                      <a:lnTo>
                        <a:pt x="48687" y="2031041"/>
                      </a:lnTo>
                      <a:moveTo>
                        <a:pt x="3123381" y="1266664"/>
                      </a:moveTo>
                      <a:lnTo>
                        <a:pt x="3231942" y="1239685"/>
                      </a:lnTo>
                      <a:moveTo>
                        <a:pt x="63556" y="2086112"/>
                      </a:moveTo>
                      <a:lnTo>
                        <a:pt x="171003" y="2055463"/>
                      </a:lnTo>
                      <a:moveTo>
                        <a:pt x="3109630" y="1215263"/>
                      </a:moveTo>
                      <a:lnTo>
                        <a:pt x="3217075" y="1184452"/>
                      </a:lnTo>
                      <a:moveTo>
                        <a:pt x="80346" y="2140717"/>
                      </a:moveTo>
                      <a:lnTo>
                        <a:pt x="186673" y="2106234"/>
                      </a:lnTo>
                      <a:moveTo>
                        <a:pt x="3200281" y="1130009"/>
                      </a:moveTo>
                      <a:lnTo>
                        <a:pt x="3093962" y="1164492"/>
                      </a:lnTo>
                      <a:moveTo>
                        <a:pt x="203941" y="2156681"/>
                      </a:moveTo>
                      <a:lnTo>
                        <a:pt x="98894" y="2194835"/>
                      </a:lnTo>
                      <a:moveTo>
                        <a:pt x="3076529" y="1114046"/>
                      </a:moveTo>
                      <a:lnTo>
                        <a:pt x="3181581" y="1075891"/>
                      </a:lnTo>
                      <a:moveTo>
                        <a:pt x="119358" y="2247990"/>
                      </a:moveTo>
                      <a:lnTo>
                        <a:pt x="222967" y="2206164"/>
                      </a:lnTo>
                      <a:moveTo>
                        <a:pt x="3057505" y="1064400"/>
                      </a:moveTo>
                      <a:lnTo>
                        <a:pt x="3161106" y="1022574"/>
                      </a:lnTo>
                      <a:moveTo>
                        <a:pt x="141744" y="2300678"/>
                      </a:moveTo>
                      <a:lnTo>
                        <a:pt x="243913" y="2255343"/>
                      </a:lnTo>
                      <a:moveTo>
                        <a:pt x="3036554" y="1015546"/>
                      </a:moveTo>
                      <a:lnTo>
                        <a:pt x="3138725" y="970210"/>
                      </a:lnTo>
                      <a:moveTo>
                        <a:pt x="166047" y="2352403"/>
                      </a:moveTo>
                      <a:lnTo>
                        <a:pt x="266458" y="2303548"/>
                      </a:lnTo>
                      <a:moveTo>
                        <a:pt x="3114579" y="918324"/>
                      </a:moveTo>
                      <a:lnTo>
                        <a:pt x="3014010" y="967178"/>
                      </a:lnTo>
                      <a:moveTo>
                        <a:pt x="191949" y="2403164"/>
                      </a:moveTo>
                      <a:lnTo>
                        <a:pt x="290602" y="2350801"/>
                      </a:lnTo>
                      <a:moveTo>
                        <a:pt x="2989864" y="919926"/>
                      </a:moveTo>
                      <a:lnTo>
                        <a:pt x="3088679" y="867562"/>
                      </a:lnTo>
                      <a:moveTo>
                        <a:pt x="219770" y="2453134"/>
                      </a:moveTo>
                      <a:lnTo>
                        <a:pt x="316504" y="2397423"/>
                      </a:lnTo>
                      <a:moveTo>
                        <a:pt x="2963964" y="873303"/>
                      </a:moveTo>
                      <a:lnTo>
                        <a:pt x="3060862" y="817592"/>
                      </a:lnTo>
                      <a:moveTo>
                        <a:pt x="249190" y="2502150"/>
                      </a:moveTo>
                      <a:lnTo>
                        <a:pt x="344005" y="2443083"/>
                      </a:lnTo>
                      <a:moveTo>
                        <a:pt x="2936461" y="827806"/>
                      </a:moveTo>
                      <a:lnTo>
                        <a:pt x="3031280" y="768738"/>
                      </a:lnTo>
                      <a:moveTo>
                        <a:pt x="280368" y="2549879"/>
                      </a:moveTo>
                      <a:lnTo>
                        <a:pt x="373105" y="2487617"/>
                      </a:lnTo>
                      <a:moveTo>
                        <a:pt x="2907528" y="783109"/>
                      </a:moveTo>
                      <a:lnTo>
                        <a:pt x="3000259" y="720685"/>
                      </a:lnTo>
                      <a:moveTo>
                        <a:pt x="313306" y="2596654"/>
                      </a:moveTo>
                      <a:lnTo>
                        <a:pt x="403804" y="2531197"/>
                      </a:lnTo>
                      <a:moveTo>
                        <a:pt x="2967320" y="674072"/>
                      </a:moveTo>
                      <a:lnTo>
                        <a:pt x="2876831" y="739681"/>
                      </a:lnTo>
                      <a:moveTo>
                        <a:pt x="347682" y="2642314"/>
                      </a:moveTo>
                      <a:lnTo>
                        <a:pt x="435782" y="2573662"/>
                      </a:lnTo>
                      <a:moveTo>
                        <a:pt x="2932790" y="628412"/>
                      </a:moveTo>
                      <a:lnTo>
                        <a:pt x="2844694" y="697064"/>
                      </a:lnTo>
                      <a:moveTo>
                        <a:pt x="383818" y="2686695"/>
                      </a:moveTo>
                      <a:lnTo>
                        <a:pt x="469518" y="2615012"/>
                      </a:lnTo>
                      <a:moveTo>
                        <a:pt x="2811107" y="655715"/>
                      </a:moveTo>
                      <a:lnTo>
                        <a:pt x="2896810" y="584031"/>
                      </a:lnTo>
                      <a:moveTo>
                        <a:pt x="504374" y="2655083"/>
                      </a:moveTo>
                      <a:lnTo>
                        <a:pt x="421391" y="2729637"/>
                      </a:lnTo>
                      <a:moveTo>
                        <a:pt x="2776100" y="615643"/>
                      </a:moveTo>
                      <a:lnTo>
                        <a:pt x="2859237" y="541089"/>
                      </a:lnTo>
                      <a:moveTo>
                        <a:pt x="460405" y="2771463"/>
                      </a:moveTo>
                      <a:lnTo>
                        <a:pt x="540830" y="2694038"/>
                      </a:lnTo>
                      <a:moveTo>
                        <a:pt x="2739805" y="576688"/>
                      </a:moveTo>
                      <a:lnTo>
                        <a:pt x="2820224" y="499263"/>
                      </a:lnTo>
                      <a:moveTo>
                        <a:pt x="500857" y="2811859"/>
                      </a:moveTo>
                      <a:lnTo>
                        <a:pt x="578564" y="2731716"/>
                      </a:lnTo>
                      <a:moveTo>
                        <a:pt x="2702070" y="539010"/>
                      </a:moveTo>
                      <a:lnTo>
                        <a:pt x="2779771" y="458877"/>
                      </a:lnTo>
                      <a:moveTo>
                        <a:pt x="617576" y="2767954"/>
                      </a:moveTo>
                      <a:lnTo>
                        <a:pt x="542748" y="2850804"/>
                      </a:lnTo>
                      <a:moveTo>
                        <a:pt x="2663057" y="502773"/>
                      </a:moveTo>
                      <a:lnTo>
                        <a:pt x="2737878" y="419922"/>
                      </a:lnTo>
                      <a:moveTo>
                        <a:pt x="585918" y="2888320"/>
                      </a:moveTo>
                      <a:lnTo>
                        <a:pt x="657709" y="2802914"/>
                      </a:lnTo>
                      <a:moveTo>
                        <a:pt x="2622757" y="467975"/>
                      </a:moveTo>
                      <a:lnTo>
                        <a:pt x="2694555" y="382568"/>
                      </a:lnTo>
                      <a:moveTo>
                        <a:pt x="630369" y="2924243"/>
                      </a:moveTo>
                      <a:lnTo>
                        <a:pt x="699120" y="2836443"/>
                      </a:lnTo>
                      <a:moveTo>
                        <a:pt x="2581350" y="434445"/>
                      </a:moveTo>
                      <a:lnTo>
                        <a:pt x="2650259" y="346645"/>
                      </a:lnTo>
                      <a:moveTo>
                        <a:pt x="676096" y="2958564"/>
                      </a:moveTo>
                      <a:lnTo>
                        <a:pt x="741812" y="2868370"/>
                      </a:lnTo>
                      <a:moveTo>
                        <a:pt x="2538657" y="402356"/>
                      </a:moveTo>
                      <a:lnTo>
                        <a:pt x="2604371" y="312162"/>
                      </a:lnTo>
                      <a:moveTo>
                        <a:pt x="723105" y="2991293"/>
                      </a:moveTo>
                      <a:lnTo>
                        <a:pt x="785621" y="2898858"/>
                      </a:lnTo>
                      <a:moveTo>
                        <a:pt x="2495009" y="371869"/>
                      </a:moveTo>
                      <a:lnTo>
                        <a:pt x="2557529" y="279434"/>
                      </a:lnTo>
                      <a:moveTo>
                        <a:pt x="771071" y="3022428"/>
                      </a:moveTo>
                      <a:lnTo>
                        <a:pt x="830231" y="2927914"/>
                      </a:lnTo>
                      <a:moveTo>
                        <a:pt x="2450237" y="342974"/>
                      </a:moveTo>
                      <a:lnTo>
                        <a:pt x="2509562" y="248460"/>
                      </a:lnTo>
                      <a:moveTo>
                        <a:pt x="820157" y="3051800"/>
                      </a:moveTo>
                      <a:lnTo>
                        <a:pt x="875955" y="2955217"/>
                      </a:lnTo>
                      <a:moveTo>
                        <a:pt x="2404510" y="315509"/>
                      </a:moveTo>
                      <a:lnTo>
                        <a:pt x="2460469" y="218926"/>
                      </a:lnTo>
                      <a:moveTo>
                        <a:pt x="870205" y="3079417"/>
                      </a:moveTo>
                      <a:lnTo>
                        <a:pt x="922645" y="2981079"/>
                      </a:lnTo>
                      <a:moveTo>
                        <a:pt x="2357821" y="289809"/>
                      </a:moveTo>
                      <a:lnTo>
                        <a:pt x="2410270" y="191309"/>
                      </a:lnTo>
                      <a:moveTo>
                        <a:pt x="921205" y="3105441"/>
                      </a:moveTo>
                      <a:lnTo>
                        <a:pt x="970135" y="3005339"/>
                      </a:lnTo>
                      <a:moveTo>
                        <a:pt x="2310330" y="265549"/>
                      </a:moveTo>
                      <a:lnTo>
                        <a:pt x="2359261" y="165285"/>
                      </a:lnTo>
                      <a:moveTo>
                        <a:pt x="973177" y="3129549"/>
                      </a:moveTo>
                      <a:lnTo>
                        <a:pt x="1018579" y="3027692"/>
                      </a:lnTo>
                      <a:moveTo>
                        <a:pt x="2261886" y="243034"/>
                      </a:moveTo>
                      <a:lnTo>
                        <a:pt x="2307298" y="141187"/>
                      </a:lnTo>
                      <a:moveTo>
                        <a:pt x="1025779" y="3151730"/>
                      </a:moveTo>
                      <a:lnTo>
                        <a:pt x="1067672" y="3048443"/>
                      </a:lnTo>
                      <a:moveTo>
                        <a:pt x="2212803" y="222283"/>
                      </a:moveTo>
                      <a:lnTo>
                        <a:pt x="2254696" y="118834"/>
                      </a:lnTo>
                      <a:moveTo>
                        <a:pt x="1079344" y="3172329"/>
                      </a:moveTo>
                      <a:lnTo>
                        <a:pt x="1117556" y="3067602"/>
                      </a:lnTo>
                      <a:moveTo>
                        <a:pt x="2201293" y="98398"/>
                      </a:moveTo>
                      <a:lnTo>
                        <a:pt x="2163072" y="203125"/>
                      </a:lnTo>
                      <a:moveTo>
                        <a:pt x="1133386" y="3190848"/>
                      </a:moveTo>
                      <a:lnTo>
                        <a:pt x="1167917" y="3084843"/>
                      </a:lnTo>
                      <a:moveTo>
                        <a:pt x="2112549" y="185883"/>
                      </a:moveTo>
                      <a:lnTo>
                        <a:pt x="2147089" y="79878"/>
                      </a:lnTo>
                      <a:moveTo>
                        <a:pt x="1188229" y="3207612"/>
                      </a:moveTo>
                      <a:lnTo>
                        <a:pt x="1219079" y="3100492"/>
                      </a:lnTo>
                      <a:moveTo>
                        <a:pt x="2061549" y="170396"/>
                      </a:moveTo>
                      <a:lnTo>
                        <a:pt x="2092408" y="63276"/>
                      </a:lnTo>
                      <a:moveTo>
                        <a:pt x="1270565" y="3114215"/>
                      </a:moveTo>
                      <a:lnTo>
                        <a:pt x="1243549" y="3222298"/>
                      </a:lnTo>
                      <a:moveTo>
                        <a:pt x="2010063" y="156664"/>
                      </a:moveTo>
                      <a:lnTo>
                        <a:pt x="2037079" y="48428"/>
                      </a:lnTo>
                      <a:moveTo>
                        <a:pt x="1299193" y="3235230"/>
                      </a:moveTo>
                      <a:lnTo>
                        <a:pt x="1322376" y="3126192"/>
                      </a:lnTo>
                      <a:moveTo>
                        <a:pt x="1958100" y="144696"/>
                      </a:moveTo>
                      <a:lnTo>
                        <a:pt x="1981282" y="35659"/>
                      </a:lnTo>
                      <a:moveTo>
                        <a:pt x="1355466" y="3246082"/>
                      </a:moveTo>
                      <a:lnTo>
                        <a:pt x="1374815" y="3136405"/>
                      </a:lnTo>
                      <a:moveTo>
                        <a:pt x="1905650" y="134483"/>
                      </a:moveTo>
                      <a:lnTo>
                        <a:pt x="1924999" y="24645"/>
                      </a:lnTo>
                      <a:moveTo>
                        <a:pt x="1412073" y="3255027"/>
                      </a:moveTo>
                      <a:lnTo>
                        <a:pt x="1427579" y="3144712"/>
                      </a:lnTo>
                      <a:moveTo>
                        <a:pt x="1853048" y="126177"/>
                      </a:moveTo>
                      <a:lnTo>
                        <a:pt x="1868554" y="15700"/>
                      </a:lnTo>
                      <a:moveTo>
                        <a:pt x="1468833" y="3261883"/>
                      </a:moveTo>
                      <a:lnTo>
                        <a:pt x="1480506" y="3151101"/>
                      </a:lnTo>
                      <a:moveTo>
                        <a:pt x="1811633" y="8843"/>
                      </a:moveTo>
                      <a:lnTo>
                        <a:pt x="1799970" y="119788"/>
                      </a:lnTo>
                      <a:moveTo>
                        <a:pt x="1525917" y="3266842"/>
                      </a:moveTo>
                      <a:lnTo>
                        <a:pt x="1533746" y="3155726"/>
                      </a:lnTo>
                      <a:moveTo>
                        <a:pt x="1746881" y="115000"/>
                      </a:moveTo>
                      <a:lnTo>
                        <a:pt x="1754720" y="3731"/>
                      </a:lnTo>
                      <a:moveTo>
                        <a:pt x="1586987" y="3158444"/>
                      </a:moveTo>
                      <a:lnTo>
                        <a:pt x="1583154" y="3269875"/>
                      </a:lnTo>
                      <a:moveTo>
                        <a:pt x="1693641" y="112283"/>
                      </a:moveTo>
                      <a:lnTo>
                        <a:pt x="1697474" y="852"/>
                      </a:lnTo>
                    </a:path>
                  </a:pathLst>
                </a:custGeom>
                <a:noFill/>
                <a:ln w="47625" cap="rnd">
                  <a:solidFill>
                    <a:schemeClr val="accent2">
                      <a:alpha val="18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mn-cs"/>
                  </a:endParaRPr>
                </a:p>
              </p:txBody>
            </p:sp>
            <p:sp>
              <p:nvSpPr>
                <p:cNvPr id="39" name="Freeform 235_1">
                  <a:extLst>
                    <a:ext uri="{FF2B5EF4-FFF2-40B4-BE49-F238E27FC236}">
                      <a16:creationId xmlns:a16="http://schemas.microsoft.com/office/drawing/2014/main" id="{DA7DA972-0DDD-EA5F-95C7-2ACDC398FC48}"/>
                    </a:ext>
                  </a:extLst>
                </p:cNvPr>
                <p:cNvSpPr/>
                <p:nvPr/>
              </p:nvSpPr>
              <p:spPr>
                <a:xfrm>
                  <a:off x="-2365375" y="1409255"/>
                  <a:ext cx="1949450" cy="1949448"/>
                </a:xfrm>
                <a:prstGeom prst="ellipse">
                  <a:avLst/>
                </a:prstGeom>
                <a:noFill/>
                <a:ln w="9525"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30" name="Group 29">
              <a:extLst>
                <a:ext uri="{FF2B5EF4-FFF2-40B4-BE49-F238E27FC236}">
                  <a16:creationId xmlns:a16="http://schemas.microsoft.com/office/drawing/2014/main" id="{FC088A02-B5B3-53DF-6DFA-8EE550466A12}"/>
                </a:ext>
              </a:extLst>
            </p:cNvPr>
            <p:cNvGrpSpPr>
              <a:grpSpLocks/>
            </p:cNvGrpSpPr>
            <p:nvPr/>
          </p:nvGrpSpPr>
          <p:grpSpPr>
            <a:xfrm>
              <a:off x="2158196" y="940402"/>
              <a:ext cx="1446912" cy="1446910"/>
              <a:chOff x="2508045" y="1609074"/>
              <a:chExt cx="1549811" cy="1549811"/>
            </a:xfrm>
          </p:grpSpPr>
          <p:sp>
            <p:nvSpPr>
              <p:cNvPr id="32" name="Oval 31">
                <a:extLst>
                  <a:ext uri="{FF2B5EF4-FFF2-40B4-BE49-F238E27FC236}">
                    <a16:creationId xmlns:a16="http://schemas.microsoft.com/office/drawing/2014/main" id="{4B8B4280-9974-AB23-445F-13BB3DC20056}"/>
                  </a:ext>
                </a:extLst>
              </p:cNvPr>
              <p:cNvSpPr/>
              <p:nvPr/>
            </p:nvSpPr>
            <p:spPr bwMode="auto">
              <a:xfrm>
                <a:off x="2508045" y="1609074"/>
                <a:ext cx="1549811" cy="1549811"/>
              </a:xfrm>
              <a:prstGeom prst="ellipse">
                <a:avLst/>
              </a:prstGeom>
              <a:solidFill>
                <a:schemeClr val="bg1">
                  <a:alpha val="18000"/>
                </a:schemeClr>
              </a:solid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Segoe UI" pitchFamily="34" charset="0"/>
                  <a:cs typeface="Segoe UI" pitchFamily="34" charset="0"/>
                </a:endParaRPr>
              </a:p>
            </p:txBody>
          </p:sp>
          <p:sp>
            <p:nvSpPr>
              <p:cNvPr id="33" name="Arc 32">
                <a:extLst>
                  <a:ext uri="{FF2B5EF4-FFF2-40B4-BE49-F238E27FC236}">
                    <a16:creationId xmlns:a16="http://schemas.microsoft.com/office/drawing/2014/main" id="{29E3F189-461E-EBA6-3574-114957D66045}"/>
                  </a:ext>
                </a:extLst>
              </p:cNvPr>
              <p:cNvSpPr/>
              <p:nvPr/>
            </p:nvSpPr>
            <p:spPr bwMode="auto">
              <a:xfrm>
                <a:off x="2508045" y="1609074"/>
                <a:ext cx="1549811" cy="1549811"/>
              </a:xfrm>
              <a:prstGeom prst="arc">
                <a:avLst>
                  <a:gd name="adj1" fmla="val 16200000"/>
                  <a:gd name="adj2" fmla="val 14390213"/>
                </a:avLst>
              </a:prstGeom>
              <a:noFill/>
              <a:ln w="57150" cap="rnd">
                <a:solidFill>
                  <a:schemeClr val="tx1"/>
                </a:solidFill>
                <a:headEnd type="none" w="med" len="med"/>
                <a:tailEnd type="oval" w="sm" len="sm"/>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Semibold"/>
                  <a:ea typeface="Segoe UI" pitchFamily="34" charset="0"/>
                  <a:cs typeface="Segoe UI" pitchFamily="34" charset="0"/>
                </a:endParaRPr>
              </a:p>
            </p:txBody>
          </p:sp>
        </p:grpSp>
        <p:sp>
          <p:nvSpPr>
            <p:cNvPr id="31" name="TextBox 4">
              <a:extLst>
                <a:ext uri="{FF2B5EF4-FFF2-40B4-BE49-F238E27FC236}">
                  <a16:creationId xmlns:a16="http://schemas.microsoft.com/office/drawing/2014/main" id="{6E62ED79-3ED7-D03E-CA19-A960953D1BBE}"/>
                </a:ext>
              </a:extLst>
            </p:cNvPr>
            <p:cNvSpPr txBox="1"/>
            <p:nvPr/>
          </p:nvSpPr>
          <p:spPr>
            <a:xfrm>
              <a:off x="2881615" y="1485819"/>
              <a:ext cx="74" cy="356077"/>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Semibold"/>
                <a:ea typeface="+mn-ea"/>
                <a:cs typeface="+mn-cs"/>
              </a:endParaRPr>
            </a:p>
          </p:txBody>
        </p:sp>
      </p:grpSp>
      <p:sp>
        <p:nvSpPr>
          <p:cNvPr id="40" name="TextBox 4">
            <a:extLst>
              <a:ext uri="{FF2B5EF4-FFF2-40B4-BE49-F238E27FC236}">
                <a16:creationId xmlns:a16="http://schemas.microsoft.com/office/drawing/2014/main" id="{029DD789-B360-6C89-25B1-FCD81C84A2E1}"/>
              </a:ext>
            </a:extLst>
          </p:cNvPr>
          <p:cNvSpPr txBox="1"/>
          <p:nvPr/>
        </p:nvSpPr>
        <p:spPr>
          <a:xfrm>
            <a:off x="2453650" y="1257082"/>
            <a:ext cx="856005" cy="615553"/>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FFFFFF"/>
                </a:solidFill>
                <a:effectLst/>
                <a:uLnTx/>
                <a:uFillTx/>
                <a:latin typeface="Segoe UI Semibold"/>
                <a:ea typeface="+mn-ea"/>
                <a:cs typeface="+mn-cs"/>
              </a:rPr>
              <a:t>500</a:t>
            </a:r>
            <a:endParaRPr kumimoji="0" lang="en-US" sz="20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41" name="TextBox 4">
            <a:extLst>
              <a:ext uri="{FF2B5EF4-FFF2-40B4-BE49-F238E27FC236}">
                <a16:creationId xmlns:a16="http://schemas.microsoft.com/office/drawing/2014/main" id="{9E186C34-7B04-178D-6DF4-4A44805310DA}"/>
              </a:ext>
            </a:extLst>
          </p:cNvPr>
          <p:cNvSpPr txBox="1"/>
          <p:nvPr/>
        </p:nvSpPr>
        <p:spPr>
          <a:xfrm>
            <a:off x="2524985" y="4763238"/>
            <a:ext cx="713337" cy="615553"/>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FFFFFF"/>
                </a:solidFill>
                <a:effectLst/>
                <a:uLnTx/>
                <a:uFillTx/>
                <a:latin typeface="Segoe UI Semibold"/>
                <a:ea typeface="+mn-ea"/>
                <a:cs typeface="+mn-cs"/>
              </a:rPr>
              <a:t>10s</a:t>
            </a:r>
            <a:endParaRPr kumimoji="0" lang="en-US" sz="20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42" name="TextBox 4">
            <a:extLst>
              <a:ext uri="{FF2B5EF4-FFF2-40B4-BE49-F238E27FC236}">
                <a16:creationId xmlns:a16="http://schemas.microsoft.com/office/drawing/2014/main" id="{B806970F-3F1E-34EF-A3B3-75A69D0F2473}"/>
              </a:ext>
            </a:extLst>
          </p:cNvPr>
          <p:cNvSpPr txBox="1"/>
          <p:nvPr/>
        </p:nvSpPr>
        <p:spPr>
          <a:xfrm>
            <a:off x="2653224" y="1801658"/>
            <a:ext cx="456855" cy="276999"/>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mn-ea"/>
                <a:cs typeface="+mn-cs"/>
              </a:rPr>
              <a:t>APIs</a:t>
            </a:r>
            <a:endParaRPr kumimoji="0" lang="en-US" sz="20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43" name="TextBox 4">
            <a:extLst>
              <a:ext uri="{FF2B5EF4-FFF2-40B4-BE49-F238E27FC236}">
                <a16:creationId xmlns:a16="http://schemas.microsoft.com/office/drawing/2014/main" id="{97F03E6A-6F91-D98F-E5AD-FBCD67E1EFCB}"/>
              </a:ext>
            </a:extLst>
          </p:cNvPr>
          <p:cNvSpPr txBox="1"/>
          <p:nvPr/>
        </p:nvSpPr>
        <p:spPr>
          <a:xfrm>
            <a:off x="2429284" y="5329169"/>
            <a:ext cx="904735" cy="184666"/>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bold"/>
                <a:ea typeface="+mn-ea"/>
                <a:cs typeface="+mn-cs"/>
              </a:rPr>
              <a:t>of thousands</a:t>
            </a:r>
            <a:endParaRPr kumimoji="0" lang="en-US" sz="1400" b="0" i="0" u="none" strike="noStrike" kern="1200" cap="none" spc="0" normalizeH="0" baseline="0" noProof="0">
              <a:ln>
                <a:noFill/>
              </a:ln>
              <a:solidFill>
                <a:srgbClr val="FFFFFF"/>
              </a:solidFill>
              <a:effectLst/>
              <a:uLnTx/>
              <a:uFillTx/>
              <a:latin typeface="Segoe UI Semibold"/>
              <a:ea typeface="+mn-ea"/>
              <a:cs typeface="+mn-cs"/>
            </a:endParaRPr>
          </a:p>
        </p:txBody>
      </p:sp>
    </p:spTree>
    <p:extLst>
      <p:ext uri="{BB962C8B-B14F-4D97-AF65-F5344CB8AC3E}">
        <p14:creationId xmlns:p14="http://schemas.microsoft.com/office/powerpoint/2010/main" val="49546987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B0B21-610C-2977-CE53-770E69052687}"/>
            </a:ext>
          </a:extLst>
        </p:cNvPr>
        <p:cNvGrpSpPr/>
        <p:nvPr/>
      </p:nvGrpSpPr>
      <p:grpSpPr>
        <a:xfrm>
          <a:off x="0" y="0"/>
          <a:ext cx="0" cy="0"/>
          <a:chOff x="0" y="0"/>
          <a:chExt cx="0" cy="0"/>
        </a:xfrm>
      </p:grpSpPr>
      <p:pic>
        <p:nvPicPr>
          <p:cNvPr id="7" name="Picture 6" descr="A blue and white background&#10;&#10;Description automatically generated">
            <a:extLst>
              <a:ext uri="{FF2B5EF4-FFF2-40B4-BE49-F238E27FC236}">
                <a16:creationId xmlns:a16="http://schemas.microsoft.com/office/drawing/2014/main" id="{1958B611-DA14-87B3-88DA-F209F4E2260A}"/>
              </a:ext>
            </a:extLst>
          </p:cNvPr>
          <p:cNvPicPr>
            <a:picLocks noChangeAspect="1"/>
          </p:cNvPicPr>
          <p:nvPr/>
        </p:nvPicPr>
        <p:blipFill rotWithShape="1">
          <a:blip r:embed="rId3">
            <a:extLst>
              <a:ext uri="{28A0092B-C50C-407E-A947-70E740481C1C}">
                <a14:useLocalDpi xmlns:a14="http://schemas.microsoft.com/office/drawing/2010/main" val="0"/>
              </a:ext>
            </a:extLst>
          </a:blip>
          <a:srcRect l="1598" t="1598" r="1598" b="1598"/>
          <a:stretch/>
        </p:blipFill>
        <p:spPr>
          <a:xfrm>
            <a:off x="0" y="19308"/>
            <a:ext cx="12192000" cy="6838692"/>
          </a:xfrm>
          <a:prstGeom prst="rect">
            <a:avLst/>
          </a:prstGeom>
        </p:spPr>
      </p:pic>
      <p:grpSp>
        <p:nvGrpSpPr>
          <p:cNvPr id="30" name="Group 29">
            <a:extLst>
              <a:ext uri="{FF2B5EF4-FFF2-40B4-BE49-F238E27FC236}">
                <a16:creationId xmlns:a16="http://schemas.microsoft.com/office/drawing/2014/main" id="{9B8074DD-0F65-C4ED-5640-E901DD0F5232}"/>
              </a:ext>
            </a:extLst>
          </p:cNvPr>
          <p:cNvGrpSpPr/>
          <p:nvPr/>
        </p:nvGrpSpPr>
        <p:grpSpPr>
          <a:xfrm rot="16200000">
            <a:off x="-892416" y="1917763"/>
            <a:ext cx="6545530" cy="2996966"/>
            <a:chOff x="1180689" y="-15071"/>
            <a:chExt cx="9962793" cy="4561608"/>
          </a:xfrm>
        </p:grpSpPr>
        <p:pic>
          <p:nvPicPr>
            <p:cNvPr id="33" name="Graphic 32">
              <a:extLst>
                <a:ext uri="{FF2B5EF4-FFF2-40B4-BE49-F238E27FC236}">
                  <a16:creationId xmlns:a16="http://schemas.microsoft.com/office/drawing/2014/main" id="{3CF444A6-F529-BC80-433B-8F95D5D99AC9}"/>
                </a:ext>
              </a:extLst>
            </p:cNvPr>
            <p:cNvPicPr>
              <a:picLocks noChangeAspect="1"/>
            </p:cNvPicPr>
            <p:nvPr/>
          </p:nvPicPr>
          <p:blipFill rotWithShape="1">
            <a:blip>
              <a:extLst>
                <a:ext uri="{96DAC541-7B7A-43D3-8B79-37D633B846F1}">
                  <asvg:svgBlip xmlns:asvg="http://schemas.microsoft.com/office/drawing/2016/SVG/main" r:embed="rId4"/>
                </a:ext>
              </a:extLst>
            </a:blip>
            <a:srcRect b="33960"/>
            <a:stretch/>
          </p:blipFill>
          <p:spPr>
            <a:xfrm flipV="1">
              <a:off x="1180689" y="-15071"/>
              <a:ext cx="9962793" cy="4561608"/>
            </a:xfrm>
            <a:custGeom>
              <a:avLst/>
              <a:gdLst>
                <a:gd name="connsiteX0" fmla="*/ 0 w 9962793"/>
                <a:gd name="connsiteY0" fmla="*/ 4561608 h 4561608"/>
                <a:gd name="connsiteX1" fmla="*/ 2962934 w 9962793"/>
                <a:gd name="connsiteY1" fmla="*/ 4561608 h 4561608"/>
                <a:gd name="connsiteX2" fmla="*/ 2988073 w 9962793"/>
                <a:gd name="connsiteY2" fmla="*/ 4463836 h 4561608"/>
                <a:gd name="connsiteX3" fmla="*/ 4883394 w 9962793"/>
                <a:gd name="connsiteY3" fmla="*/ 3069436 h 4561608"/>
                <a:gd name="connsiteX4" fmla="*/ 6778715 w 9962793"/>
                <a:gd name="connsiteY4" fmla="*/ 4463836 h 4561608"/>
                <a:gd name="connsiteX5" fmla="*/ 6803855 w 9962793"/>
                <a:gd name="connsiteY5" fmla="*/ 4561608 h 4561608"/>
                <a:gd name="connsiteX6" fmla="*/ 9962793 w 9962793"/>
                <a:gd name="connsiteY6" fmla="*/ 4561608 h 4561608"/>
                <a:gd name="connsiteX7" fmla="*/ 9962793 w 9962793"/>
                <a:gd name="connsiteY7" fmla="*/ 0 h 4561608"/>
                <a:gd name="connsiteX8" fmla="*/ 0 w 9962793"/>
                <a:gd name="connsiteY8" fmla="*/ 0 h 456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62793" h="4561608">
                  <a:moveTo>
                    <a:pt x="0" y="4561608"/>
                  </a:moveTo>
                  <a:lnTo>
                    <a:pt x="2962934" y="4561608"/>
                  </a:lnTo>
                  <a:lnTo>
                    <a:pt x="2988073" y="4463836"/>
                  </a:lnTo>
                  <a:cubicBezTo>
                    <a:pt x="3239339" y="3655991"/>
                    <a:pt x="3992868" y="3069436"/>
                    <a:pt x="4883394" y="3069436"/>
                  </a:cubicBezTo>
                  <a:cubicBezTo>
                    <a:pt x="5773920" y="3069436"/>
                    <a:pt x="6527449" y="3655991"/>
                    <a:pt x="6778715" y="4463836"/>
                  </a:cubicBezTo>
                  <a:lnTo>
                    <a:pt x="6803855" y="4561608"/>
                  </a:lnTo>
                  <a:lnTo>
                    <a:pt x="9962793" y="4561608"/>
                  </a:lnTo>
                  <a:lnTo>
                    <a:pt x="9962793" y="0"/>
                  </a:lnTo>
                  <a:lnTo>
                    <a:pt x="0" y="0"/>
                  </a:lnTo>
                  <a:close/>
                </a:path>
              </a:pathLst>
            </a:custGeom>
          </p:spPr>
        </p:pic>
        <p:sp>
          <p:nvSpPr>
            <p:cNvPr id="35" name="Freeform: Shape 34">
              <a:extLst>
                <a:ext uri="{FF2B5EF4-FFF2-40B4-BE49-F238E27FC236}">
                  <a16:creationId xmlns:a16="http://schemas.microsoft.com/office/drawing/2014/main" id="{36313BEC-7FF7-0CCF-90C4-BAB919EA3620}"/>
                </a:ext>
              </a:extLst>
            </p:cNvPr>
            <p:cNvSpPr/>
            <p:nvPr/>
          </p:nvSpPr>
          <p:spPr>
            <a:xfrm flipV="1">
              <a:off x="3197441" y="2604026"/>
              <a:ext cx="184" cy="187"/>
            </a:xfrm>
            <a:custGeom>
              <a:avLst/>
              <a:gdLst>
                <a:gd name="connsiteX0" fmla="*/ 0 w 313"/>
                <a:gd name="connsiteY0" fmla="*/ 312 h 316"/>
                <a:gd name="connsiteX1" fmla="*/ 1 w 313"/>
                <a:gd name="connsiteY1" fmla="*/ 317 h 316"/>
                <a:gd name="connsiteX2" fmla="*/ 0 w 313"/>
                <a:gd name="connsiteY2" fmla="*/ 312 h 316"/>
              </a:gdLst>
              <a:ahLst/>
              <a:cxnLst>
                <a:cxn ang="0">
                  <a:pos x="connsiteX0" y="connsiteY0"/>
                </a:cxn>
                <a:cxn ang="0">
                  <a:pos x="connsiteX1" y="connsiteY1"/>
                </a:cxn>
                <a:cxn ang="0">
                  <a:pos x="connsiteX2" y="connsiteY2"/>
                </a:cxn>
              </a:cxnLst>
              <a:rect l="l" t="t" r="r" b="b"/>
              <a:pathLst>
                <a:path w="313" h="316">
                  <a:moveTo>
                    <a:pt x="0" y="312"/>
                  </a:moveTo>
                  <a:cubicBezTo>
                    <a:pt x="0" y="313"/>
                    <a:pt x="1" y="317"/>
                    <a:pt x="1" y="317"/>
                  </a:cubicBezTo>
                  <a:cubicBezTo>
                    <a:pt x="432" y="-118"/>
                    <a:pt x="403" y="-92"/>
                    <a:pt x="0" y="312"/>
                  </a:cubicBezTo>
                  <a:close/>
                </a:path>
              </a:pathLst>
            </a:custGeom>
            <a:solidFill>
              <a:schemeClr val="accent5">
                <a:lumMod val="75000"/>
              </a:schemeClr>
            </a:solidFill>
            <a:ln w="13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8" name="Group 7">
            <a:extLst>
              <a:ext uri="{FF2B5EF4-FFF2-40B4-BE49-F238E27FC236}">
                <a16:creationId xmlns:a16="http://schemas.microsoft.com/office/drawing/2014/main" id="{020ED7CC-D11A-E8AF-7E17-0B94AC408634}"/>
              </a:ext>
            </a:extLst>
          </p:cNvPr>
          <p:cNvGrpSpPr/>
          <p:nvPr/>
        </p:nvGrpSpPr>
        <p:grpSpPr>
          <a:xfrm>
            <a:off x="3898902" y="2812329"/>
            <a:ext cx="8254516" cy="1233340"/>
            <a:chOff x="3898902" y="2821325"/>
            <a:chExt cx="8134100" cy="1215348"/>
          </a:xfrm>
        </p:grpSpPr>
        <p:pic>
          <p:nvPicPr>
            <p:cNvPr id="10" name="Graphic 9">
              <a:extLst>
                <a:ext uri="{FF2B5EF4-FFF2-40B4-BE49-F238E27FC236}">
                  <a16:creationId xmlns:a16="http://schemas.microsoft.com/office/drawing/2014/main" id="{A990680F-44DB-1F11-6A6A-D41D8A4980AE}"/>
                </a:ext>
              </a:extLst>
            </p:cNvPr>
            <p:cNvPicPr>
              <a:picLocks noChangeAspect="1"/>
            </p:cNvPicPr>
            <p:nvPr/>
          </p:nvPicPr>
          <p:blipFill rotWithShape="1">
            <a:blip>
              <a:extLst>
                <a:ext uri="{96DAC541-7B7A-43D3-8B79-37D633B846F1}">
                  <asvg:svgBlip xmlns:asvg="http://schemas.microsoft.com/office/drawing/2016/SVG/main" r:embed="rId5"/>
                </a:ext>
              </a:extLst>
            </a:blip>
            <a:srcRect l="5443" t="23955" r="5443" b="23955"/>
            <a:stretch/>
          </p:blipFill>
          <p:spPr>
            <a:xfrm>
              <a:off x="3898902" y="2821325"/>
              <a:ext cx="4067050" cy="1215348"/>
            </a:xfrm>
            <a:prstGeom prst="rect">
              <a:avLst/>
            </a:prstGeom>
          </p:spPr>
        </p:pic>
        <p:pic>
          <p:nvPicPr>
            <p:cNvPr id="11" name="Graphic 10">
              <a:extLst>
                <a:ext uri="{FF2B5EF4-FFF2-40B4-BE49-F238E27FC236}">
                  <a16:creationId xmlns:a16="http://schemas.microsoft.com/office/drawing/2014/main" id="{F5801279-8190-C53E-93E7-3EF718AA9C38}"/>
                </a:ext>
              </a:extLst>
            </p:cNvPr>
            <p:cNvPicPr>
              <a:picLocks noChangeAspect="1"/>
            </p:cNvPicPr>
            <p:nvPr/>
          </p:nvPicPr>
          <p:blipFill rotWithShape="1">
            <a:blip>
              <a:extLst>
                <a:ext uri="{96DAC541-7B7A-43D3-8B79-37D633B846F1}">
                  <asvg:svgBlip xmlns:asvg="http://schemas.microsoft.com/office/drawing/2016/SVG/main" r:embed="rId5"/>
                </a:ext>
              </a:extLst>
            </a:blip>
            <a:srcRect l="5443" t="23955" r="5443" b="23955"/>
            <a:stretch/>
          </p:blipFill>
          <p:spPr>
            <a:xfrm flipH="1">
              <a:off x="7965952" y="2821325"/>
              <a:ext cx="4067050" cy="1215348"/>
            </a:xfrm>
            <a:prstGeom prst="rect">
              <a:avLst/>
            </a:prstGeom>
          </p:spPr>
        </p:pic>
        <p:sp>
          <p:nvSpPr>
            <p:cNvPr id="12" name="Oval 11">
              <a:extLst>
                <a:ext uri="{FF2B5EF4-FFF2-40B4-BE49-F238E27FC236}">
                  <a16:creationId xmlns:a16="http://schemas.microsoft.com/office/drawing/2014/main" id="{F521449C-1A7B-3E1F-29D5-952BE236F682}"/>
                </a:ext>
              </a:extLst>
            </p:cNvPr>
            <p:cNvSpPr/>
            <p:nvPr/>
          </p:nvSpPr>
          <p:spPr bwMode="auto">
            <a:xfrm>
              <a:off x="7908739" y="3390208"/>
              <a:ext cx="111525" cy="111525"/>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3" name="Oval 12">
              <a:extLst>
                <a:ext uri="{FF2B5EF4-FFF2-40B4-BE49-F238E27FC236}">
                  <a16:creationId xmlns:a16="http://schemas.microsoft.com/office/drawing/2014/main" id="{101D5573-795B-B3B6-B71C-C94DC140068E}"/>
                </a:ext>
              </a:extLst>
            </p:cNvPr>
            <p:cNvSpPr/>
            <p:nvPr/>
          </p:nvSpPr>
          <p:spPr bwMode="auto">
            <a:xfrm>
              <a:off x="7946252" y="3581702"/>
              <a:ext cx="36499" cy="36499"/>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4" name="Oval 13">
              <a:extLst>
                <a:ext uri="{FF2B5EF4-FFF2-40B4-BE49-F238E27FC236}">
                  <a16:creationId xmlns:a16="http://schemas.microsoft.com/office/drawing/2014/main" id="{065B9CF1-38D4-B8EA-D6AF-6437E0332623}"/>
                </a:ext>
              </a:extLst>
            </p:cNvPr>
            <p:cNvSpPr/>
            <p:nvPr/>
          </p:nvSpPr>
          <p:spPr bwMode="auto">
            <a:xfrm>
              <a:off x="7946252" y="3750891"/>
              <a:ext cx="36499" cy="36499"/>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6" name="Oval 15">
              <a:extLst>
                <a:ext uri="{FF2B5EF4-FFF2-40B4-BE49-F238E27FC236}">
                  <a16:creationId xmlns:a16="http://schemas.microsoft.com/office/drawing/2014/main" id="{885E87F1-2EC0-B423-185D-CBA5B4656661}"/>
                </a:ext>
              </a:extLst>
            </p:cNvPr>
            <p:cNvSpPr/>
            <p:nvPr/>
          </p:nvSpPr>
          <p:spPr bwMode="auto">
            <a:xfrm>
              <a:off x="7929486" y="3080661"/>
              <a:ext cx="75089" cy="75089"/>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sp>
        <p:nvSpPr>
          <p:cNvPr id="29" name="Title 28">
            <a:extLst>
              <a:ext uri="{FF2B5EF4-FFF2-40B4-BE49-F238E27FC236}">
                <a16:creationId xmlns:a16="http://schemas.microsoft.com/office/drawing/2014/main" id="{68AB5281-41A0-5F55-3042-7CC98381C844}"/>
              </a:ext>
            </a:extLst>
          </p:cNvPr>
          <p:cNvSpPr>
            <a:spLocks noGrp="1"/>
          </p:cNvSpPr>
          <p:nvPr>
            <p:ph type="title"/>
          </p:nvPr>
        </p:nvSpPr>
        <p:spPr>
          <a:xfrm>
            <a:off x="588963" y="457200"/>
            <a:ext cx="11017250" cy="554038"/>
          </a:xfrm>
        </p:spPr>
        <p:txBody>
          <a:bodyPr/>
          <a:lstStyle/>
          <a:p>
            <a:pPr algn="ctr"/>
            <a:r>
              <a:rPr lang="en-US"/>
              <a:t>Azure API platform</a:t>
            </a:r>
            <a:endParaRPr lang="en-GB"/>
          </a:p>
        </p:txBody>
      </p:sp>
      <p:sp>
        <p:nvSpPr>
          <p:cNvPr id="9" name="Rectangle: Rounded Corners 15">
            <a:extLst>
              <a:ext uri="{FF2B5EF4-FFF2-40B4-BE49-F238E27FC236}">
                <a16:creationId xmlns:a16="http://schemas.microsoft.com/office/drawing/2014/main" id="{4FACCEE2-2932-46B1-FA3F-DD79727D3BA3}"/>
              </a:ext>
              <a:ext uri="{C183D7F6-B498-43B3-948B-1728B52AA6E4}">
                <adec:decorative xmlns:adec="http://schemas.microsoft.com/office/drawing/2017/decorative" val="1"/>
              </a:ext>
            </a:extLst>
          </p:cNvPr>
          <p:cNvSpPr>
            <a:spLocks/>
          </p:cNvSpPr>
          <p:nvPr/>
        </p:nvSpPr>
        <p:spPr bwMode="auto">
          <a:xfrm>
            <a:off x="588963" y="1246184"/>
            <a:ext cx="11017250" cy="5298550"/>
          </a:xfrm>
          <a:prstGeom prst="roundRect">
            <a:avLst>
              <a:gd name="adj" fmla="val 4066"/>
            </a:avLst>
          </a:prstGeom>
          <a:solidFill>
            <a:srgbClr val="FFFFFF"/>
          </a:solidFill>
          <a:ln>
            <a:no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UI" pitchFamily="34" charset="0"/>
            </a:endParaRPr>
          </a:p>
        </p:txBody>
      </p:sp>
      <p:sp>
        <p:nvSpPr>
          <p:cNvPr id="15" name="TextBox 14">
            <a:extLst>
              <a:ext uri="{FF2B5EF4-FFF2-40B4-BE49-F238E27FC236}">
                <a16:creationId xmlns:a16="http://schemas.microsoft.com/office/drawing/2014/main" id="{486DA789-981C-6F78-79C1-1D423C2EA264}"/>
              </a:ext>
            </a:extLst>
          </p:cNvPr>
          <p:cNvSpPr txBox="1"/>
          <p:nvPr/>
        </p:nvSpPr>
        <p:spPr>
          <a:xfrm>
            <a:off x="714376" y="1246184"/>
            <a:ext cx="10766424" cy="630942"/>
          </a:xfrm>
          <a:prstGeom prst="rect">
            <a:avLst/>
          </a:prstGeom>
          <a:noFill/>
        </p:spPr>
        <p:txBody>
          <a:bodyPr wrap="square" lIns="0" tIns="137160" rIns="0" b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Semibold"/>
                <a:ea typeface="+mn-ea"/>
                <a:cs typeface="+mn-cs"/>
              </a:rPr>
              <a:t>One stop shop for cataloging, governing, securing, and observing every API, including traditional services, AI models, model centric tools, and autonomous agents, exposed or consumed across the entire organization.</a:t>
            </a:r>
          </a:p>
        </p:txBody>
      </p:sp>
      <p:sp>
        <p:nvSpPr>
          <p:cNvPr id="55" name="Rectangle: Rounded Corners 54">
            <a:extLst>
              <a:ext uri="{FF2B5EF4-FFF2-40B4-BE49-F238E27FC236}">
                <a16:creationId xmlns:a16="http://schemas.microsoft.com/office/drawing/2014/main" id="{58822AF5-151D-1518-8D22-BF141D7A9A3C}"/>
              </a:ext>
            </a:extLst>
          </p:cNvPr>
          <p:cNvSpPr>
            <a:spLocks/>
          </p:cNvSpPr>
          <p:nvPr/>
        </p:nvSpPr>
        <p:spPr bwMode="auto">
          <a:xfrm>
            <a:off x="726123" y="2014285"/>
            <a:ext cx="5051425" cy="2651508"/>
          </a:xfrm>
          <a:prstGeom prst="roundRect">
            <a:avLst>
              <a:gd name="adj" fmla="val 7609"/>
            </a:avLst>
          </a:prstGeom>
          <a:solidFill>
            <a:schemeClr val="bg1"/>
          </a:solidFill>
          <a:ln w="12700">
            <a:gradFill>
              <a:gsLst>
                <a:gs pos="0">
                  <a:schemeClr val="accent3"/>
                </a:gs>
                <a:gs pos="19000">
                  <a:schemeClr val="accent1"/>
                </a:gs>
                <a:gs pos="100000">
                  <a:schemeClr val="accent6"/>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88900" tIns="38100" rIns="889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endParaRPr>
          </a:p>
        </p:txBody>
      </p:sp>
      <p:sp>
        <p:nvSpPr>
          <p:cNvPr id="59" name="Rectangle: Rounded Corners 58">
            <a:extLst>
              <a:ext uri="{FF2B5EF4-FFF2-40B4-BE49-F238E27FC236}">
                <a16:creationId xmlns:a16="http://schemas.microsoft.com/office/drawing/2014/main" id="{10DEDE79-17B5-AE1B-F72F-60318FA19E7E}"/>
              </a:ext>
            </a:extLst>
          </p:cNvPr>
          <p:cNvSpPr/>
          <p:nvPr/>
        </p:nvSpPr>
        <p:spPr bwMode="auto">
          <a:xfrm>
            <a:off x="817562" y="2105723"/>
            <a:ext cx="1434984" cy="2072132"/>
          </a:xfrm>
          <a:prstGeom prst="roundRect">
            <a:avLst>
              <a:gd name="adj" fmla="val 9226"/>
            </a:avLst>
          </a:prstGeom>
          <a:gradFill>
            <a:gsLst>
              <a:gs pos="0">
                <a:schemeClr val="accent3"/>
              </a:gs>
              <a:gs pos="19000">
                <a:schemeClr val="accent1"/>
              </a:gs>
              <a:gs pos="100000">
                <a:schemeClr val="accent6"/>
              </a:gs>
            </a:gsLst>
            <a:lin ang="27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Sans Text Semibold"/>
              <a:ea typeface="+mn-ea"/>
              <a:cs typeface="+mn-cs"/>
            </a:endParaRPr>
          </a:p>
        </p:txBody>
      </p:sp>
      <p:sp>
        <p:nvSpPr>
          <p:cNvPr id="61" name="TextBox 60">
            <a:extLst>
              <a:ext uri="{FF2B5EF4-FFF2-40B4-BE49-F238E27FC236}">
                <a16:creationId xmlns:a16="http://schemas.microsoft.com/office/drawing/2014/main" id="{68366B68-1763-AF7F-5A4E-E9BD4B7BF097}"/>
              </a:ext>
            </a:extLst>
          </p:cNvPr>
          <p:cNvSpPr txBox="1"/>
          <p:nvPr/>
        </p:nvSpPr>
        <p:spPr>
          <a:xfrm>
            <a:off x="817562" y="3188640"/>
            <a:ext cx="1434984" cy="492443"/>
          </a:xfrm>
          <a:prstGeom prst="rect">
            <a:avLst/>
          </a:prstGeom>
          <a:noFill/>
        </p:spPr>
        <p:txBody>
          <a:bodyPr wrap="square"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Text Semibold"/>
                <a:ea typeface="+mn-ea"/>
                <a:cs typeface="+mn-cs"/>
              </a:rPr>
              <a:t>API Management</a:t>
            </a:r>
          </a:p>
        </p:txBody>
      </p:sp>
      <p:sp>
        <p:nvSpPr>
          <p:cNvPr id="62" name="Oval 61">
            <a:extLst>
              <a:ext uri="{FF2B5EF4-FFF2-40B4-BE49-F238E27FC236}">
                <a16:creationId xmlns:a16="http://schemas.microsoft.com/office/drawing/2014/main" id="{6BE5255E-9918-C3E0-7E93-D68C620FB682}"/>
              </a:ext>
            </a:extLst>
          </p:cNvPr>
          <p:cNvSpPr/>
          <p:nvPr/>
        </p:nvSpPr>
        <p:spPr bwMode="auto">
          <a:xfrm>
            <a:off x="1243213" y="2365881"/>
            <a:ext cx="583682" cy="583682"/>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lIns="88900" tIns="38100" rIns="889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2400" b="1" i="0" u="none" strike="noStrike" kern="1200" cap="none" spc="0" normalizeH="0" baseline="0" noProof="0" err="1">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endParaRPr>
          </a:p>
        </p:txBody>
      </p:sp>
      <p:pic>
        <p:nvPicPr>
          <p:cNvPr id="24" name="Picture 23" descr="Azure API Center icon">
            <a:extLst>
              <a:ext uri="{FF2B5EF4-FFF2-40B4-BE49-F238E27FC236}">
                <a16:creationId xmlns:a16="http://schemas.microsoft.com/office/drawing/2014/main" id="{67F81669-DA93-B4AE-3C38-9795625B6155}"/>
              </a:ext>
            </a:extLst>
          </p:cNvPr>
          <p:cNvPicPr>
            <a:picLocks noChangeAspect="1"/>
          </p:cNvPicPr>
          <p:nvPr/>
        </p:nvPicPr>
        <p:blipFill>
          <a:blip r:embed="rId6"/>
          <a:stretch>
            <a:fillRect/>
          </a:stretch>
        </p:blipFill>
        <p:spPr>
          <a:xfrm>
            <a:off x="1329414" y="2452083"/>
            <a:ext cx="411280" cy="411278"/>
          </a:xfrm>
          <a:prstGeom prst="rect">
            <a:avLst/>
          </a:prstGeom>
        </p:spPr>
      </p:pic>
      <p:sp>
        <p:nvSpPr>
          <p:cNvPr id="1027" name="TextBox 1026">
            <a:extLst>
              <a:ext uri="{FF2B5EF4-FFF2-40B4-BE49-F238E27FC236}">
                <a16:creationId xmlns:a16="http://schemas.microsoft.com/office/drawing/2014/main" id="{F5431C5F-8955-BE05-2B2E-0D59B47F2C4C}"/>
              </a:ext>
            </a:extLst>
          </p:cNvPr>
          <p:cNvSpPr txBox="1"/>
          <p:nvPr/>
        </p:nvSpPr>
        <p:spPr>
          <a:xfrm>
            <a:off x="2389706" y="2526237"/>
            <a:ext cx="3195754" cy="123110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mn-cs"/>
              </a:rPr>
              <a:t>Securely expose, manage, observe, and analyze APIs, models, MCP servers, and agents across all environments through a managed gateway.</a:t>
            </a:r>
          </a:p>
        </p:txBody>
      </p:sp>
      <p:sp>
        <p:nvSpPr>
          <p:cNvPr id="1030" name="Rectangle: Rounded Corners 1029">
            <a:extLst>
              <a:ext uri="{FF2B5EF4-FFF2-40B4-BE49-F238E27FC236}">
                <a16:creationId xmlns:a16="http://schemas.microsoft.com/office/drawing/2014/main" id="{68CE6687-8FF6-B8BF-8222-344275C6147E}"/>
              </a:ext>
            </a:extLst>
          </p:cNvPr>
          <p:cNvSpPr>
            <a:spLocks/>
          </p:cNvSpPr>
          <p:nvPr/>
        </p:nvSpPr>
        <p:spPr bwMode="auto">
          <a:xfrm>
            <a:off x="6417628" y="2014285"/>
            <a:ext cx="5051425" cy="2651508"/>
          </a:xfrm>
          <a:prstGeom prst="roundRect">
            <a:avLst>
              <a:gd name="adj" fmla="val 7609"/>
            </a:avLst>
          </a:prstGeom>
          <a:solidFill>
            <a:schemeClr val="bg1"/>
          </a:solidFill>
          <a:ln w="12700">
            <a:gradFill>
              <a:gsLst>
                <a:gs pos="0">
                  <a:schemeClr val="accent3"/>
                </a:gs>
                <a:gs pos="19000">
                  <a:schemeClr val="accent1"/>
                </a:gs>
                <a:gs pos="100000">
                  <a:schemeClr val="accent6"/>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88900" tIns="38100" rIns="889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err="1">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endParaRPr>
          </a:p>
        </p:txBody>
      </p:sp>
      <p:sp>
        <p:nvSpPr>
          <p:cNvPr id="1031" name="Rectangle: Rounded Corners 1030">
            <a:extLst>
              <a:ext uri="{FF2B5EF4-FFF2-40B4-BE49-F238E27FC236}">
                <a16:creationId xmlns:a16="http://schemas.microsoft.com/office/drawing/2014/main" id="{DB7EBF84-F570-8F4A-745D-F9C928C1B42C}"/>
              </a:ext>
            </a:extLst>
          </p:cNvPr>
          <p:cNvSpPr/>
          <p:nvPr/>
        </p:nvSpPr>
        <p:spPr bwMode="auto">
          <a:xfrm>
            <a:off x="6509067" y="2105722"/>
            <a:ext cx="1434984" cy="2072132"/>
          </a:xfrm>
          <a:prstGeom prst="roundRect">
            <a:avLst>
              <a:gd name="adj" fmla="val 9226"/>
            </a:avLst>
          </a:prstGeom>
          <a:gradFill>
            <a:gsLst>
              <a:gs pos="0">
                <a:schemeClr val="accent3"/>
              </a:gs>
              <a:gs pos="19000">
                <a:schemeClr val="accent1"/>
              </a:gs>
              <a:gs pos="100000">
                <a:schemeClr val="accent6"/>
              </a:gs>
            </a:gsLst>
            <a:lin ang="27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Sans Text Semibold"/>
              <a:ea typeface="+mn-ea"/>
              <a:cs typeface="+mn-cs"/>
            </a:endParaRPr>
          </a:p>
        </p:txBody>
      </p:sp>
      <p:sp>
        <p:nvSpPr>
          <p:cNvPr id="1032" name="TextBox 1031">
            <a:extLst>
              <a:ext uri="{FF2B5EF4-FFF2-40B4-BE49-F238E27FC236}">
                <a16:creationId xmlns:a16="http://schemas.microsoft.com/office/drawing/2014/main" id="{A7E4D319-F9AB-F981-F81C-524F9AC3F4AA}"/>
              </a:ext>
            </a:extLst>
          </p:cNvPr>
          <p:cNvSpPr txBox="1"/>
          <p:nvPr/>
        </p:nvSpPr>
        <p:spPr>
          <a:xfrm>
            <a:off x="6509067" y="3188640"/>
            <a:ext cx="1434984" cy="492443"/>
          </a:xfrm>
          <a:prstGeom prst="rect">
            <a:avLst/>
          </a:prstGeom>
          <a:noFill/>
        </p:spPr>
        <p:txBody>
          <a:bodyPr wrap="square"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Text Semibold"/>
                <a:ea typeface="+mn-ea"/>
                <a:cs typeface="+mn-cs"/>
              </a:rPr>
              <a:t>API </a:t>
            </a:r>
            <a:br>
              <a:rPr kumimoji="0" lang="en-US" sz="1600" b="0" i="0" u="none" strike="noStrike" kern="1200" cap="none" spc="0" normalizeH="0" baseline="0" noProof="0">
                <a:ln>
                  <a:noFill/>
                </a:ln>
                <a:solidFill>
                  <a:srgbClr val="FFFFFF"/>
                </a:solidFill>
                <a:effectLst/>
                <a:uLnTx/>
                <a:uFillTx/>
                <a:latin typeface="Segoe Sans Text Semibold"/>
                <a:ea typeface="+mn-ea"/>
                <a:cs typeface="+mn-cs"/>
              </a:rPr>
            </a:br>
            <a:r>
              <a:rPr kumimoji="0" lang="en-US" sz="1600" b="0" i="0" u="none" strike="noStrike" kern="1200" cap="none" spc="0" normalizeH="0" baseline="0" noProof="0">
                <a:ln>
                  <a:noFill/>
                </a:ln>
                <a:solidFill>
                  <a:srgbClr val="FFFFFF"/>
                </a:solidFill>
                <a:effectLst/>
                <a:uLnTx/>
                <a:uFillTx/>
                <a:latin typeface="Segoe Sans Text Semibold"/>
                <a:ea typeface="+mn-ea"/>
                <a:cs typeface="+mn-cs"/>
              </a:rPr>
              <a:t>Center</a:t>
            </a:r>
          </a:p>
        </p:txBody>
      </p:sp>
      <p:sp>
        <p:nvSpPr>
          <p:cNvPr id="1033" name="Oval 1032">
            <a:extLst>
              <a:ext uri="{FF2B5EF4-FFF2-40B4-BE49-F238E27FC236}">
                <a16:creationId xmlns:a16="http://schemas.microsoft.com/office/drawing/2014/main" id="{9DE2186F-9D1A-2E6F-CD4B-4911FD1F1C07}"/>
              </a:ext>
            </a:extLst>
          </p:cNvPr>
          <p:cNvSpPr/>
          <p:nvPr/>
        </p:nvSpPr>
        <p:spPr bwMode="auto">
          <a:xfrm>
            <a:off x="6934718" y="2365881"/>
            <a:ext cx="583682" cy="583682"/>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lIns="88900" tIns="38100" rIns="889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2400" b="1" i="0" u="none" strike="noStrike" kern="1200" cap="none" spc="0" normalizeH="0" baseline="0" noProof="0" err="1">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endParaRPr>
          </a:p>
        </p:txBody>
      </p:sp>
      <p:sp>
        <p:nvSpPr>
          <p:cNvPr id="1035" name="TextBox 1034">
            <a:extLst>
              <a:ext uri="{FF2B5EF4-FFF2-40B4-BE49-F238E27FC236}">
                <a16:creationId xmlns:a16="http://schemas.microsoft.com/office/drawing/2014/main" id="{314B0909-B7E1-D327-EE84-9E0ED2B35B0C}"/>
              </a:ext>
            </a:extLst>
          </p:cNvPr>
          <p:cNvSpPr txBox="1"/>
          <p:nvPr/>
        </p:nvSpPr>
        <p:spPr>
          <a:xfrm>
            <a:off x="8081211" y="2649348"/>
            <a:ext cx="3195754" cy="98488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mn-cs"/>
              </a:rPr>
              <a:t>Centrally catalog, track, govern, and discover all APIs, tools, and agents within an organization, regardless of type or location.</a:t>
            </a:r>
          </a:p>
        </p:txBody>
      </p:sp>
      <p:pic>
        <p:nvPicPr>
          <p:cNvPr id="23" name="Graphic 22">
            <a:extLst>
              <a:ext uri="{FF2B5EF4-FFF2-40B4-BE49-F238E27FC236}">
                <a16:creationId xmlns:a16="http://schemas.microsoft.com/office/drawing/2014/main" id="{B7FAA542-B2FB-FE8A-AD94-6C9F93577BB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71243" y="2502406"/>
            <a:ext cx="310632" cy="310632"/>
          </a:xfrm>
          <a:prstGeom prst="rect">
            <a:avLst/>
          </a:prstGeom>
        </p:spPr>
      </p:pic>
      <p:sp>
        <p:nvSpPr>
          <p:cNvPr id="22" name="Cross 21">
            <a:extLst>
              <a:ext uri="{FF2B5EF4-FFF2-40B4-BE49-F238E27FC236}">
                <a16:creationId xmlns:a16="http://schemas.microsoft.com/office/drawing/2014/main" id="{84FDCDB8-5875-81BD-C333-2AE670A57592}"/>
              </a:ext>
            </a:extLst>
          </p:cNvPr>
          <p:cNvSpPr>
            <a:spLocks/>
          </p:cNvSpPr>
          <p:nvPr/>
        </p:nvSpPr>
        <p:spPr bwMode="auto">
          <a:xfrm>
            <a:off x="5906296" y="2950498"/>
            <a:ext cx="382586" cy="382584"/>
          </a:xfrm>
          <a:prstGeom prst="plus">
            <a:avLst>
              <a:gd name="adj" fmla="val 41456"/>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57" name="Rectangle: Rounded Corners 56">
            <a:extLst>
              <a:ext uri="{FF2B5EF4-FFF2-40B4-BE49-F238E27FC236}">
                <a16:creationId xmlns:a16="http://schemas.microsoft.com/office/drawing/2014/main" id="{34CC93CF-72C8-1294-5D57-7C9E6238766B}"/>
              </a:ext>
            </a:extLst>
          </p:cNvPr>
          <p:cNvSpPr>
            <a:spLocks/>
          </p:cNvSpPr>
          <p:nvPr/>
        </p:nvSpPr>
        <p:spPr bwMode="auto">
          <a:xfrm>
            <a:off x="737870" y="5428982"/>
            <a:ext cx="10742930" cy="971818"/>
          </a:xfrm>
          <a:prstGeom prst="roundRect">
            <a:avLst>
              <a:gd name="adj" fmla="val 7609"/>
            </a:avLst>
          </a:prstGeom>
          <a:solidFill>
            <a:schemeClr val="bg1"/>
          </a:solidFill>
          <a:ln w="12700">
            <a:gradFill>
              <a:gsLst>
                <a:gs pos="0">
                  <a:schemeClr val="accent3"/>
                </a:gs>
                <a:gs pos="19000">
                  <a:schemeClr val="accent1"/>
                </a:gs>
                <a:gs pos="100000">
                  <a:schemeClr val="accent6"/>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88900" tIns="38100" rIns="889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err="1">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endParaRPr>
          </a:p>
        </p:txBody>
      </p:sp>
      <p:sp>
        <p:nvSpPr>
          <p:cNvPr id="1036" name="Rectangle: Rounded Corners 1035">
            <a:extLst>
              <a:ext uri="{FF2B5EF4-FFF2-40B4-BE49-F238E27FC236}">
                <a16:creationId xmlns:a16="http://schemas.microsoft.com/office/drawing/2014/main" id="{8FC046AF-8A8B-66D8-3C09-EC6974EE28CE}"/>
              </a:ext>
            </a:extLst>
          </p:cNvPr>
          <p:cNvSpPr/>
          <p:nvPr/>
        </p:nvSpPr>
        <p:spPr bwMode="auto">
          <a:xfrm>
            <a:off x="829308" y="5072314"/>
            <a:ext cx="10556877" cy="683706"/>
          </a:xfrm>
          <a:prstGeom prst="roundRect">
            <a:avLst>
              <a:gd name="adj" fmla="val 19736"/>
            </a:avLst>
          </a:prstGeom>
          <a:gradFill>
            <a:gsLst>
              <a:gs pos="0">
                <a:schemeClr val="accent3"/>
              </a:gs>
              <a:gs pos="19000">
                <a:schemeClr val="accent1"/>
              </a:gs>
              <a:gs pos="100000">
                <a:schemeClr val="accent6"/>
              </a:gs>
            </a:gsLst>
            <a:lin ang="27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Sans Text Semibold"/>
              <a:ea typeface="+mn-ea"/>
              <a:cs typeface="+mn-cs"/>
            </a:endParaRPr>
          </a:p>
        </p:txBody>
      </p:sp>
      <p:sp>
        <p:nvSpPr>
          <p:cNvPr id="1037" name="TextBox 1036">
            <a:extLst>
              <a:ext uri="{FF2B5EF4-FFF2-40B4-BE49-F238E27FC236}">
                <a16:creationId xmlns:a16="http://schemas.microsoft.com/office/drawing/2014/main" id="{6C8A133A-EB8D-2068-8D7E-1FCBD2EF084B}"/>
              </a:ext>
            </a:extLst>
          </p:cNvPr>
          <p:cNvSpPr txBox="1"/>
          <p:nvPr/>
        </p:nvSpPr>
        <p:spPr>
          <a:xfrm>
            <a:off x="4708101" y="5291057"/>
            <a:ext cx="2799292" cy="246221"/>
          </a:xfrm>
          <a:prstGeom prst="rect">
            <a:avLst/>
          </a:prstGeom>
          <a:noFill/>
        </p:spPr>
        <p:txBody>
          <a:bodyPr wrap="none"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Text Semibold"/>
                <a:ea typeface="+mn-ea"/>
                <a:cs typeface="+mn-cs"/>
              </a:rPr>
              <a:t>Microsoft Defender for APIs</a:t>
            </a:r>
          </a:p>
        </p:txBody>
      </p:sp>
      <p:sp>
        <p:nvSpPr>
          <p:cNvPr id="1038" name="Oval 1037">
            <a:extLst>
              <a:ext uri="{FF2B5EF4-FFF2-40B4-BE49-F238E27FC236}">
                <a16:creationId xmlns:a16="http://schemas.microsoft.com/office/drawing/2014/main" id="{B298AFA8-476D-8FD6-7224-453741332C73}"/>
              </a:ext>
            </a:extLst>
          </p:cNvPr>
          <p:cNvSpPr/>
          <p:nvPr/>
        </p:nvSpPr>
        <p:spPr bwMode="auto">
          <a:xfrm>
            <a:off x="4063709" y="5125573"/>
            <a:ext cx="577188" cy="577188"/>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lIns="88900" tIns="38100" rIns="889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2400" b="1" i="0" u="none" strike="noStrike" kern="1200" cap="none" spc="0" normalizeH="0" baseline="0" noProof="0" err="1">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endParaRPr>
          </a:p>
        </p:txBody>
      </p:sp>
      <p:sp>
        <p:nvSpPr>
          <p:cNvPr id="1040" name="TextBox 1039">
            <a:extLst>
              <a:ext uri="{FF2B5EF4-FFF2-40B4-BE49-F238E27FC236}">
                <a16:creationId xmlns:a16="http://schemas.microsoft.com/office/drawing/2014/main" id="{E19E0E95-713A-07D4-4AB2-0623458E6024}"/>
              </a:ext>
            </a:extLst>
          </p:cNvPr>
          <p:cNvSpPr txBox="1"/>
          <p:nvPr/>
        </p:nvSpPr>
        <p:spPr>
          <a:xfrm>
            <a:off x="829309" y="5947141"/>
            <a:ext cx="10556876" cy="246221"/>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a:ea typeface="+mn-ea"/>
                <a:cs typeface="+mn-cs"/>
              </a:rPr>
              <a:t>Continuously inventory, classify, detect, and mitigate API vulnerabilities and runtime threats.</a:t>
            </a:r>
          </a:p>
        </p:txBody>
      </p:sp>
      <p:pic>
        <p:nvPicPr>
          <p:cNvPr id="40" name="Picture 39" descr="A blue and black logo&#10;&#10;AI-generated content may be incorrect.">
            <a:extLst>
              <a:ext uri="{FF2B5EF4-FFF2-40B4-BE49-F238E27FC236}">
                <a16:creationId xmlns:a16="http://schemas.microsoft.com/office/drawing/2014/main" id="{0C862EBE-3902-AFC5-DD88-452E2E850ADB}"/>
              </a:ext>
            </a:extLst>
          </p:cNvPr>
          <p:cNvPicPr>
            <a:picLocks noChangeAspect="1"/>
          </p:cNvPicPr>
          <p:nvPr/>
        </p:nvPicPr>
        <p:blipFill>
          <a:blip r:embed="rId8"/>
          <a:stretch>
            <a:fillRect/>
          </a:stretch>
        </p:blipFill>
        <p:spPr>
          <a:xfrm>
            <a:off x="4170552" y="5232416"/>
            <a:ext cx="363502" cy="363502"/>
          </a:xfrm>
          <a:prstGeom prst="rect">
            <a:avLst/>
          </a:prstGeom>
        </p:spPr>
      </p:pic>
      <p:grpSp>
        <p:nvGrpSpPr>
          <p:cNvPr id="4" name="Group 3">
            <a:extLst>
              <a:ext uri="{FF2B5EF4-FFF2-40B4-BE49-F238E27FC236}">
                <a16:creationId xmlns:a16="http://schemas.microsoft.com/office/drawing/2014/main" id="{7312D420-6DC0-493E-29EF-D51A00EA4466}"/>
              </a:ext>
            </a:extLst>
          </p:cNvPr>
          <p:cNvGrpSpPr/>
          <p:nvPr/>
        </p:nvGrpSpPr>
        <p:grpSpPr>
          <a:xfrm>
            <a:off x="1243213" y="4444272"/>
            <a:ext cx="9708750" cy="481679"/>
            <a:chOff x="1243213" y="4444272"/>
            <a:chExt cx="9708750" cy="481679"/>
          </a:xfrm>
        </p:grpSpPr>
        <p:sp>
          <p:nvSpPr>
            <p:cNvPr id="2" name="Rectangle: Rounded Corners 1">
              <a:extLst>
                <a:ext uri="{FF2B5EF4-FFF2-40B4-BE49-F238E27FC236}">
                  <a16:creationId xmlns:a16="http://schemas.microsoft.com/office/drawing/2014/main" id="{3954247A-5EF6-93C1-37AD-9604863ABC0B}"/>
                </a:ext>
              </a:extLst>
            </p:cNvPr>
            <p:cNvSpPr/>
            <p:nvPr/>
          </p:nvSpPr>
          <p:spPr bwMode="auto">
            <a:xfrm>
              <a:off x="1243213" y="4444272"/>
              <a:ext cx="9708750" cy="481679"/>
            </a:xfrm>
            <a:prstGeom prst="roundRect">
              <a:avLst>
                <a:gd name="adj" fmla="val 50000"/>
              </a:avLst>
            </a:prstGeom>
            <a:gradFill>
              <a:gsLst>
                <a:gs pos="0">
                  <a:schemeClr val="accent3"/>
                </a:gs>
                <a:gs pos="19000">
                  <a:schemeClr val="accent1"/>
                </a:gs>
                <a:gs pos="100000">
                  <a:schemeClr val="accent6"/>
                </a:gs>
              </a:gsLst>
              <a:lin ang="27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Sans Text Semibold"/>
                <a:ea typeface="+mn-ea"/>
                <a:cs typeface="+mn-cs"/>
              </a:endParaRPr>
            </a:p>
          </p:txBody>
        </p:sp>
        <p:sp>
          <p:nvSpPr>
            <p:cNvPr id="3" name="TextBox 2">
              <a:extLst>
                <a:ext uri="{FF2B5EF4-FFF2-40B4-BE49-F238E27FC236}">
                  <a16:creationId xmlns:a16="http://schemas.microsoft.com/office/drawing/2014/main" id="{57480D0D-9BAA-C2D1-6E21-FBA5A3935B04}"/>
                </a:ext>
              </a:extLst>
            </p:cNvPr>
            <p:cNvSpPr txBox="1"/>
            <p:nvPr/>
          </p:nvSpPr>
          <p:spPr>
            <a:xfrm>
              <a:off x="4104216" y="4531223"/>
              <a:ext cx="4007059" cy="307777"/>
            </a:xfrm>
            <a:prstGeom prst="rect">
              <a:avLst/>
            </a:prstGeom>
            <a:noFill/>
          </p:spPr>
          <p:txBody>
            <a:bodyPr wrap="none" t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Text Semibold"/>
                  <a:ea typeface="+mn-ea"/>
                  <a:cs typeface="+mn-cs"/>
                </a:rPr>
                <a:t>API Center Standard is now free*</a:t>
              </a:r>
            </a:p>
          </p:txBody>
        </p:sp>
      </p:grpSp>
      <p:sp>
        <p:nvSpPr>
          <p:cNvPr id="5" name="TextBox 4">
            <a:extLst>
              <a:ext uri="{FF2B5EF4-FFF2-40B4-BE49-F238E27FC236}">
                <a16:creationId xmlns:a16="http://schemas.microsoft.com/office/drawing/2014/main" id="{63686051-AF23-959A-CED0-32C99BF5013B}"/>
              </a:ext>
            </a:extLst>
          </p:cNvPr>
          <p:cNvSpPr txBox="1"/>
          <p:nvPr/>
        </p:nvSpPr>
        <p:spPr>
          <a:xfrm>
            <a:off x="571500" y="6565900"/>
            <a:ext cx="10556876" cy="123111"/>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Text"/>
                <a:ea typeface="+mn-ea"/>
                <a:cs typeface="+mn-cs"/>
              </a:rPr>
              <a:t>* Offered at no additional cost when it’s linked to an API Management Standard or Premium tier service.</a:t>
            </a:r>
          </a:p>
        </p:txBody>
      </p:sp>
    </p:spTree>
    <p:extLst>
      <p:ext uri="{BB962C8B-B14F-4D97-AF65-F5344CB8AC3E}">
        <p14:creationId xmlns:p14="http://schemas.microsoft.com/office/powerpoint/2010/main" val="5735336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descr="A blue and white background&#10;&#10;Description automatically generated">
            <a:extLst>
              <a:ext uri="{FF2B5EF4-FFF2-40B4-BE49-F238E27FC236}">
                <a16:creationId xmlns:a16="http://schemas.microsoft.com/office/drawing/2014/main" id="{4CCD16B4-F12F-DA27-1BEB-3EA2DC26C2E7}"/>
              </a:ext>
            </a:extLst>
          </p:cNvPr>
          <p:cNvPicPr>
            <a:picLocks noChangeAspect="1"/>
          </p:cNvPicPr>
          <p:nvPr/>
        </p:nvPicPr>
        <p:blipFill rotWithShape="1">
          <a:blip r:embed="rId3">
            <a:extLst>
              <a:ext uri="{28A0092B-C50C-407E-A947-70E740481C1C}">
                <a14:useLocalDpi xmlns:a14="http://schemas.microsoft.com/office/drawing/2010/main" val="0"/>
              </a:ext>
            </a:extLst>
          </a:blip>
          <a:srcRect l="1598" t="1598" r="1598" b="1598"/>
          <a:stretch/>
        </p:blipFill>
        <p:spPr>
          <a:xfrm>
            <a:off x="0" y="9654"/>
            <a:ext cx="12192000" cy="6838692"/>
          </a:xfrm>
          <a:prstGeom prst="rect">
            <a:avLst/>
          </a:prstGeom>
        </p:spPr>
      </p:pic>
      <p:sp>
        <p:nvSpPr>
          <p:cNvPr id="19" name="Freeform: Shape 18">
            <a:extLst>
              <a:ext uri="{FF2B5EF4-FFF2-40B4-BE49-F238E27FC236}">
                <a16:creationId xmlns:a16="http://schemas.microsoft.com/office/drawing/2014/main" id="{505BA67D-34CB-287D-040D-F526F6590D23}"/>
              </a:ext>
            </a:extLst>
          </p:cNvPr>
          <p:cNvSpPr/>
          <p:nvPr/>
        </p:nvSpPr>
        <p:spPr bwMode="auto">
          <a:xfrm rot="18653717">
            <a:off x="4148521" y="3629455"/>
            <a:ext cx="3831125" cy="4132500"/>
          </a:xfrm>
          <a:custGeom>
            <a:avLst/>
            <a:gdLst>
              <a:gd name="connsiteX0" fmla="*/ 2638660 w 3147895"/>
              <a:gd name="connsiteY0" fmla="*/ 726013 h 3395523"/>
              <a:gd name="connsiteX1" fmla="*/ 3131772 w 3147895"/>
              <a:gd name="connsiteY1" fmla="*/ 1836036 h 3395523"/>
              <a:gd name="connsiteX2" fmla="*/ 2770615 w 3147895"/>
              <a:gd name="connsiteY2" fmla="*/ 3294276 h 3395523"/>
              <a:gd name="connsiteX3" fmla="*/ 2694330 w 3147895"/>
              <a:gd name="connsiteY3" fmla="*/ 3395523 h 3395523"/>
              <a:gd name="connsiteX4" fmla="*/ 2355686 w 3147895"/>
              <a:gd name="connsiteY4" fmla="*/ 3004517 h 3395523"/>
              <a:gd name="connsiteX5" fmla="*/ 2418227 w 3147895"/>
              <a:gd name="connsiteY5" fmla="*/ 2907593 h 3395523"/>
              <a:gd name="connsiteX6" fmla="*/ 2629574 w 3147895"/>
              <a:gd name="connsiteY6" fmla="*/ 1898590 h 3395523"/>
              <a:gd name="connsiteX7" fmla="*/ 1477308 w 3147895"/>
              <a:gd name="connsiteY7" fmla="*/ 563895 h 3395523"/>
              <a:gd name="connsiteX8" fmla="*/ 343218 w 3147895"/>
              <a:gd name="connsiteY8" fmla="*/ 673487 h 3395523"/>
              <a:gd name="connsiteX9" fmla="*/ 338873 w 3147895"/>
              <a:gd name="connsiteY9" fmla="*/ 675856 h 3395523"/>
              <a:gd name="connsiteX10" fmla="*/ 0 w 3147895"/>
              <a:gd name="connsiteY10" fmla="*/ 284586 h 3395523"/>
              <a:gd name="connsiteX11" fmla="*/ 117142 w 3147895"/>
              <a:gd name="connsiteY11" fmla="*/ 220702 h 3395523"/>
              <a:gd name="connsiteX12" fmla="*/ 1612474 w 3147895"/>
              <a:gd name="connsiteY12" fmla="*/ 76201 h 3395523"/>
              <a:gd name="connsiteX13" fmla="*/ 2638660 w 3147895"/>
              <a:gd name="connsiteY13" fmla="*/ 726013 h 339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47895" h="3395523">
                <a:moveTo>
                  <a:pt x="2638660" y="726013"/>
                </a:moveTo>
                <a:cubicBezTo>
                  <a:pt x="2903494" y="1032774"/>
                  <a:pt x="3079481" y="1416238"/>
                  <a:pt x="3131772" y="1836036"/>
                </a:cubicBezTo>
                <a:cubicBezTo>
                  <a:pt x="3197135" y="2360784"/>
                  <a:pt x="3061200" y="2877909"/>
                  <a:pt x="2770615" y="3294276"/>
                </a:cubicBezTo>
                <a:lnTo>
                  <a:pt x="2694330" y="3395523"/>
                </a:lnTo>
                <a:lnTo>
                  <a:pt x="2355686" y="3004517"/>
                </a:lnTo>
                <a:lnTo>
                  <a:pt x="2418227" y="2907593"/>
                </a:lnTo>
                <a:cubicBezTo>
                  <a:pt x="2595143" y="2610271"/>
                  <a:pt x="2674189" y="2256772"/>
                  <a:pt x="2629574" y="1898590"/>
                </a:cubicBezTo>
                <a:cubicBezTo>
                  <a:pt x="2550258" y="1261824"/>
                  <a:pt x="2095684" y="735282"/>
                  <a:pt x="1477308" y="563895"/>
                </a:cubicBezTo>
                <a:cubicBezTo>
                  <a:pt x="1090823" y="456779"/>
                  <a:pt x="687779" y="501540"/>
                  <a:pt x="343218" y="673487"/>
                </a:cubicBezTo>
                <a:lnTo>
                  <a:pt x="338873" y="675856"/>
                </a:lnTo>
                <a:lnTo>
                  <a:pt x="0" y="284586"/>
                </a:lnTo>
                <a:lnTo>
                  <a:pt x="117142" y="220702"/>
                </a:lnTo>
                <a:cubicBezTo>
                  <a:pt x="571456" y="-6016"/>
                  <a:pt x="1102882" y="-65035"/>
                  <a:pt x="1612474" y="76201"/>
                </a:cubicBezTo>
                <a:cubicBezTo>
                  <a:pt x="2020148" y="189190"/>
                  <a:pt x="2373827" y="419250"/>
                  <a:pt x="2638660" y="726013"/>
                </a:cubicBezTo>
                <a:close/>
              </a:path>
            </a:pathLst>
          </a:custGeom>
          <a:gradFill>
            <a:gsLst>
              <a:gs pos="0">
                <a:schemeClr val="accent5">
                  <a:lumMod val="75000"/>
                </a:schemeClr>
              </a:gs>
              <a:gs pos="100000">
                <a:srgbClr val="0078D4"/>
              </a:gs>
            </a:gsLst>
            <a:lin ang="1380000" scaled="0"/>
          </a:gradFill>
          <a:ln>
            <a:noFill/>
            <a:headEnd type="none" w="med" len="med"/>
            <a:tailEnd type="none" w="med" len="med"/>
          </a:ln>
          <a:effectLst>
            <a:outerShdw blurRad="114300" algn="ctr" rotWithShape="0">
              <a:prstClr val="black">
                <a:alpha val="8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3" name="TextBox 12">
            <a:extLst>
              <a:ext uri="{FF2B5EF4-FFF2-40B4-BE49-F238E27FC236}">
                <a16:creationId xmlns:a16="http://schemas.microsoft.com/office/drawing/2014/main" id="{F908A1BF-CEAE-FD3B-A785-D1ABFC32DDC6}"/>
              </a:ext>
            </a:extLst>
          </p:cNvPr>
          <p:cNvSpPr txBox="1"/>
          <p:nvPr/>
        </p:nvSpPr>
        <p:spPr>
          <a:xfrm>
            <a:off x="3904352" y="4297656"/>
            <a:ext cx="4172744" cy="3531293"/>
          </a:xfrm>
          <a:prstGeom prst="rect">
            <a:avLst/>
          </a:prstGeom>
          <a:noFill/>
        </p:spPr>
        <p:txBody>
          <a:bodyPr wrap="squar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Create an organizational API center</a:t>
            </a:r>
          </a:p>
        </p:txBody>
      </p:sp>
      <p:sp>
        <p:nvSpPr>
          <p:cNvPr id="25" name="Title 10">
            <a:extLst>
              <a:ext uri="{FF2B5EF4-FFF2-40B4-BE49-F238E27FC236}">
                <a16:creationId xmlns:a16="http://schemas.microsoft.com/office/drawing/2014/main" id="{4FB93510-BA28-9786-A583-A1B9AF884639}"/>
              </a:ext>
            </a:extLst>
          </p:cNvPr>
          <p:cNvSpPr txBox="1">
            <a:spLocks/>
          </p:cNvSpPr>
          <p:nvPr/>
        </p:nvSpPr>
        <p:spPr>
          <a:xfrm>
            <a:off x="893541" y="455303"/>
            <a:ext cx="11023600" cy="922020"/>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50" baseline="0">
                <a:ln w="3175">
                  <a:noFill/>
                </a:ln>
                <a:solidFill>
                  <a:schemeClr val="bg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srgbClr val="000000"/>
                </a:solidFill>
                <a:effectLst/>
                <a:uLnTx/>
                <a:uFillTx/>
                <a:latin typeface="Segoe UI Semibold"/>
                <a:ea typeface="+mn-ea"/>
                <a:cs typeface="Segoe UI" pitchFamily="34" charset="0"/>
              </a:rPr>
              <a:t>Need of the Hour: Centrally Managed API Portfolio!</a:t>
            </a:r>
          </a:p>
        </p:txBody>
      </p:sp>
      <p:grpSp>
        <p:nvGrpSpPr>
          <p:cNvPr id="294" name="Group 293">
            <a:extLst>
              <a:ext uri="{FF2B5EF4-FFF2-40B4-BE49-F238E27FC236}">
                <a16:creationId xmlns:a16="http://schemas.microsoft.com/office/drawing/2014/main" id="{321E8EA6-B82F-C8C5-A30B-4B50B91D1702}"/>
              </a:ext>
            </a:extLst>
          </p:cNvPr>
          <p:cNvGrpSpPr/>
          <p:nvPr/>
        </p:nvGrpSpPr>
        <p:grpSpPr>
          <a:xfrm>
            <a:off x="1137147" y="1458686"/>
            <a:ext cx="9962793" cy="5399314"/>
            <a:chOff x="1137147" y="1458686"/>
            <a:chExt cx="9962793" cy="5399314"/>
          </a:xfrm>
        </p:grpSpPr>
        <p:pic>
          <p:nvPicPr>
            <p:cNvPr id="291" name="Graphic 290">
              <a:extLst>
                <a:ext uri="{FF2B5EF4-FFF2-40B4-BE49-F238E27FC236}">
                  <a16:creationId xmlns:a16="http://schemas.microsoft.com/office/drawing/2014/main" id="{C7BE5F9F-87CE-BF75-9E9C-75C16694BD4B}"/>
                </a:ext>
              </a:extLst>
            </p:cNvPr>
            <p:cNvPicPr>
              <a:picLocks noChangeAspect="1"/>
            </p:cNvPicPr>
            <p:nvPr/>
          </p:nvPicPr>
          <p:blipFill rotWithShape="1">
            <a:blip>
              <a:extLst>
                <a:ext uri="{96DAC541-7B7A-43D3-8B79-37D633B846F1}">
                  <asvg:svgBlip xmlns:asvg="http://schemas.microsoft.com/office/drawing/2016/SVG/main" r:embed="rId4"/>
                </a:ext>
              </a:extLst>
            </a:blip>
            <a:srcRect b="21832"/>
            <a:stretch/>
          </p:blipFill>
          <p:spPr>
            <a:xfrm>
              <a:off x="1137147" y="1458686"/>
              <a:ext cx="9962793" cy="5399314"/>
            </a:xfrm>
            <a:prstGeom prst="rect">
              <a:avLst/>
            </a:prstGeom>
          </p:spPr>
        </p:pic>
        <p:sp>
          <p:nvSpPr>
            <p:cNvPr id="293" name="Oval 292">
              <a:extLst>
                <a:ext uri="{FF2B5EF4-FFF2-40B4-BE49-F238E27FC236}">
                  <a16:creationId xmlns:a16="http://schemas.microsoft.com/office/drawing/2014/main" id="{6106E23E-9B7C-8C52-511B-B34A59B44FAF}"/>
                </a:ext>
              </a:extLst>
            </p:cNvPr>
            <p:cNvSpPr/>
            <p:nvPr/>
          </p:nvSpPr>
          <p:spPr bwMode="auto">
            <a:xfrm>
              <a:off x="8217899" y="1661770"/>
              <a:ext cx="156214" cy="156214"/>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grpSp>
        <p:nvGrpSpPr>
          <p:cNvPr id="69" name="Group 68">
            <a:extLst>
              <a:ext uri="{FF2B5EF4-FFF2-40B4-BE49-F238E27FC236}">
                <a16:creationId xmlns:a16="http://schemas.microsoft.com/office/drawing/2014/main" id="{9BAA9619-25B5-AA1D-33F1-75FD4A8F858F}"/>
              </a:ext>
            </a:extLst>
          </p:cNvPr>
          <p:cNvGrpSpPr/>
          <p:nvPr/>
        </p:nvGrpSpPr>
        <p:grpSpPr>
          <a:xfrm>
            <a:off x="5692063" y="1221515"/>
            <a:ext cx="662802" cy="662802"/>
            <a:chOff x="5692063" y="1221515"/>
            <a:chExt cx="662802" cy="662802"/>
          </a:xfrm>
        </p:grpSpPr>
        <p:sp>
          <p:nvSpPr>
            <p:cNvPr id="61" name="Oval 60">
              <a:extLst>
                <a:ext uri="{FF2B5EF4-FFF2-40B4-BE49-F238E27FC236}">
                  <a16:creationId xmlns:a16="http://schemas.microsoft.com/office/drawing/2014/main" id="{B837CB8D-BC5E-06DF-4960-7C7F1C38801E}"/>
                </a:ext>
              </a:extLst>
            </p:cNvPr>
            <p:cNvSpPr/>
            <p:nvPr/>
          </p:nvSpPr>
          <p:spPr bwMode="auto">
            <a:xfrm>
              <a:off x="5692063" y="1221515"/>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6" name="Picture 5" descr="A blue and green logo&#10;&#10;Description automatically generated">
              <a:extLst>
                <a:ext uri="{FF2B5EF4-FFF2-40B4-BE49-F238E27FC236}">
                  <a16:creationId xmlns:a16="http://schemas.microsoft.com/office/drawing/2014/main" id="{DFC8FFFE-33A6-654C-76F6-CAB80053B81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5300" t="4434" r="15300" b="4434"/>
            <a:stretch/>
          </p:blipFill>
          <p:spPr>
            <a:xfrm>
              <a:off x="5842384" y="1315132"/>
              <a:ext cx="362160" cy="475568"/>
            </a:xfrm>
            <a:prstGeom prst="rect">
              <a:avLst/>
            </a:prstGeom>
          </p:spPr>
        </p:pic>
      </p:grpSp>
      <p:grpSp>
        <p:nvGrpSpPr>
          <p:cNvPr id="71" name="Group 70">
            <a:extLst>
              <a:ext uri="{FF2B5EF4-FFF2-40B4-BE49-F238E27FC236}">
                <a16:creationId xmlns:a16="http://schemas.microsoft.com/office/drawing/2014/main" id="{AA482B31-B4BC-ADF0-7E53-DAC04089F7FC}"/>
              </a:ext>
            </a:extLst>
          </p:cNvPr>
          <p:cNvGrpSpPr/>
          <p:nvPr/>
        </p:nvGrpSpPr>
        <p:grpSpPr>
          <a:xfrm>
            <a:off x="6589811" y="2218415"/>
            <a:ext cx="662802" cy="662802"/>
            <a:chOff x="6589811" y="2218415"/>
            <a:chExt cx="662802" cy="662802"/>
          </a:xfrm>
        </p:grpSpPr>
        <p:sp>
          <p:nvSpPr>
            <p:cNvPr id="72" name="Oval 71">
              <a:extLst>
                <a:ext uri="{FF2B5EF4-FFF2-40B4-BE49-F238E27FC236}">
                  <a16:creationId xmlns:a16="http://schemas.microsoft.com/office/drawing/2014/main" id="{6896B9D3-45DE-062B-265E-DABA6B515B5A}"/>
                </a:ext>
              </a:extLst>
            </p:cNvPr>
            <p:cNvSpPr/>
            <p:nvPr/>
          </p:nvSpPr>
          <p:spPr bwMode="auto">
            <a:xfrm>
              <a:off x="6589811" y="2218415"/>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7" name="Picture 6" descr="A pink logo with circles&#10;&#10;Description automatically generated">
              <a:extLst>
                <a:ext uri="{FF2B5EF4-FFF2-40B4-BE49-F238E27FC236}">
                  <a16:creationId xmlns:a16="http://schemas.microsoft.com/office/drawing/2014/main" id="{57A33742-23F1-00E2-B216-83027B6264B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6446" y="2305050"/>
              <a:ext cx="489532" cy="489532"/>
            </a:xfrm>
            <a:prstGeom prst="ellipse">
              <a:avLst/>
            </a:prstGeom>
          </p:spPr>
        </p:pic>
      </p:grpSp>
      <p:grpSp>
        <p:nvGrpSpPr>
          <p:cNvPr id="73" name="Group 72">
            <a:extLst>
              <a:ext uri="{FF2B5EF4-FFF2-40B4-BE49-F238E27FC236}">
                <a16:creationId xmlns:a16="http://schemas.microsoft.com/office/drawing/2014/main" id="{6689DE0C-D978-FB03-784D-6092D84115CD}"/>
              </a:ext>
            </a:extLst>
          </p:cNvPr>
          <p:cNvGrpSpPr/>
          <p:nvPr/>
        </p:nvGrpSpPr>
        <p:grpSpPr>
          <a:xfrm>
            <a:off x="7584675" y="3071406"/>
            <a:ext cx="662802" cy="662802"/>
            <a:chOff x="7584675" y="3071406"/>
            <a:chExt cx="662802" cy="662802"/>
          </a:xfrm>
        </p:grpSpPr>
        <p:sp>
          <p:nvSpPr>
            <p:cNvPr id="113" name="Oval 112">
              <a:extLst>
                <a:ext uri="{FF2B5EF4-FFF2-40B4-BE49-F238E27FC236}">
                  <a16:creationId xmlns:a16="http://schemas.microsoft.com/office/drawing/2014/main" id="{5CE797BE-C5AF-A09E-849C-726B0D77CECB}"/>
                </a:ext>
              </a:extLst>
            </p:cNvPr>
            <p:cNvSpPr/>
            <p:nvPr/>
          </p:nvSpPr>
          <p:spPr bwMode="auto">
            <a:xfrm>
              <a:off x="7584675" y="3071406"/>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12" name="Graphic 11">
              <a:extLst>
                <a:ext uri="{FF2B5EF4-FFF2-40B4-BE49-F238E27FC236}">
                  <a16:creationId xmlns:a16="http://schemas.microsoft.com/office/drawing/2014/main" id="{C5348DC2-883B-D630-FA7A-F7053E8BC1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88275" y="3175007"/>
              <a:ext cx="455600" cy="455600"/>
            </a:xfrm>
            <a:prstGeom prst="rect">
              <a:avLst/>
            </a:prstGeom>
          </p:spPr>
        </p:pic>
      </p:grpSp>
      <p:grpSp>
        <p:nvGrpSpPr>
          <p:cNvPr id="74" name="Group 73">
            <a:extLst>
              <a:ext uri="{FF2B5EF4-FFF2-40B4-BE49-F238E27FC236}">
                <a16:creationId xmlns:a16="http://schemas.microsoft.com/office/drawing/2014/main" id="{E6EA3A1B-33F8-A7AC-BC35-F1068874CC37}"/>
              </a:ext>
            </a:extLst>
          </p:cNvPr>
          <p:cNvGrpSpPr/>
          <p:nvPr/>
        </p:nvGrpSpPr>
        <p:grpSpPr>
          <a:xfrm>
            <a:off x="9232899" y="2207178"/>
            <a:ext cx="662802" cy="662802"/>
            <a:chOff x="9232899" y="2207178"/>
            <a:chExt cx="662802" cy="662802"/>
          </a:xfrm>
        </p:grpSpPr>
        <p:sp>
          <p:nvSpPr>
            <p:cNvPr id="90" name="Oval 89">
              <a:extLst>
                <a:ext uri="{FF2B5EF4-FFF2-40B4-BE49-F238E27FC236}">
                  <a16:creationId xmlns:a16="http://schemas.microsoft.com/office/drawing/2014/main" id="{37A90E22-64E6-11DB-BD13-1CDB44A2BB4A}"/>
                </a:ext>
              </a:extLst>
            </p:cNvPr>
            <p:cNvSpPr/>
            <p:nvPr/>
          </p:nvSpPr>
          <p:spPr bwMode="auto">
            <a:xfrm>
              <a:off x="9232899" y="2207178"/>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14" name="Graphic 13">
              <a:extLst>
                <a:ext uri="{FF2B5EF4-FFF2-40B4-BE49-F238E27FC236}">
                  <a16:creationId xmlns:a16="http://schemas.microsoft.com/office/drawing/2014/main" id="{707CC9CF-6DAD-AB93-507C-F181730A7AA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49600" y="2323879"/>
              <a:ext cx="429400" cy="429402"/>
            </a:xfrm>
            <a:prstGeom prst="rect">
              <a:avLst/>
            </a:prstGeom>
          </p:spPr>
        </p:pic>
      </p:grpSp>
      <p:grpSp>
        <p:nvGrpSpPr>
          <p:cNvPr id="76" name="Group 75">
            <a:extLst>
              <a:ext uri="{FF2B5EF4-FFF2-40B4-BE49-F238E27FC236}">
                <a16:creationId xmlns:a16="http://schemas.microsoft.com/office/drawing/2014/main" id="{2B2E667D-2F21-FB92-3183-A549BAC6362C}"/>
              </a:ext>
            </a:extLst>
          </p:cNvPr>
          <p:cNvGrpSpPr/>
          <p:nvPr/>
        </p:nvGrpSpPr>
        <p:grpSpPr>
          <a:xfrm>
            <a:off x="10669327" y="4866557"/>
            <a:ext cx="662802" cy="662802"/>
            <a:chOff x="10669327" y="4866557"/>
            <a:chExt cx="662802" cy="662802"/>
          </a:xfrm>
        </p:grpSpPr>
        <p:sp>
          <p:nvSpPr>
            <p:cNvPr id="44" name="Oval 43">
              <a:extLst>
                <a:ext uri="{FF2B5EF4-FFF2-40B4-BE49-F238E27FC236}">
                  <a16:creationId xmlns:a16="http://schemas.microsoft.com/office/drawing/2014/main" id="{F5CE74B1-D9FB-4BBB-1BA4-81C98E2D60D2}"/>
                </a:ext>
              </a:extLst>
            </p:cNvPr>
            <p:cNvSpPr/>
            <p:nvPr/>
          </p:nvSpPr>
          <p:spPr bwMode="auto">
            <a:xfrm>
              <a:off x="10669327" y="4866557"/>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17" name="Picture 16" descr="A hexagon with different colors&#10;&#10;Description automatically generated">
              <a:extLst>
                <a:ext uri="{FF2B5EF4-FFF2-40B4-BE49-F238E27FC236}">
                  <a16:creationId xmlns:a16="http://schemas.microsoft.com/office/drawing/2014/main" id="{7CEED099-4889-B8BF-FB6E-34903CA1CF3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783810" y="5004766"/>
              <a:ext cx="433836" cy="386384"/>
            </a:xfrm>
            <a:prstGeom prst="rect">
              <a:avLst/>
            </a:prstGeom>
          </p:spPr>
        </p:pic>
      </p:grpSp>
      <p:grpSp>
        <p:nvGrpSpPr>
          <p:cNvPr id="75" name="Group 74">
            <a:extLst>
              <a:ext uri="{FF2B5EF4-FFF2-40B4-BE49-F238E27FC236}">
                <a16:creationId xmlns:a16="http://schemas.microsoft.com/office/drawing/2014/main" id="{99A5F9F1-E49B-15FE-1735-682F08066575}"/>
              </a:ext>
            </a:extLst>
          </p:cNvPr>
          <p:cNvGrpSpPr/>
          <p:nvPr/>
        </p:nvGrpSpPr>
        <p:grpSpPr>
          <a:xfrm>
            <a:off x="9365238" y="4386778"/>
            <a:ext cx="662802" cy="662802"/>
            <a:chOff x="9365238" y="4386778"/>
            <a:chExt cx="662802" cy="662802"/>
          </a:xfrm>
        </p:grpSpPr>
        <p:sp>
          <p:nvSpPr>
            <p:cNvPr id="107" name="Oval 106">
              <a:extLst>
                <a:ext uri="{FF2B5EF4-FFF2-40B4-BE49-F238E27FC236}">
                  <a16:creationId xmlns:a16="http://schemas.microsoft.com/office/drawing/2014/main" id="{5ABAA1F4-12CE-7ACF-949C-AD9031822866}"/>
                </a:ext>
              </a:extLst>
            </p:cNvPr>
            <p:cNvSpPr/>
            <p:nvPr/>
          </p:nvSpPr>
          <p:spPr bwMode="auto">
            <a:xfrm>
              <a:off x="9365238" y="4386778"/>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21" name="Picture 20" descr="A blue logo with a black background&#10;&#10;Description automatically generated">
              <a:extLst>
                <a:ext uri="{FF2B5EF4-FFF2-40B4-BE49-F238E27FC236}">
                  <a16:creationId xmlns:a16="http://schemas.microsoft.com/office/drawing/2014/main" id="{001D56C7-751B-1A4B-BFFB-FE9ACD85ABB4}"/>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19207" r="19207"/>
            <a:stretch/>
          </p:blipFill>
          <p:spPr>
            <a:xfrm>
              <a:off x="9491681" y="4530983"/>
              <a:ext cx="409914" cy="374392"/>
            </a:xfrm>
            <a:prstGeom prst="rect">
              <a:avLst/>
            </a:prstGeom>
          </p:spPr>
        </p:pic>
      </p:grpSp>
      <p:grpSp>
        <p:nvGrpSpPr>
          <p:cNvPr id="65" name="Group 64">
            <a:extLst>
              <a:ext uri="{FF2B5EF4-FFF2-40B4-BE49-F238E27FC236}">
                <a16:creationId xmlns:a16="http://schemas.microsoft.com/office/drawing/2014/main" id="{65A0213D-E117-AE82-DE7A-FDF755E3CE61}"/>
              </a:ext>
            </a:extLst>
          </p:cNvPr>
          <p:cNvGrpSpPr/>
          <p:nvPr/>
        </p:nvGrpSpPr>
        <p:grpSpPr>
          <a:xfrm>
            <a:off x="972035" y="4263860"/>
            <a:ext cx="662802" cy="662802"/>
            <a:chOff x="972035" y="4263860"/>
            <a:chExt cx="662802" cy="662802"/>
          </a:xfrm>
        </p:grpSpPr>
        <p:sp>
          <p:nvSpPr>
            <p:cNvPr id="51" name="Oval 50">
              <a:extLst>
                <a:ext uri="{FF2B5EF4-FFF2-40B4-BE49-F238E27FC236}">
                  <a16:creationId xmlns:a16="http://schemas.microsoft.com/office/drawing/2014/main" id="{C328D812-BCE4-FDB1-A8B3-63A3DA809895}"/>
                </a:ext>
              </a:extLst>
            </p:cNvPr>
            <p:cNvSpPr/>
            <p:nvPr/>
          </p:nvSpPr>
          <p:spPr bwMode="auto">
            <a:xfrm>
              <a:off x="972035" y="4263860"/>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28" name="Graphic 27">
              <a:extLst>
                <a:ext uri="{FF2B5EF4-FFF2-40B4-BE49-F238E27FC236}">
                  <a16:creationId xmlns:a16="http://schemas.microsoft.com/office/drawing/2014/main" id="{BC8ACD4E-A3CA-436C-2D47-775033D3792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7947" y="4390362"/>
              <a:ext cx="510978" cy="409798"/>
            </a:xfrm>
            <a:prstGeom prst="rect">
              <a:avLst/>
            </a:prstGeom>
          </p:spPr>
        </p:pic>
      </p:grpSp>
      <p:grpSp>
        <p:nvGrpSpPr>
          <p:cNvPr id="64" name="Group 63">
            <a:extLst>
              <a:ext uri="{FF2B5EF4-FFF2-40B4-BE49-F238E27FC236}">
                <a16:creationId xmlns:a16="http://schemas.microsoft.com/office/drawing/2014/main" id="{8E6ECB0E-D7B4-8212-34F4-B253BB18D109}"/>
              </a:ext>
            </a:extLst>
          </p:cNvPr>
          <p:cNvGrpSpPr/>
          <p:nvPr/>
        </p:nvGrpSpPr>
        <p:grpSpPr>
          <a:xfrm>
            <a:off x="1934913" y="4901611"/>
            <a:ext cx="662802" cy="662802"/>
            <a:chOff x="1934913" y="4901611"/>
            <a:chExt cx="662802" cy="662802"/>
          </a:xfrm>
        </p:grpSpPr>
        <p:sp>
          <p:nvSpPr>
            <p:cNvPr id="102" name="Oval 101">
              <a:extLst>
                <a:ext uri="{FF2B5EF4-FFF2-40B4-BE49-F238E27FC236}">
                  <a16:creationId xmlns:a16="http://schemas.microsoft.com/office/drawing/2014/main" id="{F6B4FC8B-0413-F9D8-C29B-136779BC1307}"/>
                </a:ext>
              </a:extLst>
            </p:cNvPr>
            <p:cNvSpPr/>
            <p:nvPr/>
          </p:nvSpPr>
          <p:spPr bwMode="auto">
            <a:xfrm>
              <a:off x="1934913" y="4901611"/>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31" name="Graphic 30">
              <a:extLst>
                <a:ext uri="{FF2B5EF4-FFF2-40B4-BE49-F238E27FC236}">
                  <a16:creationId xmlns:a16="http://schemas.microsoft.com/office/drawing/2014/main" id="{A27FE92E-44D5-F6BE-321D-3800231CE5C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076427" y="5043124"/>
              <a:ext cx="379774" cy="379776"/>
            </a:xfrm>
            <a:prstGeom prst="rect">
              <a:avLst/>
            </a:prstGeom>
          </p:spPr>
        </p:pic>
      </p:grpSp>
      <p:grpSp>
        <p:nvGrpSpPr>
          <p:cNvPr id="67" name="Group 66">
            <a:extLst>
              <a:ext uri="{FF2B5EF4-FFF2-40B4-BE49-F238E27FC236}">
                <a16:creationId xmlns:a16="http://schemas.microsoft.com/office/drawing/2014/main" id="{AB873AF2-FC60-8CFC-2924-4C40601AB8F7}"/>
              </a:ext>
            </a:extLst>
          </p:cNvPr>
          <p:cNvGrpSpPr/>
          <p:nvPr/>
        </p:nvGrpSpPr>
        <p:grpSpPr>
          <a:xfrm>
            <a:off x="1951131" y="2563586"/>
            <a:ext cx="662802" cy="662802"/>
            <a:chOff x="1951131" y="2563586"/>
            <a:chExt cx="662802" cy="662802"/>
          </a:xfrm>
        </p:grpSpPr>
        <p:sp>
          <p:nvSpPr>
            <p:cNvPr id="50" name="Oval 49">
              <a:extLst>
                <a:ext uri="{FF2B5EF4-FFF2-40B4-BE49-F238E27FC236}">
                  <a16:creationId xmlns:a16="http://schemas.microsoft.com/office/drawing/2014/main" id="{92B7BF7C-AFE4-55AB-1FDF-A17B92726AE2}"/>
                </a:ext>
              </a:extLst>
            </p:cNvPr>
            <p:cNvSpPr/>
            <p:nvPr/>
          </p:nvSpPr>
          <p:spPr bwMode="auto">
            <a:xfrm>
              <a:off x="1951131" y="2563586"/>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33" name="Picture 2" descr="mulesoft,logo Icons">
              <a:extLst>
                <a:ext uri="{FF2B5EF4-FFF2-40B4-BE49-F238E27FC236}">
                  <a16:creationId xmlns:a16="http://schemas.microsoft.com/office/drawing/2014/main" id="{9C189FCE-8373-2D08-2738-10312100D771}"/>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034269" y="2646724"/>
              <a:ext cx="496526" cy="49652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6" name="Group 65">
            <a:extLst>
              <a:ext uri="{FF2B5EF4-FFF2-40B4-BE49-F238E27FC236}">
                <a16:creationId xmlns:a16="http://schemas.microsoft.com/office/drawing/2014/main" id="{663FC517-8AD8-B39F-CE29-9C518FF0B341}"/>
              </a:ext>
            </a:extLst>
          </p:cNvPr>
          <p:cNvGrpSpPr/>
          <p:nvPr/>
        </p:nvGrpSpPr>
        <p:grpSpPr>
          <a:xfrm>
            <a:off x="2916708" y="3065442"/>
            <a:ext cx="662802" cy="662802"/>
            <a:chOff x="2916708" y="3065442"/>
            <a:chExt cx="662802" cy="662802"/>
          </a:xfrm>
        </p:grpSpPr>
        <p:sp>
          <p:nvSpPr>
            <p:cNvPr id="296" name="Oval 295">
              <a:extLst>
                <a:ext uri="{FF2B5EF4-FFF2-40B4-BE49-F238E27FC236}">
                  <a16:creationId xmlns:a16="http://schemas.microsoft.com/office/drawing/2014/main" id="{AB7D1252-1A10-CC4D-EE93-B52B546F1B08}"/>
                </a:ext>
              </a:extLst>
            </p:cNvPr>
            <p:cNvSpPr/>
            <p:nvPr/>
          </p:nvSpPr>
          <p:spPr bwMode="auto">
            <a:xfrm>
              <a:off x="2916708" y="3065442"/>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40" name="Picture 39" descr="A logo with blue and green colors&#10;&#10;Description automatically generated">
              <a:extLst>
                <a:ext uri="{FF2B5EF4-FFF2-40B4-BE49-F238E27FC236}">
                  <a16:creationId xmlns:a16="http://schemas.microsoft.com/office/drawing/2014/main" id="{460DEF24-C955-8518-73FB-2B3C9524BE31}"/>
                </a:ext>
              </a:extLst>
            </p:cNvPr>
            <p:cNvPicPr>
              <a:picLocks noChangeAspect="1"/>
            </p:cNvPicPr>
            <p:nvPr/>
          </p:nvPicPr>
          <p:blipFill rotWithShape="1">
            <a:blip r:embed="rId14" cstate="print">
              <a:extLst>
                <a:ext uri="{28A0092B-C50C-407E-A947-70E740481C1C}">
                  <a14:useLocalDpi xmlns:a14="http://schemas.microsoft.com/office/drawing/2010/main" val="0"/>
                </a:ext>
              </a:extLst>
            </a:blip>
            <a:srcRect l="13567" t="11952" r="15983" b="16274"/>
            <a:stretch/>
          </p:blipFill>
          <p:spPr>
            <a:xfrm>
              <a:off x="3035795" y="3180536"/>
              <a:ext cx="424628" cy="432614"/>
            </a:xfrm>
            <a:prstGeom prst="rect">
              <a:avLst/>
            </a:prstGeom>
          </p:spPr>
        </p:pic>
      </p:grpSp>
      <p:grpSp>
        <p:nvGrpSpPr>
          <p:cNvPr id="68" name="Group 67">
            <a:extLst>
              <a:ext uri="{FF2B5EF4-FFF2-40B4-BE49-F238E27FC236}">
                <a16:creationId xmlns:a16="http://schemas.microsoft.com/office/drawing/2014/main" id="{5BEB0B5E-18A2-82BA-FCC8-FF9022BA215E}"/>
              </a:ext>
            </a:extLst>
          </p:cNvPr>
          <p:cNvGrpSpPr/>
          <p:nvPr/>
        </p:nvGrpSpPr>
        <p:grpSpPr>
          <a:xfrm>
            <a:off x="4753261" y="2245550"/>
            <a:ext cx="662802" cy="662802"/>
            <a:chOff x="4753261" y="2245550"/>
            <a:chExt cx="662802" cy="662802"/>
          </a:xfrm>
        </p:grpSpPr>
        <p:sp>
          <p:nvSpPr>
            <p:cNvPr id="56" name="Oval 55">
              <a:extLst>
                <a:ext uri="{FF2B5EF4-FFF2-40B4-BE49-F238E27FC236}">
                  <a16:creationId xmlns:a16="http://schemas.microsoft.com/office/drawing/2014/main" id="{5CDDD89E-9FFC-29F7-F87D-B5E093C1CA34}"/>
                </a:ext>
              </a:extLst>
            </p:cNvPr>
            <p:cNvSpPr/>
            <p:nvPr/>
          </p:nvSpPr>
          <p:spPr bwMode="auto">
            <a:xfrm>
              <a:off x="4753261" y="2245550"/>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37" name="Picture 4" descr="AWS Announces Four New Capabilities That Make It Easier to Build IoT ...">
              <a:extLst>
                <a:ext uri="{FF2B5EF4-FFF2-40B4-BE49-F238E27FC236}">
                  <a16:creationId xmlns:a16="http://schemas.microsoft.com/office/drawing/2014/main" id="{F5634A8E-26A9-CEE1-7F49-4FC2375EBAF1}"/>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859936" y="2442452"/>
              <a:ext cx="449452" cy="26899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42680719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descr="A blue and white background&#10;&#10;Description automatically generated">
            <a:extLst>
              <a:ext uri="{FF2B5EF4-FFF2-40B4-BE49-F238E27FC236}">
                <a16:creationId xmlns:a16="http://schemas.microsoft.com/office/drawing/2014/main" id="{4CCD16B4-F12F-DA27-1BEB-3EA2DC26C2E7}"/>
              </a:ext>
            </a:extLst>
          </p:cNvPr>
          <p:cNvPicPr>
            <a:picLocks noChangeAspect="1"/>
          </p:cNvPicPr>
          <p:nvPr/>
        </p:nvPicPr>
        <p:blipFill rotWithShape="1">
          <a:blip r:embed="rId3">
            <a:extLst>
              <a:ext uri="{28A0092B-C50C-407E-A947-70E740481C1C}">
                <a14:useLocalDpi xmlns:a14="http://schemas.microsoft.com/office/drawing/2010/main" val="0"/>
              </a:ext>
            </a:extLst>
          </a:blip>
          <a:srcRect l="1598" t="1598" r="1598" b="1598"/>
          <a:stretch/>
        </p:blipFill>
        <p:spPr>
          <a:xfrm>
            <a:off x="0" y="9654"/>
            <a:ext cx="12192000" cy="6838692"/>
          </a:xfrm>
          <a:prstGeom prst="rect">
            <a:avLst/>
          </a:prstGeom>
        </p:spPr>
      </p:pic>
      <p:sp>
        <p:nvSpPr>
          <p:cNvPr id="19" name="Freeform: Shape 18">
            <a:extLst>
              <a:ext uri="{FF2B5EF4-FFF2-40B4-BE49-F238E27FC236}">
                <a16:creationId xmlns:a16="http://schemas.microsoft.com/office/drawing/2014/main" id="{505BA67D-34CB-287D-040D-F526F6590D23}"/>
              </a:ext>
            </a:extLst>
          </p:cNvPr>
          <p:cNvSpPr/>
          <p:nvPr/>
        </p:nvSpPr>
        <p:spPr bwMode="auto">
          <a:xfrm rot="18653717">
            <a:off x="4148521" y="3629455"/>
            <a:ext cx="3831125" cy="4132500"/>
          </a:xfrm>
          <a:custGeom>
            <a:avLst/>
            <a:gdLst>
              <a:gd name="connsiteX0" fmla="*/ 2638660 w 3147895"/>
              <a:gd name="connsiteY0" fmla="*/ 726013 h 3395523"/>
              <a:gd name="connsiteX1" fmla="*/ 3131772 w 3147895"/>
              <a:gd name="connsiteY1" fmla="*/ 1836036 h 3395523"/>
              <a:gd name="connsiteX2" fmla="*/ 2770615 w 3147895"/>
              <a:gd name="connsiteY2" fmla="*/ 3294276 h 3395523"/>
              <a:gd name="connsiteX3" fmla="*/ 2694330 w 3147895"/>
              <a:gd name="connsiteY3" fmla="*/ 3395523 h 3395523"/>
              <a:gd name="connsiteX4" fmla="*/ 2355686 w 3147895"/>
              <a:gd name="connsiteY4" fmla="*/ 3004517 h 3395523"/>
              <a:gd name="connsiteX5" fmla="*/ 2418227 w 3147895"/>
              <a:gd name="connsiteY5" fmla="*/ 2907593 h 3395523"/>
              <a:gd name="connsiteX6" fmla="*/ 2629574 w 3147895"/>
              <a:gd name="connsiteY6" fmla="*/ 1898590 h 3395523"/>
              <a:gd name="connsiteX7" fmla="*/ 1477308 w 3147895"/>
              <a:gd name="connsiteY7" fmla="*/ 563895 h 3395523"/>
              <a:gd name="connsiteX8" fmla="*/ 343218 w 3147895"/>
              <a:gd name="connsiteY8" fmla="*/ 673487 h 3395523"/>
              <a:gd name="connsiteX9" fmla="*/ 338873 w 3147895"/>
              <a:gd name="connsiteY9" fmla="*/ 675856 h 3395523"/>
              <a:gd name="connsiteX10" fmla="*/ 0 w 3147895"/>
              <a:gd name="connsiteY10" fmla="*/ 284586 h 3395523"/>
              <a:gd name="connsiteX11" fmla="*/ 117142 w 3147895"/>
              <a:gd name="connsiteY11" fmla="*/ 220702 h 3395523"/>
              <a:gd name="connsiteX12" fmla="*/ 1612474 w 3147895"/>
              <a:gd name="connsiteY12" fmla="*/ 76201 h 3395523"/>
              <a:gd name="connsiteX13" fmla="*/ 2638660 w 3147895"/>
              <a:gd name="connsiteY13" fmla="*/ 726013 h 339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47895" h="3395523">
                <a:moveTo>
                  <a:pt x="2638660" y="726013"/>
                </a:moveTo>
                <a:cubicBezTo>
                  <a:pt x="2903494" y="1032774"/>
                  <a:pt x="3079481" y="1416238"/>
                  <a:pt x="3131772" y="1836036"/>
                </a:cubicBezTo>
                <a:cubicBezTo>
                  <a:pt x="3197135" y="2360784"/>
                  <a:pt x="3061200" y="2877909"/>
                  <a:pt x="2770615" y="3294276"/>
                </a:cubicBezTo>
                <a:lnTo>
                  <a:pt x="2694330" y="3395523"/>
                </a:lnTo>
                <a:lnTo>
                  <a:pt x="2355686" y="3004517"/>
                </a:lnTo>
                <a:lnTo>
                  <a:pt x="2418227" y="2907593"/>
                </a:lnTo>
                <a:cubicBezTo>
                  <a:pt x="2595143" y="2610271"/>
                  <a:pt x="2674189" y="2256772"/>
                  <a:pt x="2629574" y="1898590"/>
                </a:cubicBezTo>
                <a:cubicBezTo>
                  <a:pt x="2550258" y="1261824"/>
                  <a:pt x="2095684" y="735282"/>
                  <a:pt x="1477308" y="563895"/>
                </a:cubicBezTo>
                <a:cubicBezTo>
                  <a:pt x="1090823" y="456779"/>
                  <a:pt x="687779" y="501540"/>
                  <a:pt x="343218" y="673487"/>
                </a:cubicBezTo>
                <a:lnTo>
                  <a:pt x="338873" y="675856"/>
                </a:lnTo>
                <a:lnTo>
                  <a:pt x="0" y="284586"/>
                </a:lnTo>
                <a:lnTo>
                  <a:pt x="117142" y="220702"/>
                </a:lnTo>
                <a:cubicBezTo>
                  <a:pt x="571456" y="-6016"/>
                  <a:pt x="1102882" y="-65035"/>
                  <a:pt x="1612474" y="76201"/>
                </a:cubicBezTo>
                <a:cubicBezTo>
                  <a:pt x="2020148" y="189190"/>
                  <a:pt x="2373827" y="419250"/>
                  <a:pt x="2638660" y="726013"/>
                </a:cubicBezTo>
                <a:close/>
              </a:path>
            </a:pathLst>
          </a:custGeom>
          <a:gradFill>
            <a:gsLst>
              <a:gs pos="0">
                <a:schemeClr val="accent5">
                  <a:lumMod val="75000"/>
                </a:schemeClr>
              </a:gs>
              <a:gs pos="100000">
                <a:srgbClr val="0078D4"/>
              </a:gs>
            </a:gsLst>
            <a:lin ang="1380000" scaled="0"/>
          </a:gradFill>
          <a:ln>
            <a:noFill/>
            <a:headEnd type="none" w="med" len="med"/>
            <a:tailEnd type="none" w="med" len="med"/>
          </a:ln>
          <a:effectLst>
            <a:outerShdw blurRad="114300" algn="ctr" rotWithShape="0">
              <a:prstClr val="black">
                <a:alpha val="8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3" name="TextBox 12">
            <a:extLst>
              <a:ext uri="{FF2B5EF4-FFF2-40B4-BE49-F238E27FC236}">
                <a16:creationId xmlns:a16="http://schemas.microsoft.com/office/drawing/2014/main" id="{F908A1BF-CEAE-FD3B-A785-D1ABFC32DDC6}"/>
              </a:ext>
            </a:extLst>
          </p:cNvPr>
          <p:cNvSpPr txBox="1"/>
          <p:nvPr/>
        </p:nvSpPr>
        <p:spPr>
          <a:xfrm>
            <a:off x="3904352" y="4297656"/>
            <a:ext cx="4172744" cy="3531293"/>
          </a:xfrm>
          <a:prstGeom prst="rect">
            <a:avLst/>
          </a:prstGeom>
          <a:noFill/>
        </p:spPr>
        <p:txBody>
          <a:bodyPr wrap="squar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Segoe UI Semibold"/>
                <a:ea typeface="+mn-ea"/>
                <a:cs typeface="+mn-cs"/>
              </a:rPr>
              <a:t>Create an organizational API center</a:t>
            </a:r>
          </a:p>
        </p:txBody>
      </p:sp>
      <p:sp>
        <p:nvSpPr>
          <p:cNvPr id="25" name="Title 10">
            <a:extLst>
              <a:ext uri="{FF2B5EF4-FFF2-40B4-BE49-F238E27FC236}">
                <a16:creationId xmlns:a16="http://schemas.microsoft.com/office/drawing/2014/main" id="{4FB93510-BA28-9786-A583-A1B9AF884639}"/>
              </a:ext>
            </a:extLst>
          </p:cNvPr>
          <p:cNvSpPr txBox="1">
            <a:spLocks/>
          </p:cNvSpPr>
          <p:nvPr/>
        </p:nvSpPr>
        <p:spPr>
          <a:xfrm>
            <a:off x="893541" y="127220"/>
            <a:ext cx="11023600" cy="922020"/>
          </a:xfrm>
          <a:prstGeom prst="rect">
            <a:avLst/>
          </a:prstGeom>
        </p:spPr>
        <p:txBody>
          <a:bodyPr lIns="0" tIns="0" rIns="0" bIns="0" anchor="t"/>
          <a:lstStyle>
            <a:lvl1pPr algn="l" defTabSz="932742" rtl="0" eaLnBrk="1" latinLnBrk="0" hangingPunct="1">
              <a:lnSpc>
                <a:spcPct val="100000"/>
              </a:lnSpc>
              <a:spcBef>
                <a:spcPct val="0"/>
              </a:spcBef>
              <a:buNone/>
              <a:defRPr lang="en-US" sz="3600" b="0" kern="1200" cap="none" spc="-50" baseline="0">
                <a:ln w="3175">
                  <a:noFill/>
                </a:ln>
                <a:solidFill>
                  <a:schemeClr val="bg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srgbClr val="000000"/>
                </a:solidFill>
                <a:effectLst/>
                <a:uLnTx/>
                <a:uFillTx/>
                <a:latin typeface="Segoe UI Semibold"/>
                <a:ea typeface="+mn-ea"/>
                <a:cs typeface="Segoe UI"/>
              </a:rPr>
              <a:t>Untangle Your API Sprawl with Azure API Center! </a:t>
            </a:r>
            <a:endParaRPr kumimoji="0" lang="en-US" sz="3600" b="0" i="0" u="none" strike="noStrike" kern="1200" cap="none" spc="-50" normalizeH="0" baseline="0" noProof="0">
              <a:ln w="3175">
                <a:noFill/>
              </a:ln>
              <a:solidFill>
                <a:srgbClr val="000000"/>
              </a:solidFill>
              <a:effectLst/>
              <a:uLnTx/>
              <a:uFillTx/>
              <a:latin typeface="Segoe UI Semibold"/>
              <a:ea typeface="+mn-ea"/>
              <a:cs typeface="Segoe UI" pitchFamily="34" charset="0"/>
            </a:endParaRPr>
          </a:p>
        </p:txBody>
      </p:sp>
      <p:grpSp>
        <p:nvGrpSpPr>
          <p:cNvPr id="294" name="Group 293">
            <a:extLst>
              <a:ext uri="{FF2B5EF4-FFF2-40B4-BE49-F238E27FC236}">
                <a16:creationId xmlns:a16="http://schemas.microsoft.com/office/drawing/2014/main" id="{321E8EA6-B82F-C8C5-A30B-4B50B91D1702}"/>
              </a:ext>
            </a:extLst>
          </p:cNvPr>
          <p:cNvGrpSpPr/>
          <p:nvPr/>
        </p:nvGrpSpPr>
        <p:grpSpPr>
          <a:xfrm>
            <a:off x="1137147" y="1458686"/>
            <a:ext cx="9962793" cy="5399314"/>
            <a:chOff x="1137147" y="1458686"/>
            <a:chExt cx="9962793" cy="5399314"/>
          </a:xfrm>
        </p:grpSpPr>
        <p:pic>
          <p:nvPicPr>
            <p:cNvPr id="291" name="Graphic 290">
              <a:extLst>
                <a:ext uri="{FF2B5EF4-FFF2-40B4-BE49-F238E27FC236}">
                  <a16:creationId xmlns:a16="http://schemas.microsoft.com/office/drawing/2014/main" id="{C7BE5F9F-87CE-BF75-9E9C-75C16694BD4B}"/>
                </a:ext>
              </a:extLst>
            </p:cNvPr>
            <p:cNvPicPr>
              <a:picLocks noChangeAspect="1"/>
            </p:cNvPicPr>
            <p:nvPr/>
          </p:nvPicPr>
          <p:blipFill rotWithShape="1">
            <a:blip>
              <a:extLst>
                <a:ext uri="{96DAC541-7B7A-43D3-8B79-37D633B846F1}">
                  <asvg:svgBlip xmlns:asvg="http://schemas.microsoft.com/office/drawing/2016/SVG/main" r:embed="rId4"/>
                </a:ext>
              </a:extLst>
            </a:blip>
            <a:srcRect b="21832"/>
            <a:stretch/>
          </p:blipFill>
          <p:spPr>
            <a:xfrm>
              <a:off x="1137147" y="1458686"/>
              <a:ext cx="9962793" cy="5399314"/>
            </a:xfrm>
            <a:prstGeom prst="rect">
              <a:avLst/>
            </a:prstGeom>
          </p:spPr>
        </p:pic>
        <p:sp>
          <p:nvSpPr>
            <p:cNvPr id="293" name="Oval 292">
              <a:extLst>
                <a:ext uri="{FF2B5EF4-FFF2-40B4-BE49-F238E27FC236}">
                  <a16:creationId xmlns:a16="http://schemas.microsoft.com/office/drawing/2014/main" id="{6106E23E-9B7C-8C52-511B-B34A59B44FAF}"/>
                </a:ext>
              </a:extLst>
            </p:cNvPr>
            <p:cNvSpPr/>
            <p:nvPr/>
          </p:nvSpPr>
          <p:spPr bwMode="auto">
            <a:xfrm>
              <a:off x="8217899" y="1661770"/>
              <a:ext cx="156214" cy="156214"/>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grpSp>
        <p:nvGrpSpPr>
          <p:cNvPr id="69" name="Group 68">
            <a:extLst>
              <a:ext uri="{FF2B5EF4-FFF2-40B4-BE49-F238E27FC236}">
                <a16:creationId xmlns:a16="http://schemas.microsoft.com/office/drawing/2014/main" id="{9BAA9619-25B5-AA1D-33F1-75FD4A8F858F}"/>
              </a:ext>
            </a:extLst>
          </p:cNvPr>
          <p:cNvGrpSpPr/>
          <p:nvPr/>
        </p:nvGrpSpPr>
        <p:grpSpPr>
          <a:xfrm>
            <a:off x="5692063" y="1221515"/>
            <a:ext cx="662802" cy="662802"/>
            <a:chOff x="5692063" y="1221515"/>
            <a:chExt cx="662802" cy="662802"/>
          </a:xfrm>
        </p:grpSpPr>
        <p:sp>
          <p:nvSpPr>
            <p:cNvPr id="61" name="Oval 60">
              <a:extLst>
                <a:ext uri="{FF2B5EF4-FFF2-40B4-BE49-F238E27FC236}">
                  <a16:creationId xmlns:a16="http://schemas.microsoft.com/office/drawing/2014/main" id="{B837CB8D-BC5E-06DF-4960-7C7F1C38801E}"/>
                </a:ext>
              </a:extLst>
            </p:cNvPr>
            <p:cNvSpPr/>
            <p:nvPr/>
          </p:nvSpPr>
          <p:spPr bwMode="auto">
            <a:xfrm>
              <a:off x="5692063" y="1221515"/>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6" name="Picture 5" descr="A blue and green logo&#10;&#10;Description automatically generated">
              <a:extLst>
                <a:ext uri="{FF2B5EF4-FFF2-40B4-BE49-F238E27FC236}">
                  <a16:creationId xmlns:a16="http://schemas.microsoft.com/office/drawing/2014/main" id="{DFC8FFFE-33A6-654C-76F6-CAB80053B81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5300" t="4434" r="15300" b="4434"/>
            <a:stretch/>
          </p:blipFill>
          <p:spPr>
            <a:xfrm>
              <a:off x="5842384" y="1315132"/>
              <a:ext cx="362160" cy="475568"/>
            </a:xfrm>
            <a:prstGeom prst="rect">
              <a:avLst/>
            </a:prstGeom>
          </p:spPr>
        </p:pic>
      </p:grpSp>
      <p:grpSp>
        <p:nvGrpSpPr>
          <p:cNvPr id="71" name="Group 70">
            <a:extLst>
              <a:ext uri="{FF2B5EF4-FFF2-40B4-BE49-F238E27FC236}">
                <a16:creationId xmlns:a16="http://schemas.microsoft.com/office/drawing/2014/main" id="{AA482B31-B4BC-ADF0-7E53-DAC04089F7FC}"/>
              </a:ext>
            </a:extLst>
          </p:cNvPr>
          <p:cNvGrpSpPr/>
          <p:nvPr/>
        </p:nvGrpSpPr>
        <p:grpSpPr>
          <a:xfrm>
            <a:off x="6589811" y="2218415"/>
            <a:ext cx="662802" cy="662802"/>
            <a:chOff x="6589811" y="2218415"/>
            <a:chExt cx="662802" cy="662802"/>
          </a:xfrm>
        </p:grpSpPr>
        <p:sp>
          <p:nvSpPr>
            <p:cNvPr id="72" name="Oval 71">
              <a:extLst>
                <a:ext uri="{FF2B5EF4-FFF2-40B4-BE49-F238E27FC236}">
                  <a16:creationId xmlns:a16="http://schemas.microsoft.com/office/drawing/2014/main" id="{6896B9D3-45DE-062B-265E-DABA6B515B5A}"/>
                </a:ext>
              </a:extLst>
            </p:cNvPr>
            <p:cNvSpPr/>
            <p:nvPr/>
          </p:nvSpPr>
          <p:spPr bwMode="auto">
            <a:xfrm>
              <a:off x="6589811" y="2218415"/>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7" name="Picture 6" descr="A pink logo with circles&#10;&#10;Description automatically generated">
              <a:extLst>
                <a:ext uri="{FF2B5EF4-FFF2-40B4-BE49-F238E27FC236}">
                  <a16:creationId xmlns:a16="http://schemas.microsoft.com/office/drawing/2014/main" id="{57A33742-23F1-00E2-B216-83027B6264B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6446" y="2305050"/>
              <a:ext cx="489532" cy="489532"/>
            </a:xfrm>
            <a:prstGeom prst="ellipse">
              <a:avLst/>
            </a:prstGeom>
          </p:spPr>
        </p:pic>
      </p:grpSp>
      <p:grpSp>
        <p:nvGrpSpPr>
          <p:cNvPr id="73" name="Group 72">
            <a:extLst>
              <a:ext uri="{FF2B5EF4-FFF2-40B4-BE49-F238E27FC236}">
                <a16:creationId xmlns:a16="http://schemas.microsoft.com/office/drawing/2014/main" id="{6689DE0C-D978-FB03-784D-6092D84115CD}"/>
              </a:ext>
            </a:extLst>
          </p:cNvPr>
          <p:cNvGrpSpPr/>
          <p:nvPr/>
        </p:nvGrpSpPr>
        <p:grpSpPr>
          <a:xfrm>
            <a:off x="7584675" y="3071406"/>
            <a:ext cx="662802" cy="662802"/>
            <a:chOff x="7584675" y="3071406"/>
            <a:chExt cx="662802" cy="662802"/>
          </a:xfrm>
        </p:grpSpPr>
        <p:sp>
          <p:nvSpPr>
            <p:cNvPr id="113" name="Oval 112">
              <a:extLst>
                <a:ext uri="{FF2B5EF4-FFF2-40B4-BE49-F238E27FC236}">
                  <a16:creationId xmlns:a16="http://schemas.microsoft.com/office/drawing/2014/main" id="{5CE797BE-C5AF-A09E-849C-726B0D77CECB}"/>
                </a:ext>
              </a:extLst>
            </p:cNvPr>
            <p:cNvSpPr/>
            <p:nvPr/>
          </p:nvSpPr>
          <p:spPr bwMode="auto">
            <a:xfrm>
              <a:off x="7584675" y="3071406"/>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12" name="Graphic 11">
              <a:extLst>
                <a:ext uri="{FF2B5EF4-FFF2-40B4-BE49-F238E27FC236}">
                  <a16:creationId xmlns:a16="http://schemas.microsoft.com/office/drawing/2014/main" id="{C5348DC2-883B-D630-FA7A-F7053E8BC1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88275" y="3175007"/>
              <a:ext cx="455600" cy="455600"/>
            </a:xfrm>
            <a:prstGeom prst="rect">
              <a:avLst/>
            </a:prstGeom>
          </p:spPr>
        </p:pic>
      </p:grpSp>
      <p:grpSp>
        <p:nvGrpSpPr>
          <p:cNvPr id="74" name="Group 73">
            <a:extLst>
              <a:ext uri="{FF2B5EF4-FFF2-40B4-BE49-F238E27FC236}">
                <a16:creationId xmlns:a16="http://schemas.microsoft.com/office/drawing/2014/main" id="{E6EA3A1B-33F8-A7AC-BC35-F1068874CC37}"/>
              </a:ext>
            </a:extLst>
          </p:cNvPr>
          <p:cNvGrpSpPr/>
          <p:nvPr/>
        </p:nvGrpSpPr>
        <p:grpSpPr>
          <a:xfrm>
            <a:off x="9232899" y="2207178"/>
            <a:ext cx="662802" cy="662802"/>
            <a:chOff x="9232899" y="2207178"/>
            <a:chExt cx="662802" cy="662802"/>
          </a:xfrm>
        </p:grpSpPr>
        <p:sp>
          <p:nvSpPr>
            <p:cNvPr id="90" name="Oval 89">
              <a:extLst>
                <a:ext uri="{FF2B5EF4-FFF2-40B4-BE49-F238E27FC236}">
                  <a16:creationId xmlns:a16="http://schemas.microsoft.com/office/drawing/2014/main" id="{37A90E22-64E6-11DB-BD13-1CDB44A2BB4A}"/>
                </a:ext>
              </a:extLst>
            </p:cNvPr>
            <p:cNvSpPr/>
            <p:nvPr/>
          </p:nvSpPr>
          <p:spPr bwMode="auto">
            <a:xfrm>
              <a:off x="9232899" y="2207178"/>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14" name="Graphic 13">
              <a:extLst>
                <a:ext uri="{FF2B5EF4-FFF2-40B4-BE49-F238E27FC236}">
                  <a16:creationId xmlns:a16="http://schemas.microsoft.com/office/drawing/2014/main" id="{707CC9CF-6DAD-AB93-507C-F181730A7AA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49600" y="2323879"/>
              <a:ext cx="429400" cy="429402"/>
            </a:xfrm>
            <a:prstGeom prst="rect">
              <a:avLst/>
            </a:prstGeom>
          </p:spPr>
        </p:pic>
      </p:grpSp>
      <p:grpSp>
        <p:nvGrpSpPr>
          <p:cNvPr id="76" name="Group 75">
            <a:extLst>
              <a:ext uri="{FF2B5EF4-FFF2-40B4-BE49-F238E27FC236}">
                <a16:creationId xmlns:a16="http://schemas.microsoft.com/office/drawing/2014/main" id="{2B2E667D-2F21-FB92-3183-A549BAC6362C}"/>
              </a:ext>
            </a:extLst>
          </p:cNvPr>
          <p:cNvGrpSpPr/>
          <p:nvPr/>
        </p:nvGrpSpPr>
        <p:grpSpPr>
          <a:xfrm>
            <a:off x="10669327" y="4866557"/>
            <a:ext cx="662802" cy="662802"/>
            <a:chOff x="10669327" y="4866557"/>
            <a:chExt cx="662802" cy="662802"/>
          </a:xfrm>
        </p:grpSpPr>
        <p:sp>
          <p:nvSpPr>
            <p:cNvPr id="44" name="Oval 43">
              <a:extLst>
                <a:ext uri="{FF2B5EF4-FFF2-40B4-BE49-F238E27FC236}">
                  <a16:creationId xmlns:a16="http://schemas.microsoft.com/office/drawing/2014/main" id="{F5CE74B1-D9FB-4BBB-1BA4-81C98E2D60D2}"/>
                </a:ext>
              </a:extLst>
            </p:cNvPr>
            <p:cNvSpPr/>
            <p:nvPr/>
          </p:nvSpPr>
          <p:spPr bwMode="auto">
            <a:xfrm>
              <a:off x="10669327" y="4866557"/>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17" name="Picture 16" descr="A hexagon with different colors&#10;&#10;Description automatically generated">
              <a:extLst>
                <a:ext uri="{FF2B5EF4-FFF2-40B4-BE49-F238E27FC236}">
                  <a16:creationId xmlns:a16="http://schemas.microsoft.com/office/drawing/2014/main" id="{7CEED099-4889-B8BF-FB6E-34903CA1CF3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783810" y="5004766"/>
              <a:ext cx="433836" cy="386384"/>
            </a:xfrm>
            <a:prstGeom prst="rect">
              <a:avLst/>
            </a:prstGeom>
          </p:spPr>
        </p:pic>
      </p:grpSp>
      <p:grpSp>
        <p:nvGrpSpPr>
          <p:cNvPr id="75" name="Group 74">
            <a:extLst>
              <a:ext uri="{FF2B5EF4-FFF2-40B4-BE49-F238E27FC236}">
                <a16:creationId xmlns:a16="http://schemas.microsoft.com/office/drawing/2014/main" id="{99A5F9F1-E49B-15FE-1735-682F08066575}"/>
              </a:ext>
            </a:extLst>
          </p:cNvPr>
          <p:cNvGrpSpPr/>
          <p:nvPr/>
        </p:nvGrpSpPr>
        <p:grpSpPr>
          <a:xfrm>
            <a:off x="9365238" y="4386778"/>
            <a:ext cx="662802" cy="662802"/>
            <a:chOff x="9365238" y="4386778"/>
            <a:chExt cx="662802" cy="662802"/>
          </a:xfrm>
        </p:grpSpPr>
        <p:sp>
          <p:nvSpPr>
            <p:cNvPr id="107" name="Oval 106">
              <a:extLst>
                <a:ext uri="{FF2B5EF4-FFF2-40B4-BE49-F238E27FC236}">
                  <a16:creationId xmlns:a16="http://schemas.microsoft.com/office/drawing/2014/main" id="{5ABAA1F4-12CE-7ACF-949C-AD9031822866}"/>
                </a:ext>
              </a:extLst>
            </p:cNvPr>
            <p:cNvSpPr/>
            <p:nvPr/>
          </p:nvSpPr>
          <p:spPr bwMode="auto">
            <a:xfrm>
              <a:off x="9365238" y="4386778"/>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21" name="Picture 20" descr="A blue logo with a black background&#10;&#10;Description automatically generated">
              <a:extLst>
                <a:ext uri="{FF2B5EF4-FFF2-40B4-BE49-F238E27FC236}">
                  <a16:creationId xmlns:a16="http://schemas.microsoft.com/office/drawing/2014/main" id="{001D56C7-751B-1A4B-BFFB-FE9ACD85ABB4}"/>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19207" r="19207"/>
            <a:stretch/>
          </p:blipFill>
          <p:spPr>
            <a:xfrm>
              <a:off x="9491681" y="4530983"/>
              <a:ext cx="409914" cy="374392"/>
            </a:xfrm>
            <a:prstGeom prst="rect">
              <a:avLst/>
            </a:prstGeom>
          </p:spPr>
        </p:pic>
      </p:grpSp>
      <p:grpSp>
        <p:nvGrpSpPr>
          <p:cNvPr id="65" name="Group 64">
            <a:extLst>
              <a:ext uri="{FF2B5EF4-FFF2-40B4-BE49-F238E27FC236}">
                <a16:creationId xmlns:a16="http://schemas.microsoft.com/office/drawing/2014/main" id="{65A0213D-E117-AE82-DE7A-FDF755E3CE61}"/>
              </a:ext>
            </a:extLst>
          </p:cNvPr>
          <p:cNvGrpSpPr/>
          <p:nvPr/>
        </p:nvGrpSpPr>
        <p:grpSpPr>
          <a:xfrm>
            <a:off x="972035" y="4263860"/>
            <a:ext cx="662802" cy="662802"/>
            <a:chOff x="972035" y="4263860"/>
            <a:chExt cx="662802" cy="662802"/>
          </a:xfrm>
        </p:grpSpPr>
        <p:sp>
          <p:nvSpPr>
            <p:cNvPr id="51" name="Oval 50">
              <a:extLst>
                <a:ext uri="{FF2B5EF4-FFF2-40B4-BE49-F238E27FC236}">
                  <a16:creationId xmlns:a16="http://schemas.microsoft.com/office/drawing/2014/main" id="{C328D812-BCE4-FDB1-A8B3-63A3DA809895}"/>
                </a:ext>
              </a:extLst>
            </p:cNvPr>
            <p:cNvSpPr/>
            <p:nvPr/>
          </p:nvSpPr>
          <p:spPr bwMode="auto">
            <a:xfrm>
              <a:off x="972035" y="4263860"/>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28" name="Graphic 27">
              <a:extLst>
                <a:ext uri="{FF2B5EF4-FFF2-40B4-BE49-F238E27FC236}">
                  <a16:creationId xmlns:a16="http://schemas.microsoft.com/office/drawing/2014/main" id="{BC8ACD4E-A3CA-436C-2D47-775033D3792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7947" y="4390362"/>
              <a:ext cx="510978" cy="409798"/>
            </a:xfrm>
            <a:prstGeom prst="rect">
              <a:avLst/>
            </a:prstGeom>
          </p:spPr>
        </p:pic>
      </p:grpSp>
      <p:grpSp>
        <p:nvGrpSpPr>
          <p:cNvPr id="64" name="Group 63">
            <a:extLst>
              <a:ext uri="{FF2B5EF4-FFF2-40B4-BE49-F238E27FC236}">
                <a16:creationId xmlns:a16="http://schemas.microsoft.com/office/drawing/2014/main" id="{8E6ECB0E-D7B4-8212-34F4-B253BB18D109}"/>
              </a:ext>
            </a:extLst>
          </p:cNvPr>
          <p:cNvGrpSpPr/>
          <p:nvPr/>
        </p:nvGrpSpPr>
        <p:grpSpPr>
          <a:xfrm>
            <a:off x="1934913" y="4901611"/>
            <a:ext cx="662802" cy="662802"/>
            <a:chOff x="1934913" y="4901611"/>
            <a:chExt cx="662802" cy="662802"/>
          </a:xfrm>
        </p:grpSpPr>
        <p:sp>
          <p:nvSpPr>
            <p:cNvPr id="102" name="Oval 101">
              <a:extLst>
                <a:ext uri="{FF2B5EF4-FFF2-40B4-BE49-F238E27FC236}">
                  <a16:creationId xmlns:a16="http://schemas.microsoft.com/office/drawing/2014/main" id="{F6B4FC8B-0413-F9D8-C29B-136779BC1307}"/>
                </a:ext>
              </a:extLst>
            </p:cNvPr>
            <p:cNvSpPr/>
            <p:nvPr/>
          </p:nvSpPr>
          <p:spPr bwMode="auto">
            <a:xfrm>
              <a:off x="1934913" y="4901611"/>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31" name="Graphic 30">
              <a:extLst>
                <a:ext uri="{FF2B5EF4-FFF2-40B4-BE49-F238E27FC236}">
                  <a16:creationId xmlns:a16="http://schemas.microsoft.com/office/drawing/2014/main" id="{A27FE92E-44D5-F6BE-321D-3800231CE5C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076427" y="5043124"/>
              <a:ext cx="379774" cy="379776"/>
            </a:xfrm>
            <a:prstGeom prst="rect">
              <a:avLst/>
            </a:prstGeom>
          </p:spPr>
        </p:pic>
      </p:grpSp>
      <p:grpSp>
        <p:nvGrpSpPr>
          <p:cNvPr id="67" name="Group 66">
            <a:extLst>
              <a:ext uri="{FF2B5EF4-FFF2-40B4-BE49-F238E27FC236}">
                <a16:creationId xmlns:a16="http://schemas.microsoft.com/office/drawing/2014/main" id="{AB873AF2-FC60-8CFC-2924-4C40601AB8F7}"/>
              </a:ext>
            </a:extLst>
          </p:cNvPr>
          <p:cNvGrpSpPr/>
          <p:nvPr/>
        </p:nvGrpSpPr>
        <p:grpSpPr>
          <a:xfrm>
            <a:off x="1951131" y="2563586"/>
            <a:ext cx="662802" cy="662802"/>
            <a:chOff x="1951131" y="2563586"/>
            <a:chExt cx="662802" cy="662802"/>
          </a:xfrm>
        </p:grpSpPr>
        <p:sp>
          <p:nvSpPr>
            <p:cNvPr id="50" name="Oval 49">
              <a:extLst>
                <a:ext uri="{FF2B5EF4-FFF2-40B4-BE49-F238E27FC236}">
                  <a16:creationId xmlns:a16="http://schemas.microsoft.com/office/drawing/2014/main" id="{92B7BF7C-AFE4-55AB-1FDF-A17B92726AE2}"/>
                </a:ext>
              </a:extLst>
            </p:cNvPr>
            <p:cNvSpPr/>
            <p:nvPr/>
          </p:nvSpPr>
          <p:spPr bwMode="auto">
            <a:xfrm>
              <a:off x="1951131" y="2563586"/>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33" name="Picture 2" descr="mulesoft,logo Icons">
              <a:extLst>
                <a:ext uri="{FF2B5EF4-FFF2-40B4-BE49-F238E27FC236}">
                  <a16:creationId xmlns:a16="http://schemas.microsoft.com/office/drawing/2014/main" id="{9C189FCE-8373-2D08-2738-10312100D771}"/>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034269" y="2646724"/>
              <a:ext cx="496526" cy="49652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6" name="Group 65">
            <a:extLst>
              <a:ext uri="{FF2B5EF4-FFF2-40B4-BE49-F238E27FC236}">
                <a16:creationId xmlns:a16="http://schemas.microsoft.com/office/drawing/2014/main" id="{663FC517-8AD8-B39F-CE29-9C518FF0B341}"/>
              </a:ext>
            </a:extLst>
          </p:cNvPr>
          <p:cNvGrpSpPr/>
          <p:nvPr/>
        </p:nvGrpSpPr>
        <p:grpSpPr>
          <a:xfrm>
            <a:off x="2916708" y="3065442"/>
            <a:ext cx="662802" cy="662802"/>
            <a:chOff x="2916708" y="3065442"/>
            <a:chExt cx="662802" cy="662802"/>
          </a:xfrm>
        </p:grpSpPr>
        <p:sp>
          <p:nvSpPr>
            <p:cNvPr id="296" name="Oval 295">
              <a:extLst>
                <a:ext uri="{FF2B5EF4-FFF2-40B4-BE49-F238E27FC236}">
                  <a16:creationId xmlns:a16="http://schemas.microsoft.com/office/drawing/2014/main" id="{AB7D1252-1A10-CC4D-EE93-B52B546F1B08}"/>
                </a:ext>
              </a:extLst>
            </p:cNvPr>
            <p:cNvSpPr/>
            <p:nvPr/>
          </p:nvSpPr>
          <p:spPr bwMode="auto">
            <a:xfrm>
              <a:off x="2916708" y="3065442"/>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40" name="Picture 39" descr="A logo with blue and green colors&#10;&#10;Description automatically generated">
              <a:extLst>
                <a:ext uri="{FF2B5EF4-FFF2-40B4-BE49-F238E27FC236}">
                  <a16:creationId xmlns:a16="http://schemas.microsoft.com/office/drawing/2014/main" id="{460DEF24-C955-8518-73FB-2B3C9524BE31}"/>
                </a:ext>
              </a:extLst>
            </p:cNvPr>
            <p:cNvPicPr>
              <a:picLocks noChangeAspect="1"/>
            </p:cNvPicPr>
            <p:nvPr/>
          </p:nvPicPr>
          <p:blipFill rotWithShape="1">
            <a:blip r:embed="rId14" cstate="print">
              <a:extLst>
                <a:ext uri="{28A0092B-C50C-407E-A947-70E740481C1C}">
                  <a14:useLocalDpi xmlns:a14="http://schemas.microsoft.com/office/drawing/2010/main" val="0"/>
                </a:ext>
              </a:extLst>
            </a:blip>
            <a:srcRect l="13567" t="11952" r="15983" b="16274"/>
            <a:stretch/>
          </p:blipFill>
          <p:spPr>
            <a:xfrm>
              <a:off x="3035795" y="3180536"/>
              <a:ext cx="424628" cy="432614"/>
            </a:xfrm>
            <a:prstGeom prst="rect">
              <a:avLst/>
            </a:prstGeom>
          </p:spPr>
        </p:pic>
      </p:grpSp>
      <p:grpSp>
        <p:nvGrpSpPr>
          <p:cNvPr id="68" name="Group 67">
            <a:extLst>
              <a:ext uri="{FF2B5EF4-FFF2-40B4-BE49-F238E27FC236}">
                <a16:creationId xmlns:a16="http://schemas.microsoft.com/office/drawing/2014/main" id="{5BEB0B5E-18A2-82BA-FCC8-FF9022BA215E}"/>
              </a:ext>
            </a:extLst>
          </p:cNvPr>
          <p:cNvGrpSpPr/>
          <p:nvPr/>
        </p:nvGrpSpPr>
        <p:grpSpPr>
          <a:xfrm>
            <a:off x="4753261" y="2245550"/>
            <a:ext cx="662802" cy="662802"/>
            <a:chOff x="4753261" y="2245550"/>
            <a:chExt cx="662802" cy="662802"/>
          </a:xfrm>
        </p:grpSpPr>
        <p:sp>
          <p:nvSpPr>
            <p:cNvPr id="56" name="Oval 55">
              <a:extLst>
                <a:ext uri="{FF2B5EF4-FFF2-40B4-BE49-F238E27FC236}">
                  <a16:creationId xmlns:a16="http://schemas.microsoft.com/office/drawing/2014/main" id="{5CDDD89E-9FFC-29F7-F87D-B5E093C1CA34}"/>
                </a:ext>
              </a:extLst>
            </p:cNvPr>
            <p:cNvSpPr/>
            <p:nvPr/>
          </p:nvSpPr>
          <p:spPr bwMode="auto">
            <a:xfrm>
              <a:off x="4753261" y="2245550"/>
              <a:ext cx="662802" cy="66280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37" name="Picture 4" descr="AWS Announces Four New Capabilities That Make It Easier to Build IoT ...">
              <a:extLst>
                <a:ext uri="{FF2B5EF4-FFF2-40B4-BE49-F238E27FC236}">
                  <a16:creationId xmlns:a16="http://schemas.microsoft.com/office/drawing/2014/main" id="{F5634A8E-26A9-CEE1-7F49-4FC2375EBAF1}"/>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859936" y="2442452"/>
              <a:ext cx="449452" cy="268998"/>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Oval 4">
            <a:extLst>
              <a:ext uri="{FF2B5EF4-FFF2-40B4-BE49-F238E27FC236}">
                <a16:creationId xmlns:a16="http://schemas.microsoft.com/office/drawing/2014/main" id="{2D2826F0-DF02-3F14-84CB-0D5E2EF3BEF4}"/>
              </a:ext>
            </a:extLst>
          </p:cNvPr>
          <p:cNvSpPr/>
          <p:nvPr/>
        </p:nvSpPr>
        <p:spPr bwMode="auto">
          <a:xfrm flipH="1">
            <a:off x="5125876" y="4952500"/>
            <a:ext cx="1800371" cy="1800371"/>
          </a:xfrm>
          <a:prstGeom prst="ellipse">
            <a:avLst/>
          </a:prstGeom>
          <a:gradFill>
            <a:gsLst>
              <a:gs pos="19000">
                <a:srgbClr val="A35CB8"/>
              </a:gs>
              <a:gs pos="25000">
                <a:srgbClr val="985EBA"/>
              </a:gs>
              <a:gs pos="46000">
                <a:srgbClr val="7369C4"/>
              </a:gs>
              <a:gs pos="56000">
                <a:srgbClr val="6C6BC5"/>
              </a:gs>
              <a:gs pos="77000">
                <a:srgbClr val="626EC8"/>
              </a:gs>
              <a:gs pos="82000">
                <a:srgbClr val="5472CB"/>
              </a:gs>
              <a:gs pos="89000">
                <a:srgbClr val="4775CE"/>
              </a:gs>
              <a:gs pos="95000">
                <a:srgbClr val="4377D0"/>
              </a:gs>
            </a:gsLst>
            <a:lin ang="2562220" scaled="1"/>
          </a:gradFill>
          <a:ln w="28361" cap="flat">
            <a:noFill/>
            <a:prstDash val="solid"/>
            <a:miter/>
          </a:ln>
          <a:effectLst>
            <a:outerShdw blurRad="127000" algn="ctr" rotWithShape="0">
              <a:prstClr val="black">
                <a:alpha val="1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a:ea typeface="+mn-ea"/>
              <a:cs typeface="+mn-cs"/>
            </a:endParaRPr>
          </a:p>
        </p:txBody>
      </p:sp>
      <p:sp>
        <p:nvSpPr>
          <p:cNvPr id="8" name="Oval 7">
            <a:extLst>
              <a:ext uri="{FF2B5EF4-FFF2-40B4-BE49-F238E27FC236}">
                <a16:creationId xmlns:a16="http://schemas.microsoft.com/office/drawing/2014/main" id="{64054C38-3A99-5CF6-AEAB-48090EC09BD6}"/>
              </a:ext>
            </a:extLst>
          </p:cNvPr>
          <p:cNvSpPr/>
          <p:nvPr/>
        </p:nvSpPr>
        <p:spPr bwMode="auto">
          <a:xfrm flipH="1">
            <a:off x="5210258" y="5036882"/>
            <a:ext cx="1631606" cy="1631606"/>
          </a:xfrm>
          <a:prstGeom prst="ellipse">
            <a:avLst/>
          </a:prstGeom>
          <a:solidFill>
            <a:schemeClr val="tx1"/>
          </a:solidFill>
          <a:ln>
            <a:noFill/>
            <a:headEnd type="none" w="med" len="med"/>
            <a:tailEnd type="none" w="med" len="med"/>
          </a:ln>
          <a:effectLst>
            <a:outerShdw blurRad="88900" algn="ctr" rotWithShape="0">
              <a:prstClr val="black">
                <a:alpha val="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9" name="Graphic 8">
            <a:extLst>
              <a:ext uri="{FF2B5EF4-FFF2-40B4-BE49-F238E27FC236}">
                <a16:creationId xmlns:a16="http://schemas.microsoft.com/office/drawing/2014/main" id="{91921F4D-5D93-1798-326E-2A7D23F3BC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503904" y="5195805"/>
            <a:ext cx="1251565" cy="1251565"/>
          </a:xfrm>
          <a:prstGeom prst="rect">
            <a:avLst/>
          </a:prstGeom>
        </p:spPr>
      </p:pic>
      <p:sp>
        <p:nvSpPr>
          <p:cNvPr id="3" name="TextBox 2">
            <a:extLst>
              <a:ext uri="{FF2B5EF4-FFF2-40B4-BE49-F238E27FC236}">
                <a16:creationId xmlns:a16="http://schemas.microsoft.com/office/drawing/2014/main" id="{83F6A63B-6D9F-5277-5094-0F656B61A75E}"/>
              </a:ext>
            </a:extLst>
          </p:cNvPr>
          <p:cNvSpPr txBox="1"/>
          <p:nvPr/>
        </p:nvSpPr>
        <p:spPr>
          <a:xfrm>
            <a:off x="895046" y="675554"/>
            <a:ext cx="10410214" cy="615553"/>
          </a:xfrm>
          <a:prstGeom prst="rect">
            <a:avLst/>
          </a:prstGeom>
          <a:noFill/>
        </p:spPr>
        <p:txBody>
          <a:bodyPr wrap="square" lIns="0" tIns="0" rIns="0" bIns="0">
            <a:spAutoFit/>
          </a:bodyPr>
          <a:lstStyle/>
          <a:p>
            <a:pPr marL="0" marR="0" lvl="0" indent="0" algn="l" defTabSz="93255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78D4"/>
                </a:solidFill>
                <a:effectLst/>
                <a:uLnTx/>
                <a:uFillTx/>
                <a:latin typeface="Segoe UI Semibold"/>
                <a:ea typeface="+mn-ea"/>
                <a:cs typeface="+mn-cs"/>
              </a:rPr>
              <a:t>Centralized API inventory for seamless discovery, consumption, and governance regardless of API type, lifecycle stage, or deployment location.</a:t>
            </a:r>
            <a:endParaRPr kumimoji="0" lang="en-US" sz="2000" b="0" i="0" u="none" strike="noStrike" kern="1200" cap="none" spc="0" normalizeH="0" baseline="0" noProof="0">
              <a:ln>
                <a:noFill/>
              </a:ln>
              <a:solidFill>
                <a:srgbClr val="0078D4"/>
              </a:solidFill>
              <a:effectLst/>
              <a:highlight>
                <a:srgbClr val="FFFF00"/>
              </a:highlight>
              <a:uLnTx/>
              <a:uFillTx/>
              <a:latin typeface="Segoe UI Semibold"/>
              <a:ea typeface="+mn-ea"/>
              <a:cs typeface="+mn-cs"/>
            </a:endParaRPr>
          </a:p>
        </p:txBody>
      </p:sp>
    </p:spTree>
    <p:extLst>
      <p:ext uri="{BB962C8B-B14F-4D97-AF65-F5344CB8AC3E}">
        <p14:creationId xmlns:p14="http://schemas.microsoft.com/office/powerpoint/2010/main" val="235528399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blue and white background&#10;&#10;Description automatically generated">
            <a:extLst>
              <a:ext uri="{FF2B5EF4-FFF2-40B4-BE49-F238E27FC236}">
                <a16:creationId xmlns:a16="http://schemas.microsoft.com/office/drawing/2014/main" id="{56E154D2-B72C-6896-42E7-1373ACB5D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83" y="-4358"/>
            <a:ext cx="12239609" cy="6865397"/>
          </a:xfrm>
          <a:prstGeom prst="rect">
            <a:avLst/>
          </a:prstGeom>
        </p:spPr>
      </p:pic>
      <p:pic>
        <p:nvPicPr>
          <p:cNvPr id="1026" name="Picture 2" descr="Azure has a new logo, but where do you download it? Here!">
            <a:extLst>
              <a:ext uri="{FF2B5EF4-FFF2-40B4-BE49-F238E27FC236}">
                <a16:creationId xmlns:a16="http://schemas.microsoft.com/office/drawing/2014/main" id="{14EBC6C8-1800-E9F5-2D0F-55C138E8800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867" t="5372" r="2867" b="5372"/>
          <a:stretch/>
        </p:blipFill>
        <p:spPr bwMode="auto">
          <a:xfrm>
            <a:off x="667754" y="2102257"/>
            <a:ext cx="865702" cy="819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EDDE32A-C9CD-ED8D-30B8-01949C3DE120}"/>
              </a:ext>
            </a:extLst>
          </p:cNvPr>
          <p:cNvSpPr txBox="1"/>
          <p:nvPr/>
        </p:nvSpPr>
        <p:spPr>
          <a:xfrm>
            <a:off x="598713" y="3480137"/>
            <a:ext cx="3710964" cy="1538883"/>
          </a:xfrm>
          <a:prstGeom prst="rect">
            <a:avLst/>
          </a:prstGeom>
          <a:noFill/>
        </p:spPr>
        <p:txBody>
          <a:bodyPr wrap="square" lIns="0" tIns="0" rIns="0" bIns="0">
            <a:spAutoFit/>
          </a:bodyPr>
          <a:lstStyle/>
          <a:p>
            <a:pPr marL="0" marR="0" lvl="0" indent="0" algn="l" defTabSz="93255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78D4"/>
                </a:solidFill>
                <a:effectLst/>
                <a:uLnTx/>
                <a:uFillTx/>
                <a:latin typeface="Segoe UI Semibold"/>
                <a:ea typeface="+mn-ea"/>
                <a:cs typeface="+mn-cs"/>
              </a:rPr>
              <a:t>Centralized API inventory for seamless discovery, consumption, and governance regardless of API type, lifecycle stage, or deployment location.</a:t>
            </a:r>
            <a:endParaRPr kumimoji="0" lang="en-US" sz="2000" b="0" i="0" u="none" strike="noStrike" kern="1200" cap="none" spc="0" normalizeH="0" baseline="0" noProof="0">
              <a:ln>
                <a:noFill/>
              </a:ln>
              <a:solidFill>
                <a:srgbClr val="0078D4"/>
              </a:solidFill>
              <a:effectLst/>
              <a:highlight>
                <a:srgbClr val="FFFF00"/>
              </a:highlight>
              <a:uLnTx/>
              <a:uFillTx/>
              <a:latin typeface="Segoe UI Semibold"/>
              <a:ea typeface="+mn-ea"/>
              <a:cs typeface="+mn-cs"/>
            </a:endParaRPr>
          </a:p>
        </p:txBody>
      </p:sp>
      <p:grpSp>
        <p:nvGrpSpPr>
          <p:cNvPr id="8" name="Group 7">
            <a:extLst>
              <a:ext uri="{FF2B5EF4-FFF2-40B4-BE49-F238E27FC236}">
                <a16:creationId xmlns:a16="http://schemas.microsoft.com/office/drawing/2014/main" id="{5C9029B9-CAD0-3F11-16E1-DD80B3A77AFF}"/>
              </a:ext>
            </a:extLst>
          </p:cNvPr>
          <p:cNvGrpSpPr/>
          <p:nvPr/>
        </p:nvGrpSpPr>
        <p:grpSpPr>
          <a:xfrm>
            <a:off x="3891188" y="1271888"/>
            <a:ext cx="8334375" cy="4997963"/>
            <a:chOff x="3517446" y="792917"/>
            <a:chExt cx="8334375" cy="4997963"/>
          </a:xfrm>
        </p:grpSpPr>
        <p:grpSp>
          <p:nvGrpSpPr>
            <p:cNvPr id="1069" name="Group 1068">
              <a:extLst>
                <a:ext uri="{FF2B5EF4-FFF2-40B4-BE49-F238E27FC236}">
                  <a16:creationId xmlns:a16="http://schemas.microsoft.com/office/drawing/2014/main" id="{0CD1C706-3DFC-EC53-845F-CA46263ED165}"/>
                </a:ext>
              </a:extLst>
            </p:cNvPr>
            <p:cNvGrpSpPr/>
            <p:nvPr/>
          </p:nvGrpSpPr>
          <p:grpSpPr>
            <a:xfrm flipH="1">
              <a:off x="5452448" y="1699978"/>
              <a:ext cx="1800371" cy="1800371"/>
              <a:chOff x="15323823" y="8288293"/>
              <a:chExt cx="1968550" cy="1968550"/>
            </a:xfrm>
          </p:grpSpPr>
          <p:sp>
            <p:nvSpPr>
              <p:cNvPr id="1052" name="Oval 1051">
                <a:extLst>
                  <a:ext uri="{FF2B5EF4-FFF2-40B4-BE49-F238E27FC236}">
                    <a16:creationId xmlns:a16="http://schemas.microsoft.com/office/drawing/2014/main" id="{0E71C94B-7B2B-7D6C-BF3D-A9F35577F4B9}"/>
                  </a:ext>
                </a:extLst>
              </p:cNvPr>
              <p:cNvSpPr/>
              <p:nvPr/>
            </p:nvSpPr>
            <p:spPr bwMode="auto">
              <a:xfrm>
                <a:off x="15323823" y="8288293"/>
                <a:ext cx="1968550" cy="1968550"/>
              </a:xfrm>
              <a:prstGeom prst="ellipse">
                <a:avLst/>
              </a:prstGeom>
              <a:gradFill>
                <a:gsLst>
                  <a:gs pos="19000">
                    <a:srgbClr val="A35CB8"/>
                  </a:gs>
                  <a:gs pos="25000">
                    <a:srgbClr val="985EBA"/>
                  </a:gs>
                  <a:gs pos="46000">
                    <a:srgbClr val="7369C4"/>
                  </a:gs>
                  <a:gs pos="56000">
                    <a:srgbClr val="6C6BC5"/>
                  </a:gs>
                  <a:gs pos="77000">
                    <a:srgbClr val="626EC8"/>
                  </a:gs>
                  <a:gs pos="82000">
                    <a:srgbClr val="5472CB"/>
                  </a:gs>
                  <a:gs pos="89000">
                    <a:srgbClr val="4775CE"/>
                  </a:gs>
                  <a:gs pos="95000">
                    <a:srgbClr val="4377D0"/>
                  </a:gs>
                </a:gsLst>
                <a:lin ang="2562220" scaled="1"/>
              </a:gradFill>
              <a:ln w="28361" cap="flat">
                <a:noFill/>
                <a:prstDash val="solid"/>
                <a:miter/>
              </a:ln>
              <a:effectLst>
                <a:outerShdw blurRad="127000" algn="ctr" rotWithShape="0">
                  <a:prstClr val="black">
                    <a:alpha val="1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a:ea typeface="+mn-ea"/>
                  <a:cs typeface="+mn-cs"/>
                </a:endParaRPr>
              </a:p>
            </p:txBody>
          </p:sp>
          <p:sp>
            <p:nvSpPr>
              <p:cNvPr id="1053" name="Oval 1052">
                <a:extLst>
                  <a:ext uri="{FF2B5EF4-FFF2-40B4-BE49-F238E27FC236}">
                    <a16:creationId xmlns:a16="http://schemas.microsoft.com/office/drawing/2014/main" id="{A2884BC2-E086-F9AF-C3E4-B8BA12AEABC1}"/>
                  </a:ext>
                </a:extLst>
              </p:cNvPr>
              <p:cNvSpPr/>
              <p:nvPr/>
            </p:nvSpPr>
            <p:spPr bwMode="auto">
              <a:xfrm>
                <a:off x="15416089" y="8380557"/>
                <a:ext cx="1784020" cy="1784020"/>
              </a:xfrm>
              <a:prstGeom prst="ellipse">
                <a:avLst/>
              </a:prstGeom>
              <a:solidFill>
                <a:schemeClr val="tx1"/>
              </a:solidFill>
              <a:ln>
                <a:noFill/>
                <a:headEnd type="none" w="med" len="med"/>
                <a:tailEnd type="none" w="med" len="med"/>
              </a:ln>
              <a:effectLst>
                <a:outerShdw blurRad="88900" algn="ctr" rotWithShape="0">
                  <a:prstClr val="black">
                    <a:alpha val="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4" name="Graphic 3">
                <a:extLst>
                  <a:ext uri="{FF2B5EF4-FFF2-40B4-BE49-F238E27FC236}">
                    <a16:creationId xmlns:a16="http://schemas.microsoft.com/office/drawing/2014/main" id="{40349B5E-326B-FDC6-8B49-85A1BE37FB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15510554" y="8554326"/>
                <a:ext cx="1368478" cy="1368478"/>
              </a:xfrm>
              <a:prstGeom prst="rect">
                <a:avLst/>
              </a:prstGeom>
            </p:spPr>
          </p:pic>
        </p:grpSp>
        <p:pic>
          <p:nvPicPr>
            <p:cNvPr id="5" name="Graphic 4">
              <a:extLst>
                <a:ext uri="{FF2B5EF4-FFF2-40B4-BE49-F238E27FC236}">
                  <a16:creationId xmlns:a16="http://schemas.microsoft.com/office/drawing/2014/main" id="{3AF0F579-606B-2C25-6FE0-E5FE957349E4}"/>
                </a:ext>
              </a:extLst>
            </p:cNvPr>
            <p:cNvPicPr>
              <a:picLocks noChangeAspect="1"/>
            </p:cNvPicPr>
            <p:nvPr/>
          </p:nvPicPr>
          <p:blipFill rotWithShape="1">
            <a:blip>
              <a:extLst>
                <a:ext uri="{96DAC541-7B7A-43D3-8B79-37D633B846F1}">
                  <asvg:svgBlip xmlns:asvg="http://schemas.microsoft.com/office/drawing/2016/SVG/main" r:embed="rId6"/>
                </a:ext>
              </a:extLst>
            </a:blip>
            <a:srcRect l="28851" r="2790"/>
            <a:stretch/>
          </p:blipFill>
          <p:spPr>
            <a:xfrm>
              <a:off x="3517446" y="792917"/>
              <a:ext cx="8334375" cy="4997963"/>
            </a:xfrm>
            <a:prstGeom prst="rect">
              <a:avLst/>
            </a:prstGeom>
          </p:spPr>
        </p:pic>
        <p:grpSp>
          <p:nvGrpSpPr>
            <p:cNvPr id="1113" name="Group 1112">
              <a:extLst>
                <a:ext uri="{FF2B5EF4-FFF2-40B4-BE49-F238E27FC236}">
                  <a16:creationId xmlns:a16="http://schemas.microsoft.com/office/drawing/2014/main" id="{4DF94A6A-EDCB-AB38-9D3D-1C959FEA0DFA}"/>
                </a:ext>
              </a:extLst>
            </p:cNvPr>
            <p:cNvGrpSpPr/>
            <p:nvPr/>
          </p:nvGrpSpPr>
          <p:grpSpPr>
            <a:xfrm flipH="1">
              <a:off x="5809550" y="3256414"/>
              <a:ext cx="3073156" cy="1133567"/>
              <a:chOff x="2979719" y="3067949"/>
              <a:chExt cx="3648657" cy="1345847"/>
            </a:xfrm>
          </p:grpSpPr>
          <p:sp>
            <p:nvSpPr>
              <p:cNvPr id="1111" name="Freeform: Shape 1110">
                <a:extLst>
                  <a:ext uri="{FF2B5EF4-FFF2-40B4-BE49-F238E27FC236}">
                    <a16:creationId xmlns:a16="http://schemas.microsoft.com/office/drawing/2014/main" id="{BE3D56A4-A59A-F8FC-FFC0-1138426F0351}"/>
                  </a:ext>
                </a:extLst>
              </p:cNvPr>
              <p:cNvSpPr/>
              <p:nvPr/>
            </p:nvSpPr>
            <p:spPr>
              <a:xfrm flipH="1">
                <a:off x="4956255" y="3731652"/>
                <a:ext cx="1672121" cy="681917"/>
              </a:xfrm>
              <a:custGeom>
                <a:avLst/>
                <a:gdLst>
                  <a:gd name="connsiteX0" fmla="*/ 2085330 w 2094742"/>
                  <a:gd name="connsiteY0" fmla="*/ 854269 h 854269"/>
                  <a:gd name="connsiteX1" fmla="*/ 2094742 w 2094742"/>
                  <a:gd name="connsiteY1" fmla="*/ 776116 h 854269"/>
                  <a:gd name="connsiteX2" fmla="*/ 1760451 w 2094742"/>
                  <a:gd name="connsiteY2" fmla="*/ 441539 h 854269"/>
                  <a:gd name="connsiteX3" fmla="*/ 1604714 w 2094742"/>
                  <a:gd name="connsiteY3" fmla="*/ 480045 h 854269"/>
                  <a:gd name="connsiteX4" fmla="*/ 1020559 w 2094742"/>
                  <a:gd name="connsiteY4" fmla="*/ 0 h 854269"/>
                  <a:gd name="connsiteX5" fmla="*/ 441254 w 2094742"/>
                  <a:gd name="connsiteY5" fmla="*/ 459223 h 854269"/>
                  <a:gd name="connsiteX6" fmla="*/ 334292 w 2094742"/>
                  <a:gd name="connsiteY6" fmla="*/ 441539 h 854269"/>
                  <a:gd name="connsiteX7" fmla="*/ 0 w 2094742"/>
                  <a:gd name="connsiteY7" fmla="*/ 776116 h 854269"/>
                  <a:gd name="connsiteX8" fmla="*/ 9413 w 2094742"/>
                  <a:gd name="connsiteY8" fmla="*/ 854269 h 854269"/>
                  <a:gd name="connsiteX9" fmla="*/ 2085044 w 2094742"/>
                  <a:gd name="connsiteY9" fmla="*/ 854269 h 854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4742" h="854269">
                    <a:moveTo>
                      <a:pt x="2085330" y="854269"/>
                    </a:moveTo>
                    <a:cubicBezTo>
                      <a:pt x="2091319" y="829169"/>
                      <a:pt x="2094742" y="802928"/>
                      <a:pt x="2094742" y="776116"/>
                    </a:cubicBezTo>
                    <a:cubicBezTo>
                      <a:pt x="2094742" y="591286"/>
                      <a:pt x="1944996" y="441539"/>
                      <a:pt x="1760451" y="441539"/>
                    </a:cubicBezTo>
                    <a:cubicBezTo>
                      <a:pt x="1704260" y="441539"/>
                      <a:pt x="1651207" y="455515"/>
                      <a:pt x="1604714" y="480045"/>
                    </a:cubicBezTo>
                    <a:cubicBezTo>
                      <a:pt x="1550805" y="206508"/>
                      <a:pt x="1310069" y="0"/>
                      <a:pt x="1020559" y="0"/>
                    </a:cubicBezTo>
                    <a:cubicBezTo>
                      <a:pt x="731049" y="0"/>
                      <a:pt x="503149" y="196240"/>
                      <a:pt x="441254" y="459223"/>
                    </a:cubicBezTo>
                    <a:cubicBezTo>
                      <a:pt x="407596" y="447814"/>
                      <a:pt x="371657" y="441539"/>
                      <a:pt x="334292" y="441539"/>
                    </a:cubicBezTo>
                    <a:cubicBezTo>
                      <a:pt x="149747" y="441539"/>
                      <a:pt x="0" y="591286"/>
                      <a:pt x="0" y="776116"/>
                    </a:cubicBezTo>
                    <a:cubicBezTo>
                      <a:pt x="0" y="803213"/>
                      <a:pt x="3423" y="829169"/>
                      <a:pt x="9413" y="854269"/>
                    </a:cubicBezTo>
                    <a:lnTo>
                      <a:pt x="2085044" y="854269"/>
                    </a:lnTo>
                    <a:close/>
                  </a:path>
                </a:pathLst>
              </a:custGeom>
              <a:solidFill>
                <a:srgbClr val="707EE6"/>
              </a:solidFill>
              <a:ln w="33348"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12" name="Freeform: Shape 1111">
                <a:extLst>
                  <a:ext uri="{FF2B5EF4-FFF2-40B4-BE49-F238E27FC236}">
                    <a16:creationId xmlns:a16="http://schemas.microsoft.com/office/drawing/2014/main" id="{0721F550-9471-D3CE-F82D-19A957C9B92C}"/>
                  </a:ext>
                </a:extLst>
              </p:cNvPr>
              <p:cNvSpPr/>
              <p:nvPr/>
            </p:nvSpPr>
            <p:spPr>
              <a:xfrm flipH="1">
                <a:off x="2979719" y="3067949"/>
                <a:ext cx="2507042" cy="1345847"/>
              </a:xfrm>
              <a:custGeom>
                <a:avLst/>
                <a:gdLst>
                  <a:gd name="connsiteX0" fmla="*/ 3071090 w 3140686"/>
                  <a:gd name="connsiteY0" fmla="*/ 1685720 h 1686004"/>
                  <a:gd name="connsiteX1" fmla="*/ 3140686 w 3140686"/>
                  <a:gd name="connsiteY1" fmla="*/ 1335455 h 1686004"/>
                  <a:gd name="connsiteX2" fmla="*/ 2221670 w 3140686"/>
                  <a:gd name="connsiteY2" fmla="*/ 416438 h 1686004"/>
                  <a:gd name="connsiteX3" fmla="*/ 1937579 w 3140686"/>
                  <a:gd name="connsiteY3" fmla="*/ 461790 h 1686004"/>
                  <a:gd name="connsiteX4" fmla="*/ 1302653 w 3140686"/>
                  <a:gd name="connsiteY4" fmla="*/ 0 h 1686004"/>
                  <a:gd name="connsiteX5" fmla="*/ 634926 w 3140686"/>
                  <a:gd name="connsiteY5" fmla="*/ 667728 h 1686004"/>
                  <a:gd name="connsiteX6" fmla="*/ 647476 w 3140686"/>
                  <a:gd name="connsiteY6" fmla="*/ 796367 h 1686004"/>
                  <a:gd name="connsiteX7" fmla="*/ 0 w 3140686"/>
                  <a:gd name="connsiteY7" fmla="*/ 1522852 h 1686004"/>
                  <a:gd name="connsiteX8" fmla="*/ 18825 w 3140686"/>
                  <a:gd name="connsiteY8" fmla="*/ 1686005 h 1686004"/>
                  <a:gd name="connsiteX9" fmla="*/ 3070805 w 3140686"/>
                  <a:gd name="connsiteY9" fmla="*/ 1686005 h 1686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40686" h="1686004">
                    <a:moveTo>
                      <a:pt x="3071090" y="1685720"/>
                    </a:moveTo>
                    <a:cubicBezTo>
                      <a:pt x="3115587" y="1577617"/>
                      <a:pt x="3140686" y="1459531"/>
                      <a:pt x="3140686" y="1335455"/>
                    </a:cubicBezTo>
                    <a:cubicBezTo>
                      <a:pt x="3140686" y="827743"/>
                      <a:pt x="2729383" y="416438"/>
                      <a:pt x="2221670" y="416438"/>
                    </a:cubicBezTo>
                    <a:cubicBezTo>
                      <a:pt x="2122410" y="416438"/>
                      <a:pt x="2027142" y="432697"/>
                      <a:pt x="1937579" y="461790"/>
                    </a:cubicBezTo>
                    <a:cubicBezTo>
                      <a:pt x="1850869" y="193958"/>
                      <a:pt x="1599580" y="0"/>
                      <a:pt x="1302653" y="0"/>
                    </a:cubicBezTo>
                    <a:cubicBezTo>
                      <a:pt x="933848" y="0"/>
                      <a:pt x="634926" y="298923"/>
                      <a:pt x="634926" y="667728"/>
                    </a:cubicBezTo>
                    <a:cubicBezTo>
                      <a:pt x="634926" y="711653"/>
                      <a:pt x="639490" y="754723"/>
                      <a:pt x="647476" y="796367"/>
                    </a:cubicBezTo>
                    <a:cubicBezTo>
                      <a:pt x="283235" y="838296"/>
                      <a:pt x="0" y="1147202"/>
                      <a:pt x="0" y="1522852"/>
                    </a:cubicBezTo>
                    <a:cubicBezTo>
                      <a:pt x="0" y="1579043"/>
                      <a:pt x="6845" y="1633237"/>
                      <a:pt x="18825" y="1686005"/>
                    </a:cubicBezTo>
                    <a:lnTo>
                      <a:pt x="3070805" y="1686005"/>
                    </a:lnTo>
                    <a:close/>
                  </a:path>
                </a:pathLst>
              </a:custGeom>
              <a:solidFill>
                <a:srgbClr val="B6DCFD"/>
              </a:solidFill>
              <a:ln w="28503"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sp>
        <p:nvSpPr>
          <p:cNvPr id="9" name="Freeform: Shape 8">
            <a:extLst>
              <a:ext uri="{FF2B5EF4-FFF2-40B4-BE49-F238E27FC236}">
                <a16:creationId xmlns:a16="http://schemas.microsoft.com/office/drawing/2014/main" id="{DDB4CA26-B22F-E7E0-5970-579D4F490A60}"/>
              </a:ext>
            </a:extLst>
          </p:cNvPr>
          <p:cNvSpPr/>
          <p:nvPr/>
        </p:nvSpPr>
        <p:spPr bwMode="auto">
          <a:xfrm>
            <a:off x="-23586" y="5941238"/>
            <a:ext cx="3977640" cy="579120"/>
          </a:xfrm>
          <a:custGeom>
            <a:avLst/>
            <a:gdLst>
              <a:gd name="connsiteX0" fmla="*/ 3977640 w 3977640"/>
              <a:gd name="connsiteY0" fmla="*/ 0 h 579120"/>
              <a:gd name="connsiteX1" fmla="*/ 3627120 w 3977640"/>
              <a:gd name="connsiteY1" fmla="*/ 0 h 579120"/>
              <a:gd name="connsiteX2" fmla="*/ 3048000 w 3977640"/>
              <a:gd name="connsiteY2" fmla="*/ 579120 h 579120"/>
              <a:gd name="connsiteX3" fmla="*/ 0 w 3977640"/>
              <a:gd name="connsiteY3" fmla="*/ 579120 h 579120"/>
            </a:gdLst>
            <a:ahLst/>
            <a:cxnLst>
              <a:cxn ang="0">
                <a:pos x="connsiteX0" y="connsiteY0"/>
              </a:cxn>
              <a:cxn ang="0">
                <a:pos x="connsiteX1" y="connsiteY1"/>
              </a:cxn>
              <a:cxn ang="0">
                <a:pos x="connsiteX2" y="connsiteY2"/>
              </a:cxn>
              <a:cxn ang="0">
                <a:pos x="connsiteX3" y="connsiteY3"/>
              </a:cxn>
            </a:cxnLst>
            <a:rect l="l" t="t" r="r" b="b"/>
            <a:pathLst>
              <a:path w="3977640" h="579120">
                <a:moveTo>
                  <a:pt x="3977640" y="0"/>
                </a:moveTo>
                <a:lnTo>
                  <a:pt x="3627120" y="0"/>
                </a:lnTo>
                <a:lnTo>
                  <a:pt x="3048000" y="579120"/>
                </a:lnTo>
                <a:lnTo>
                  <a:pt x="0" y="579120"/>
                </a:lnTo>
              </a:path>
            </a:pathLst>
          </a:custGeom>
          <a:noFill/>
          <a:ln w="28575" cap="flat">
            <a:solidFill>
              <a:srgbClr val="FFFFFF"/>
            </a:solidFill>
            <a:prstDash val="solid"/>
            <a:miter/>
            <a:headEnd type="none" w="lg" len="lg"/>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 name="Title 1">
            <a:extLst>
              <a:ext uri="{FF2B5EF4-FFF2-40B4-BE49-F238E27FC236}">
                <a16:creationId xmlns:a16="http://schemas.microsoft.com/office/drawing/2014/main" id="{1DBCCD2C-77A4-7D03-25A7-B9401936C93D}"/>
              </a:ext>
            </a:extLst>
          </p:cNvPr>
          <p:cNvSpPr>
            <a:spLocks noGrp="1"/>
          </p:cNvSpPr>
          <p:nvPr>
            <p:ph type="title"/>
          </p:nvPr>
        </p:nvSpPr>
        <p:spPr>
          <a:xfrm>
            <a:off x="1594014" y="2156797"/>
            <a:ext cx="11395279" cy="922337"/>
          </a:xfrm>
        </p:spPr>
        <p:txBody>
          <a:bodyPr/>
          <a:lstStyle/>
          <a:p>
            <a:r>
              <a:rPr lang="en-US"/>
              <a:t>Azure API Center</a:t>
            </a:r>
          </a:p>
        </p:txBody>
      </p:sp>
    </p:spTree>
    <p:extLst>
      <p:ext uri="{BB962C8B-B14F-4D97-AF65-F5344CB8AC3E}">
        <p14:creationId xmlns:p14="http://schemas.microsoft.com/office/powerpoint/2010/main" val="416174162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1" name="Group 250">
            <a:extLst>
              <a:ext uri="{FF2B5EF4-FFF2-40B4-BE49-F238E27FC236}">
                <a16:creationId xmlns:a16="http://schemas.microsoft.com/office/drawing/2014/main" id="{2820B46D-BC43-9D23-C392-094F895050A4}"/>
              </a:ext>
            </a:extLst>
          </p:cNvPr>
          <p:cNvGrpSpPr/>
          <p:nvPr/>
        </p:nvGrpSpPr>
        <p:grpSpPr>
          <a:xfrm>
            <a:off x="-5333" y="1"/>
            <a:ext cx="12197329" cy="6845997"/>
            <a:chOff x="-5333" y="1"/>
            <a:chExt cx="12197329" cy="6845997"/>
          </a:xfrm>
        </p:grpSpPr>
        <p:pic>
          <p:nvPicPr>
            <p:cNvPr id="82" name="Picture 81" descr="A blue and white background&#10;&#10;Description automatically generated">
              <a:extLst>
                <a:ext uri="{FF2B5EF4-FFF2-40B4-BE49-F238E27FC236}">
                  <a16:creationId xmlns:a16="http://schemas.microsoft.com/office/drawing/2014/main" id="{238EC11D-4963-CE48-0FD6-A366CC5D05E5}"/>
                </a:ext>
              </a:extLst>
            </p:cNvPr>
            <p:cNvPicPr>
              <a:picLocks noChangeAspect="1"/>
            </p:cNvPicPr>
            <p:nvPr/>
          </p:nvPicPr>
          <p:blipFill rotWithShape="1">
            <a:blip r:embed="rId3">
              <a:extLst>
                <a:ext uri="{28A0092B-C50C-407E-A947-70E740481C1C}">
                  <a14:useLocalDpi xmlns:a14="http://schemas.microsoft.com/office/drawing/2010/main" val="0"/>
                </a:ext>
              </a:extLst>
            </a:blip>
            <a:srcRect l="1598" t="1598" r="1598" b="1598"/>
            <a:stretch/>
          </p:blipFill>
          <p:spPr>
            <a:xfrm>
              <a:off x="-5333" y="7306"/>
              <a:ext cx="12192000" cy="6838692"/>
            </a:xfrm>
            <a:prstGeom prst="rect">
              <a:avLst/>
            </a:prstGeom>
          </p:spPr>
        </p:pic>
        <p:pic>
          <p:nvPicPr>
            <p:cNvPr id="250" name="Graphic 249">
              <a:extLst>
                <a:ext uri="{FF2B5EF4-FFF2-40B4-BE49-F238E27FC236}">
                  <a16:creationId xmlns:a16="http://schemas.microsoft.com/office/drawing/2014/main" id="{7211CE38-1AF2-BC72-6434-67834A00CA9E}"/>
                </a:ext>
              </a:extLst>
            </p:cNvPr>
            <p:cNvPicPr>
              <a:picLocks noChangeAspect="1"/>
            </p:cNvPicPr>
            <p:nvPr/>
          </p:nvPicPr>
          <p:blipFill rotWithShape="1">
            <a:blip>
              <a:alphaModFix amt="78000"/>
              <a:extLst>
                <a:ext uri="{96DAC541-7B7A-43D3-8B79-37D633B846F1}">
                  <asvg:svgBlip xmlns:asvg="http://schemas.microsoft.com/office/drawing/2016/SVG/main" r:embed="rId4"/>
                </a:ext>
              </a:extLst>
            </a:blip>
            <a:srcRect t="5742" b="57607"/>
            <a:stretch/>
          </p:blipFill>
          <p:spPr>
            <a:xfrm flipH="1">
              <a:off x="7978140" y="1"/>
              <a:ext cx="4213856" cy="1436501"/>
            </a:xfrm>
            <a:prstGeom prst="rect">
              <a:avLst/>
            </a:prstGeom>
          </p:spPr>
        </p:pic>
      </p:grpSp>
      <p:sp>
        <p:nvSpPr>
          <p:cNvPr id="4" name="Title 3">
            <a:extLst>
              <a:ext uri="{FF2B5EF4-FFF2-40B4-BE49-F238E27FC236}">
                <a16:creationId xmlns:a16="http://schemas.microsoft.com/office/drawing/2014/main" id="{4F314C18-EE8A-A4AC-3DFC-9C875A80266A}"/>
              </a:ext>
            </a:extLst>
          </p:cNvPr>
          <p:cNvSpPr>
            <a:spLocks noGrp="1"/>
          </p:cNvSpPr>
          <p:nvPr>
            <p:ph type="title"/>
          </p:nvPr>
        </p:nvSpPr>
        <p:spPr>
          <a:xfrm>
            <a:off x="584200" y="487363"/>
            <a:ext cx="11023600" cy="922337"/>
          </a:xfrm>
        </p:spPr>
        <p:txBody>
          <a:bodyPr/>
          <a:lstStyle/>
          <a:p>
            <a:r>
              <a:rPr lang="en-US"/>
              <a:t>Azure API Center: Centralized API Inventory for Seamless Discovery, Consumption, and Governance </a:t>
            </a:r>
          </a:p>
        </p:txBody>
      </p:sp>
      <p:grpSp>
        <p:nvGrpSpPr>
          <p:cNvPr id="249" name="Group 248">
            <a:extLst>
              <a:ext uri="{FF2B5EF4-FFF2-40B4-BE49-F238E27FC236}">
                <a16:creationId xmlns:a16="http://schemas.microsoft.com/office/drawing/2014/main" id="{92656535-B17B-7D2D-4435-F1A9F33D0620}"/>
              </a:ext>
            </a:extLst>
          </p:cNvPr>
          <p:cNvGrpSpPr/>
          <p:nvPr/>
        </p:nvGrpSpPr>
        <p:grpSpPr>
          <a:xfrm>
            <a:off x="13605489" y="1620635"/>
            <a:ext cx="1105938" cy="1635007"/>
            <a:chOff x="9770653" y="1648478"/>
            <a:chExt cx="1105938" cy="1635007"/>
          </a:xfrm>
        </p:grpSpPr>
        <p:cxnSp>
          <p:nvCxnSpPr>
            <p:cNvPr id="245" name="Straight Connector 244">
              <a:extLst>
                <a:ext uri="{FF2B5EF4-FFF2-40B4-BE49-F238E27FC236}">
                  <a16:creationId xmlns:a16="http://schemas.microsoft.com/office/drawing/2014/main" id="{90E83605-74C5-5D98-AC72-874502DC4992}"/>
                </a:ext>
              </a:extLst>
            </p:cNvPr>
            <p:cNvCxnSpPr/>
            <p:nvPr/>
          </p:nvCxnSpPr>
          <p:spPr>
            <a:xfrm flipV="1">
              <a:off x="10323624" y="2754406"/>
              <a:ext cx="0" cy="483359"/>
            </a:xfrm>
            <a:prstGeom prst="line">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2" name="Rectangle: Rounded Corners 181">
              <a:extLst>
                <a:ext uri="{FF2B5EF4-FFF2-40B4-BE49-F238E27FC236}">
                  <a16:creationId xmlns:a16="http://schemas.microsoft.com/office/drawing/2014/main" id="{5EB18428-198D-09BC-01FC-A38738A2E4B9}"/>
                </a:ext>
              </a:extLst>
            </p:cNvPr>
            <p:cNvSpPr/>
            <p:nvPr/>
          </p:nvSpPr>
          <p:spPr bwMode="auto">
            <a:xfrm>
              <a:off x="10003582" y="3237765"/>
              <a:ext cx="640080" cy="45720"/>
            </a:xfrm>
            <a:prstGeom prst="roundRect">
              <a:avLst>
                <a:gd name="adj" fmla="val 50000"/>
              </a:avLst>
            </a:prstGeom>
            <a:gradFill>
              <a:gsLst>
                <a:gs pos="0">
                  <a:schemeClr val="accent5">
                    <a:lumMod val="75000"/>
                  </a:schemeClr>
                </a:gs>
                <a:gs pos="100000">
                  <a:srgbClr val="0078D4"/>
                </a:gs>
              </a:gsLst>
              <a:lin ang="1380000" scaled="0"/>
            </a:gradFill>
            <a:ln>
              <a:noFill/>
              <a:headEnd type="none" w="med" len="med"/>
              <a:tailEnd type="none" w="med" len="med"/>
            </a:ln>
            <a:effectLst>
              <a:outerShdw blurRad="114300" algn="ctr" rotWithShape="0">
                <a:prstClr val="black">
                  <a:alpha val="8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nvGrpSpPr>
            <p:cNvPr id="228" name="Group 227">
              <a:extLst>
                <a:ext uri="{FF2B5EF4-FFF2-40B4-BE49-F238E27FC236}">
                  <a16:creationId xmlns:a16="http://schemas.microsoft.com/office/drawing/2014/main" id="{E7660DE1-61F2-389A-4383-30B9C79BE3F6}"/>
                </a:ext>
              </a:extLst>
            </p:cNvPr>
            <p:cNvGrpSpPr/>
            <p:nvPr/>
          </p:nvGrpSpPr>
          <p:grpSpPr>
            <a:xfrm>
              <a:off x="9770653" y="1648478"/>
              <a:ext cx="1105938" cy="1105928"/>
              <a:chOff x="9770653" y="1648478"/>
              <a:chExt cx="1105938" cy="1105928"/>
            </a:xfrm>
          </p:grpSpPr>
          <p:grpSp>
            <p:nvGrpSpPr>
              <p:cNvPr id="159" name="Group 158">
                <a:extLst>
                  <a:ext uri="{FF2B5EF4-FFF2-40B4-BE49-F238E27FC236}">
                    <a16:creationId xmlns:a16="http://schemas.microsoft.com/office/drawing/2014/main" id="{121A84F6-D785-035F-4563-A0D6AAE89763}"/>
                  </a:ext>
                </a:extLst>
              </p:cNvPr>
              <p:cNvGrpSpPr/>
              <p:nvPr/>
            </p:nvGrpSpPr>
            <p:grpSpPr>
              <a:xfrm>
                <a:off x="9770653" y="1648478"/>
                <a:ext cx="1105938" cy="1105928"/>
                <a:chOff x="7709989" y="1883478"/>
                <a:chExt cx="665418" cy="665412"/>
              </a:xfrm>
            </p:grpSpPr>
            <p:sp>
              <p:nvSpPr>
                <p:cNvPr id="174" name="Oval 34_1">
                  <a:extLst>
                    <a:ext uri="{FF2B5EF4-FFF2-40B4-BE49-F238E27FC236}">
                      <a16:creationId xmlns:a16="http://schemas.microsoft.com/office/drawing/2014/main" id="{32660B26-20F5-DA9E-833D-D065EF336C26}"/>
                    </a:ext>
                  </a:extLst>
                </p:cNvPr>
                <p:cNvSpPr/>
                <p:nvPr/>
              </p:nvSpPr>
              <p:spPr bwMode="auto">
                <a:xfrm>
                  <a:off x="7709989" y="1883478"/>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75" name="Oval 174">
                  <a:extLst>
                    <a:ext uri="{FF2B5EF4-FFF2-40B4-BE49-F238E27FC236}">
                      <a16:creationId xmlns:a16="http://schemas.microsoft.com/office/drawing/2014/main" id="{39566F9C-15AC-A276-41FC-9F91B0B4C385}"/>
                    </a:ext>
                  </a:extLst>
                </p:cNvPr>
                <p:cNvSpPr/>
                <p:nvPr/>
              </p:nvSpPr>
              <p:spPr bwMode="auto">
                <a:xfrm>
                  <a:off x="7795471" y="1968959"/>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227" name="Group 226">
                <a:extLst>
                  <a:ext uri="{FF2B5EF4-FFF2-40B4-BE49-F238E27FC236}">
                    <a16:creationId xmlns:a16="http://schemas.microsoft.com/office/drawing/2014/main" id="{AE9DDD4C-6B59-BACA-A4FD-60C924A83AB1}"/>
                  </a:ext>
                </a:extLst>
              </p:cNvPr>
              <p:cNvGrpSpPr/>
              <p:nvPr/>
            </p:nvGrpSpPr>
            <p:grpSpPr>
              <a:xfrm>
                <a:off x="10031943" y="1909763"/>
                <a:ext cx="583358" cy="583358"/>
                <a:chOff x="-5315748" y="1199854"/>
                <a:chExt cx="4876800" cy="4876800"/>
              </a:xfrm>
            </p:grpSpPr>
            <p:sp>
              <p:nvSpPr>
                <p:cNvPr id="225" name="Freeform: Shape 224">
                  <a:extLst>
                    <a:ext uri="{FF2B5EF4-FFF2-40B4-BE49-F238E27FC236}">
                      <a16:creationId xmlns:a16="http://schemas.microsoft.com/office/drawing/2014/main" id="{11380997-12EE-ED6C-A427-F99CCAA637FA}"/>
                    </a:ext>
                  </a:extLst>
                </p:cNvPr>
                <p:cNvSpPr/>
                <p:nvPr/>
              </p:nvSpPr>
              <p:spPr>
                <a:xfrm>
                  <a:off x="-5315748" y="1199854"/>
                  <a:ext cx="4876800" cy="4876800"/>
                </a:xfrm>
                <a:custGeom>
                  <a:avLst/>
                  <a:gdLst>
                    <a:gd name="connsiteX0" fmla="*/ 4238625 w 4876800"/>
                    <a:gd name="connsiteY0" fmla="*/ 1281113 h 4876800"/>
                    <a:gd name="connsiteX1" fmla="*/ 4447232 w 4876800"/>
                    <a:gd name="connsiteY1" fmla="*/ 1012508 h 4876800"/>
                    <a:gd name="connsiteX2" fmla="*/ 3864293 w 4876800"/>
                    <a:gd name="connsiteY2" fmla="*/ 429568 h 4876800"/>
                    <a:gd name="connsiteX3" fmla="*/ 3595688 w 4876800"/>
                    <a:gd name="connsiteY3" fmla="*/ 638175 h 4876800"/>
                    <a:gd name="connsiteX4" fmla="*/ 2892752 w 4876800"/>
                    <a:gd name="connsiteY4" fmla="*/ 346710 h 4876800"/>
                    <a:gd name="connsiteX5" fmla="*/ 2849880 w 4876800"/>
                    <a:gd name="connsiteY5" fmla="*/ 0 h 4876800"/>
                    <a:gd name="connsiteX6" fmla="*/ 2026920 w 4876800"/>
                    <a:gd name="connsiteY6" fmla="*/ 0 h 4876800"/>
                    <a:gd name="connsiteX7" fmla="*/ 1984048 w 4876800"/>
                    <a:gd name="connsiteY7" fmla="*/ 346710 h 4876800"/>
                    <a:gd name="connsiteX8" fmla="*/ 1281113 w 4876800"/>
                    <a:gd name="connsiteY8" fmla="*/ 638175 h 4876800"/>
                    <a:gd name="connsiteX9" fmla="*/ 1012508 w 4876800"/>
                    <a:gd name="connsiteY9" fmla="*/ 429568 h 4876800"/>
                    <a:gd name="connsiteX10" fmla="*/ 429568 w 4876800"/>
                    <a:gd name="connsiteY10" fmla="*/ 1012508 h 4876800"/>
                    <a:gd name="connsiteX11" fmla="*/ 638175 w 4876800"/>
                    <a:gd name="connsiteY11" fmla="*/ 1281113 h 4876800"/>
                    <a:gd name="connsiteX12" fmla="*/ 346710 w 4876800"/>
                    <a:gd name="connsiteY12" fmla="*/ 1984048 h 4876800"/>
                    <a:gd name="connsiteX13" fmla="*/ 0 w 4876800"/>
                    <a:gd name="connsiteY13" fmla="*/ 2026920 h 4876800"/>
                    <a:gd name="connsiteX14" fmla="*/ 0 w 4876800"/>
                    <a:gd name="connsiteY14" fmla="*/ 2849880 h 4876800"/>
                    <a:gd name="connsiteX15" fmla="*/ 346710 w 4876800"/>
                    <a:gd name="connsiteY15" fmla="*/ 2892733 h 4876800"/>
                    <a:gd name="connsiteX16" fmla="*/ 638175 w 4876800"/>
                    <a:gd name="connsiteY16" fmla="*/ 3595688 h 4876800"/>
                    <a:gd name="connsiteX17" fmla="*/ 429568 w 4876800"/>
                    <a:gd name="connsiteY17" fmla="*/ 3864293 h 4876800"/>
                    <a:gd name="connsiteX18" fmla="*/ 1012508 w 4876800"/>
                    <a:gd name="connsiteY18" fmla="*/ 4447213 h 4876800"/>
                    <a:gd name="connsiteX19" fmla="*/ 1281113 w 4876800"/>
                    <a:gd name="connsiteY19" fmla="*/ 4238625 h 4876800"/>
                    <a:gd name="connsiteX20" fmla="*/ 1984048 w 4876800"/>
                    <a:gd name="connsiteY20" fmla="*/ 4530100 h 4876800"/>
                    <a:gd name="connsiteX21" fmla="*/ 2026920 w 4876800"/>
                    <a:gd name="connsiteY21" fmla="*/ 4876800 h 4876800"/>
                    <a:gd name="connsiteX22" fmla="*/ 2849880 w 4876800"/>
                    <a:gd name="connsiteY22" fmla="*/ 4876800 h 4876800"/>
                    <a:gd name="connsiteX23" fmla="*/ 2892752 w 4876800"/>
                    <a:gd name="connsiteY23" fmla="*/ 4530090 h 4876800"/>
                    <a:gd name="connsiteX24" fmla="*/ 3595688 w 4876800"/>
                    <a:gd name="connsiteY24" fmla="*/ 4238625 h 4876800"/>
                    <a:gd name="connsiteX25" fmla="*/ 3864293 w 4876800"/>
                    <a:gd name="connsiteY25" fmla="*/ 4447213 h 4876800"/>
                    <a:gd name="connsiteX26" fmla="*/ 4447232 w 4876800"/>
                    <a:gd name="connsiteY26" fmla="*/ 3864293 h 4876800"/>
                    <a:gd name="connsiteX27" fmla="*/ 4238625 w 4876800"/>
                    <a:gd name="connsiteY27" fmla="*/ 3595688 h 4876800"/>
                    <a:gd name="connsiteX28" fmla="*/ 4530100 w 4876800"/>
                    <a:gd name="connsiteY28" fmla="*/ 2892733 h 4876800"/>
                    <a:gd name="connsiteX29" fmla="*/ 4876800 w 4876800"/>
                    <a:gd name="connsiteY29" fmla="*/ 2849880 h 4876800"/>
                    <a:gd name="connsiteX30" fmla="*/ 4876800 w 4876800"/>
                    <a:gd name="connsiteY30" fmla="*/ 2026920 h 4876800"/>
                    <a:gd name="connsiteX31" fmla="*/ 4530090 w 4876800"/>
                    <a:gd name="connsiteY31" fmla="*/ 1984048 h 4876800"/>
                    <a:gd name="connsiteX32" fmla="*/ 4238625 w 4876800"/>
                    <a:gd name="connsiteY32" fmla="*/ 1281113 h 4876800"/>
                    <a:gd name="connsiteX33" fmla="*/ 2438400 w 4876800"/>
                    <a:gd name="connsiteY33" fmla="*/ 4010025 h 4876800"/>
                    <a:gd name="connsiteX34" fmla="*/ 866775 w 4876800"/>
                    <a:gd name="connsiteY34" fmla="*/ 2438400 h 4876800"/>
                    <a:gd name="connsiteX35" fmla="*/ 2438400 w 4876800"/>
                    <a:gd name="connsiteY35" fmla="*/ 866775 h 4876800"/>
                    <a:gd name="connsiteX36" fmla="*/ 4010025 w 4876800"/>
                    <a:gd name="connsiteY36" fmla="*/ 2438400 h 4876800"/>
                    <a:gd name="connsiteX37" fmla="*/ 2438400 w 4876800"/>
                    <a:gd name="connsiteY37" fmla="*/ 4010025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876800" h="4876800">
                      <a:moveTo>
                        <a:pt x="4238625" y="1281113"/>
                      </a:moveTo>
                      <a:lnTo>
                        <a:pt x="4447232" y="1012508"/>
                      </a:lnTo>
                      <a:lnTo>
                        <a:pt x="3864293" y="429568"/>
                      </a:lnTo>
                      <a:lnTo>
                        <a:pt x="3595688" y="638175"/>
                      </a:lnTo>
                      <a:cubicBezTo>
                        <a:pt x="3381375" y="501005"/>
                        <a:pt x="3141355" y="401003"/>
                        <a:pt x="2892752" y="346710"/>
                      </a:cubicBezTo>
                      <a:lnTo>
                        <a:pt x="2849880" y="0"/>
                      </a:lnTo>
                      <a:lnTo>
                        <a:pt x="2026920" y="0"/>
                      </a:lnTo>
                      <a:lnTo>
                        <a:pt x="1984048" y="346710"/>
                      </a:lnTo>
                      <a:cubicBezTo>
                        <a:pt x="1735446" y="401003"/>
                        <a:pt x="1495425" y="501005"/>
                        <a:pt x="1281113" y="638175"/>
                      </a:cubicBezTo>
                      <a:lnTo>
                        <a:pt x="1012508" y="429568"/>
                      </a:lnTo>
                      <a:lnTo>
                        <a:pt x="429568" y="1012508"/>
                      </a:lnTo>
                      <a:lnTo>
                        <a:pt x="638175" y="1281113"/>
                      </a:lnTo>
                      <a:cubicBezTo>
                        <a:pt x="501005" y="1495425"/>
                        <a:pt x="401003" y="1735446"/>
                        <a:pt x="346710" y="1984048"/>
                      </a:cubicBezTo>
                      <a:lnTo>
                        <a:pt x="0" y="2026920"/>
                      </a:lnTo>
                      <a:lnTo>
                        <a:pt x="0" y="2849880"/>
                      </a:lnTo>
                      <a:lnTo>
                        <a:pt x="346710" y="2892733"/>
                      </a:lnTo>
                      <a:cubicBezTo>
                        <a:pt x="401003" y="3141336"/>
                        <a:pt x="501005" y="3381375"/>
                        <a:pt x="638175" y="3595688"/>
                      </a:cubicBezTo>
                      <a:lnTo>
                        <a:pt x="429568" y="3864293"/>
                      </a:lnTo>
                      <a:lnTo>
                        <a:pt x="1012508" y="4447213"/>
                      </a:lnTo>
                      <a:lnTo>
                        <a:pt x="1281113" y="4238625"/>
                      </a:lnTo>
                      <a:cubicBezTo>
                        <a:pt x="1495425" y="4375776"/>
                        <a:pt x="1735446" y="4475807"/>
                        <a:pt x="1984048" y="4530100"/>
                      </a:cubicBezTo>
                      <a:lnTo>
                        <a:pt x="2026920" y="4876800"/>
                      </a:lnTo>
                      <a:lnTo>
                        <a:pt x="2849880" y="4876800"/>
                      </a:lnTo>
                      <a:lnTo>
                        <a:pt x="2892752" y="4530090"/>
                      </a:lnTo>
                      <a:cubicBezTo>
                        <a:pt x="3141355" y="4475798"/>
                        <a:pt x="3381375" y="4375776"/>
                        <a:pt x="3595688" y="4238625"/>
                      </a:cubicBezTo>
                      <a:lnTo>
                        <a:pt x="3864293" y="4447213"/>
                      </a:lnTo>
                      <a:lnTo>
                        <a:pt x="4447232" y="3864293"/>
                      </a:lnTo>
                      <a:lnTo>
                        <a:pt x="4238625" y="3595688"/>
                      </a:lnTo>
                      <a:cubicBezTo>
                        <a:pt x="4375795" y="3381375"/>
                        <a:pt x="4475807" y="3141336"/>
                        <a:pt x="4530100" y="2892733"/>
                      </a:cubicBezTo>
                      <a:lnTo>
                        <a:pt x="4876800" y="2849880"/>
                      </a:lnTo>
                      <a:lnTo>
                        <a:pt x="4876800" y="2026920"/>
                      </a:lnTo>
                      <a:lnTo>
                        <a:pt x="4530090" y="1984048"/>
                      </a:lnTo>
                      <a:cubicBezTo>
                        <a:pt x="4475798" y="1735446"/>
                        <a:pt x="4375795" y="1495425"/>
                        <a:pt x="4238625" y="1281113"/>
                      </a:cubicBezTo>
                      <a:close/>
                      <a:moveTo>
                        <a:pt x="2438400" y="4010025"/>
                      </a:moveTo>
                      <a:cubicBezTo>
                        <a:pt x="1572568" y="4010025"/>
                        <a:pt x="866775" y="3304213"/>
                        <a:pt x="866775" y="2438400"/>
                      </a:cubicBezTo>
                      <a:cubicBezTo>
                        <a:pt x="866775" y="1572568"/>
                        <a:pt x="1572568" y="866775"/>
                        <a:pt x="2438400" y="866775"/>
                      </a:cubicBezTo>
                      <a:cubicBezTo>
                        <a:pt x="3304232" y="866775"/>
                        <a:pt x="4010025" y="1572568"/>
                        <a:pt x="4010025" y="2438400"/>
                      </a:cubicBezTo>
                      <a:cubicBezTo>
                        <a:pt x="4010025" y="3304213"/>
                        <a:pt x="3304232" y="4010025"/>
                        <a:pt x="2438400" y="4010025"/>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6" name="Freeform: Shape 225">
                  <a:extLst>
                    <a:ext uri="{FF2B5EF4-FFF2-40B4-BE49-F238E27FC236}">
                      <a16:creationId xmlns:a16="http://schemas.microsoft.com/office/drawing/2014/main" id="{72599905-BAFE-7089-8A0E-13D49AFFB8E9}"/>
                    </a:ext>
                  </a:extLst>
                </p:cNvPr>
                <p:cNvSpPr/>
                <p:nvPr/>
              </p:nvSpPr>
              <p:spPr>
                <a:xfrm>
                  <a:off x="-4163223" y="2352379"/>
                  <a:ext cx="2571750" cy="2571750"/>
                </a:xfrm>
                <a:custGeom>
                  <a:avLst/>
                  <a:gdLst>
                    <a:gd name="connsiteX0" fmla="*/ 1285875 w 2571750"/>
                    <a:gd name="connsiteY0" fmla="*/ 0 h 2571750"/>
                    <a:gd name="connsiteX1" fmla="*/ 0 w 2571750"/>
                    <a:gd name="connsiteY1" fmla="*/ 1285875 h 2571750"/>
                    <a:gd name="connsiteX2" fmla="*/ 1285875 w 2571750"/>
                    <a:gd name="connsiteY2" fmla="*/ 2571750 h 2571750"/>
                    <a:gd name="connsiteX3" fmla="*/ 2571750 w 2571750"/>
                    <a:gd name="connsiteY3" fmla="*/ 1285875 h 2571750"/>
                    <a:gd name="connsiteX4" fmla="*/ 1285875 w 2571750"/>
                    <a:gd name="connsiteY4" fmla="*/ 0 h 2571750"/>
                    <a:gd name="connsiteX5" fmla="*/ 1143000 w 2571750"/>
                    <a:gd name="connsiteY5" fmla="*/ 1774498 h 2571750"/>
                    <a:gd name="connsiteX6" fmla="*/ 614372 w 2571750"/>
                    <a:gd name="connsiteY6" fmla="*/ 1243003 h 2571750"/>
                    <a:gd name="connsiteX7" fmla="*/ 814388 w 2571750"/>
                    <a:gd name="connsiteY7" fmla="*/ 1042978 h 2571750"/>
                    <a:gd name="connsiteX8" fmla="*/ 1143010 w 2571750"/>
                    <a:gd name="connsiteY8" fmla="*/ 1368733 h 2571750"/>
                    <a:gd name="connsiteX9" fmla="*/ 1757382 w 2571750"/>
                    <a:gd name="connsiteY9" fmla="*/ 757228 h 2571750"/>
                    <a:gd name="connsiteX10" fmla="*/ 1957397 w 2571750"/>
                    <a:gd name="connsiteY10" fmla="*/ 957253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1750" h="2571750">
                      <a:moveTo>
                        <a:pt x="1285875" y="0"/>
                      </a:moveTo>
                      <a:cubicBezTo>
                        <a:pt x="577225" y="0"/>
                        <a:pt x="0" y="577205"/>
                        <a:pt x="0" y="1285875"/>
                      </a:cubicBezTo>
                      <a:cubicBezTo>
                        <a:pt x="0" y="1994525"/>
                        <a:pt x="577225" y="2571750"/>
                        <a:pt x="1285875" y="2571750"/>
                      </a:cubicBezTo>
                      <a:cubicBezTo>
                        <a:pt x="1994525" y="2571750"/>
                        <a:pt x="2571750" y="1994525"/>
                        <a:pt x="2571750" y="1285875"/>
                      </a:cubicBezTo>
                      <a:cubicBezTo>
                        <a:pt x="2571750" y="577205"/>
                        <a:pt x="1994525" y="0"/>
                        <a:pt x="1285875" y="0"/>
                      </a:cubicBezTo>
                      <a:close/>
                      <a:moveTo>
                        <a:pt x="1143000" y="1774498"/>
                      </a:moveTo>
                      <a:lnTo>
                        <a:pt x="614372" y="1243003"/>
                      </a:lnTo>
                      <a:lnTo>
                        <a:pt x="814388" y="1042978"/>
                      </a:lnTo>
                      <a:lnTo>
                        <a:pt x="1143010" y="1368733"/>
                      </a:lnTo>
                      <a:lnTo>
                        <a:pt x="1757382" y="757228"/>
                      </a:lnTo>
                      <a:lnTo>
                        <a:pt x="1957397" y="957253"/>
                      </a:ln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grpSp>
        <p:nvGrpSpPr>
          <p:cNvPr id="118" name="Group 117">
            <a:extLst>
              <a:ext uri="{FF2B5EF4-FFF2-40B4-BE49-F238E27FC236}">
                <a16:creationId xmlns:a16="http://schemas.microsoft.com/office/drawing/2014/main" id="{C1460974-0B00-DF6D-8178-8C0F020AA3DA}"/>
              </a:ext>
            </a:extLst>
          </p:cNvPr>
          <p:cNvGrpSpPr/>
          <p:nvPr/>
        </p:nvGrpSpPr>
        <p:grpSpPr>
          <a:xfrm>
            <a:off x="2" y="1873168"/>
            <a:ext cx="12186666" cy="1215348"/>
            <a:chOff x="1" y="1719449"/>
            <a:chExt cx="15265399" cy="1522383"/>
          </a:xfrm>
        </p:grpSpPr>
        <p:grpSp>
          <p:nvGrpSpPr>
            <p:cNvPr id="119" name="Group 118">
              <a:extLst>
                <a:ext uri="{FF2B5EF4-FFF2-40B4-BE49-F238E27FC236}">
                  <a16:creationId xmlns:a16="http://schemas.microsoft.com/office/drawing/2014/main" id="{9706D6C1-48FA-F26B-7D5E-E0275EF02D08}"/>
                </a:ext>
              </a:extLst>
            </p:cNvPr>
            <p:cNvGrpSpPr/>
            <p:nvPr/>
          </p:nvGrpSpPr>
          <p:grpSpPr>
            <a:xfrm>
              <a:off x="1" y="1719449"/>
              <a:ext cx="15265399" cy="1522383"/>
              <a:chOff x="1" y="2087749"/>
              <a:chExt cx="15265399" cy="1522383"/>
            </a:xfrm>
          </p:grpSpPr>
          <p:pic>
            <p:nvPicPr>
              <p:cNvPr id="128" name="Graphic 127">
                <a:extLst>
                  <a:ext uri="{FF2B5EF4-FFF2-40B4-BE49-F238E27FC236}">
                    <a16:creationId xmlns:a16="http://schemas.microsoft.com/office/drawing/2014/main" id="{33FD77F0-F4E7-747D-9D95-E66B9DC7DDED}"/>
                  </a:ext>
                </a:extLst>
              </p:cNvPr>
              <p:cNvPicPr>
                <a:picLocks noChangeAspect="1"/>
              </p:cNvPicPr>
              <p:nvPr/>
            </p:nvPicPr>
            <p:blipFill rotWithShape="1">
              <a:blip>
                <a:extLst>
                  <a:ext uri="{96DAC541-7B7A-43D3-8B79-37D633B846F1}">
                    <asvg:svgBlip xmlns:asvg="http://schemas.microsoft.com/office/drawing/2016/SVG/main" r:embed="rId5"/>
                  </a:ext>
                </a:extLst>
              </a:blip>
              <a:srcRect l="5443" t="23955" r="5443" b="23955"/>
              <a:stretch/>
            </p:blipFill>
            <p:spPr>
              <a:xfrm>
                <a:off x="1" y="2087749"/>
                <a:ext cx="5094514" cy="1522383"/>
              </a:xfrm>
              <a:prstGeom prst="rect">
                <a:avLst/>
              </a:prstGeom>
            </p:spPr>
          </p:pic>
          <p:pic>
            <p:nvPicPr>
              <p:cNvPr id="131" name="Graphic 130">
                <a:extLst>
                  <a:ext uri="{FF2B5EF4-FFF2-40B4-BE49-F238E27FC236}">
                    <a16:creationId xmlns:a16="http://schemas.microsoft.com/office/drawing/2014/main" id="{9EDCCDD4-C2D6-EEF3-D6D6-FA8F79B11AEA}"/>
                  </a:ext>
                </a:extLst>
              </p:cNvPr>
              <p:cNvPicPr>
                <a:picLocks noChangeAspect="1"/>
              </p:cNvPicPr>
              <p:nvPr/>
            </p:nvPicPr>
            <p:blipFill rotWithShape="1">
              <a:blip>
                <a:extLst>
                  <a:ext uri="{96DAC541-7B7A-43D3-8B79-37D633B846F1}">
                    <asvg:svgBlip xmlns:asvg="http://schemas.microsoft.com/office/drawing/2016/SVG/main" r:embed="rId5"/>
                  </a:ext>
                </a:extLst>
              </a:blip>
              <a:srcRect l="5443" t="23955" r="5443" b="23955"/>
              <a:stretch/>
            </p:blipFill>
            <p:spPr>
              <a:xfrm flipH="1">
                <a:off x="5094515" y="2087749"/>
                <a:ext cx="5094514" cy="1522383"/>
              </a:xfrm>
              <a:prstGeom prst="rect">
                <a:avLst/>
              </a:prstGeom>
            </p:spPr>
          </p:pic>
          <p:pic>
            <p:nvPicPr>
              <p:cNvPr id="133" name="Graphic 132">
                <a:extLst>
                  <a:ext uri="{FF2B5EF4-FFF2-40B4-BE49-F238E27FC236}">
                    <a16:creationId xmlns:a16="http://schemas.microsoft.com/office/drawing/2014/main" id="{B48E837C-16ED-744B-B8CB-7252FD38969E}"/>
                  </a:ext>
                </a:extLst>
              </p:cNvPr>
              <p:cNvPicPr>
                <a:picLocks noChangeAspect="1"/>
              </p:cNvPicPr>
              <p:nvPr/>
            </p:nvPicPr>
            <p:blipFill rotWithShape="1">
              <a:blip>
                <a:extLst>
                  <a:ext uri="{96DAC541-7B7A-43D3-8B79-37D633B846F1}">
                    <asvg:svgBlip xmlns:asvg="http://schemas.microsoft.com/office/drawing/2016/SVG/main" r:embed="rId5"/>
                  </a:ext>
                </a:extLst>
              </a:blip>
              <a:srcRect l="5443" t="23955" r="5759" b="23955"/>
              <a:stretch/>
            </p:blipFill>
            <p:spPr>
              <a:xfrm>
                <a:off x="10189028" y="2087749"/>
                <a:ext cx="5076372" cy="1522383"/>
              </a:xfrm>
              <a:prstGeom prst="rect">
                <a:avLst/>
              </a:prstGeom>
            </p:spPr>
          </p:pic>
        </p:grpSp>
        <p:sp>
          <p:nvSpPr>
            <p:cNvPr id="121" name="Oval 120">
              <a:extLst>
                <a:ext uri="{FF2B5EF4-FFF2-40B4-BE49-F238E27FC236}">
                  <a16:creationId xmlns:a16="http://schemas.microsoft.com/office/drawing/2014/main" id="{858A34AF-4BBD-5409-E447-993318C44A12}"/>
                </a:ext>
              </a:extLst>
            </p:cNvPr>
            <p:cNvSpPr/>
            <p:nvPr/>
          </p:nvSpPr>
          <p:spPr bwMode="auto">
            <a:xfrm>
              <a:off x="5022850" y="2432050"/>
              <a:ext cx="139700" cy="139700"/>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22" name="Oval 121">
              <a:extLst>
                <a:ext uri="{FF2B5EF4-FFF2-40B4-BE49-F238E27FC236}">
                  <a16:creationId xmlns:a16="http://schemas.microsoft.com/office/drawing/2014/main" id="{A41205D4-2CAA-29D9-4DC8-D04C3DAF4B72}"/>
                </a:ext>
              </a:extLst>
            </p:cNvPr>
            <p:cNvSpPr/>
            <p:nvPr/>
          </p:nvSpPr>
          <p:spPr bwMode="auto">
            <a:xfrm>
              <a:off x="5069840" y="2671921"/>
              <a:ext cx="45720" cy="45720"/>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23" name="Oval 122">
              <a:extLst>
                <a:ext uri="{FF2B5EF4-FFF2-40B4-BE49-F238E27FC236}">
                  <a16:creationId xmlns:a16="http://schemas.microsoft.com/office/drawing/2014/main" id="{4E2EF614-95AB-310B-4E8A-B3DB6ED54C18}"/>
                </a:ext>
              </a:extLst>
            </p:cNvPr>
            <p:cNvSpPr/>
            <p:nvPr/>
          </p:nvSpPr>
          <p:spPr bwMode="auto">
            <a:xfrm>
              <a:off x="5069840" y="2883852"/>
              <a:ext cx="45720" cy="45720"/>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24" name="Oval 123">
              <a:extLst>
                <a:ext uri="{FF2B5EF4-FFF2-40B4-BE49-F238E27FC236}">
                  <a16:creationId xmlns:a16="http://schemas.microsoft.com/office/drawing/2014/main" id="{78B73D52-DD05-4C91-8B2E-C7620266BEC3}"/>
                </a:ext>
              </a:extLst>
            </p:cNvPr>
            <p:cNvSpPr/>
            <p:nvPr/>
          </p:nvSpPr>
          <p:spPr bwMode="auto">
            <a:xfrm>
              <a:off x="5048839" y="2044302"/>
              <a:ext cx="94059" cy="94059"/>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25" name="Oval 124">
              <a:extLst>
                <a:ext uri="{FF2B5EF4-FFF2-40B4-BE49-F238E27FC236}">
                  <a16:creationId xmlns:a16="http://schemas.microsoft.com/office/drawing/2014/main" id="{C046DF2C-117C-4512-DF6F-D296FFC4C1A3}"/>
                </a:ext>
              </a:extLst>
            </p:cNvPr>
            <p:cNvSpPr/>
            <p:nvPr/>
          </p:nvSpPr>
          <p:spPr bwMode="auto">
            <a:xfrm>
              <a:off x="10139047" y="2464195"/>
              <a:ext cx="94059" cy="94059"/>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26" name="Oval 125">
              <a:extLst>
                <a:ext uri="{FF2B5EF4-FFF2-40B4-BE49-F238E27FC236}">
                  <a16:creationId xmlns:a16="http://schemas.microsoft.com/office/drawing/2014/main" id="{5F68D742-3375-8B8D-64D1-1E06D7EA2841}"/>
                </a:ext>
              </a:extLst>
            </p:cNvPr>
            <p:cNvSpPr/>
            <p:nvPr/>
          </p:nvSpPr>
          <p:spPr bwMode="auto">
            <a:xfrm>
              <a:off x="10163217" y="2876509"/>
              <a:ext cx="45720" cy="45720"/>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27" name="Oval 126">
              <a:extLst>
                <a:ext uri="{FF2B5EF4-FFF2-40B4-BE49-F238E27FC236}">
                  <a16:creationId xmlns:a16="http://schemas.microsoft.com/office/drawing/2014/main" id="{426C155D-072E-B9C9-D0C9-4AAF404174C2}"/>
                </a:ext>
              </a:extLst>
            </p:cNvPr>
            <p:cNvSpPr/>
            <p:nvPr/>
          </p:nvSpPr>
          <p:spPr bwMode="auto">
            <a:xfrm>
              <a:off x="10163217" y="2000209"/>
              <a:ext cx="45720" cy="45720"/>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sp>
        <p:nvSpPr>
          <p:cNvPr id="164" name="Freeform: Shape 163">
            <a:extLst>
              <a:ext uri="{FF2B5EF4-FFF2-40B4-BE49-F238E27FC236}">
                <a16:creationId xmlns:a16="http://schemas.microsoft.com/office/drawing/2014/main" id="{86A4908B-E955-1B05-6D94-78ABC7127E0B}"/>
              </a:ext>
            </a:extLst>
          </p:cNvPr>
          <p:cNvSpPr/>
          <p:nvPr/>
        </p:nvSpPr>
        <p:spPr bwMode="auto">
          <a:xfrm>
            <a:off x="858419" y="2486235"/>
            <a:ext cx="3090720" cy="3676439"/>
          </a:xfrm>
          <a:custGeom>
            <a:avLst/>
            <a:gdLst>
              <a:gd name="connsiteX0" fmla="*/ 153825 w 3090720"/>
              <a:gd name="connsiteY0" fmla="*/ 0 h 3676439"/>
              <a:gd name="connsiteX1" fmla="*/ 920912 w 3090720"/>
              <a:gd name="connsiteY1" fmla="*/ 0 h 3676439"/>
              <a:gd name="connsiteX2" fmla="*/ 933066 w 3090720"/>
              <a:gd name="connsiteY2" fmla="*/ 120564 h 3676439"/>
              <a:gd name="connsiteX3" fmla="*/ 1545360 w 3090720"/>
              <a:gd name="connsiteY3" fmla="*/ 619594 h 3676439"/>
              <a:gd name="connsiteX4" fmla="*/ 2157655 w 3090720"/>
              <a:gd name="connsiteY4" fmla="*/ 120564 h 3676439"/>
              <a:gd name="connsiteX5" fmla="*/ 2169808 w 3090720"/>
              <a:gd name="connsiteY5" fmla="*/ 0 h 3676439"/>
              <a:gd name="connsiteX6" fmla="*/ 2936895 w 3090720"/>
              <a:gd name="connsiteY6" fmla="*/ 0 h 3676439"/>
              <a:gd name="connsiteX7" fmla="*/ 3090720 w 3090720"/>
              <a:gd name="connsiteY7" fmla="*/ 153825 h 3676439"/>
              <a:gd name="connsiteX8" fmla="*/ 3090720 w 3090720"/>
              <a:gd name="connsiteY8" fmla="*/ 3522614 h 3676439"/>
              <a:gd name="connsiteX9" fmla="*/ 2936895 w 3090720"/>
              <a:gd name="connsiteY9" fmla="*/ 3676439 h 3676439"/>
              <a:gd name="connsiteX10" fmla="*/ 153825 w 3090720"/>
              <a:gd name="connsiteY10" fmla="*/ 3676439 h 3676439"/>
              <a:gd name="connsiteX11" fmla="*/ 0 w 3090720"/>
              <a:gd name="connsiteY11" fmla="*/ 3522614 h 3676439"/>
              <a:gd name="connsiteX12" fmla="*/ 0 w 3090720"/>
              <a:gd name="connsiteY12" fmla="*/ 153825 h 3676439"/>
              <a:gd name="connsiteX13" fmla="*/ 153825 w 3090720"/>
              <a:gd name="connsiteY13" fmla="*/ 0 h 367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90720" h="3676439">
                <a:moveTo>
                  <a:pt x="153825" y="0"/>
                </a:moveTo>
                <a:lnTo>
                  <a:pt x="920912" y="0"/>
                </a:lnTo>
                <a:lnTo>
                  <a:pt x="933066" y="120564"/>
                </a:lnTo>
                <a:cubicBezTo>
                  <a:pt x="991344" y="405360"/>
                  <a:pt x="1243333" y="619594"/>
                  <a:pt x="1545360" y="619594"/>
                </a:cubicBezTo>
                <a:cubicBezTo>
                  <a:pt x="1847387" y="619594"/>
                  <a:pt x="2099376" y="405360"/>
                  <a:pt x="2157655" y="120564"/>
                </a:cubicBezTo>
                <a:lnTo>
                  <a:pt x="2169808" y="0"/>
                </a:lnTo>
                <a:lnTo>
                  <a:pt x="2936895" y="0"/>
                </a:lnTo>
                <a:cubicBezTo>
                  <a:pt x="3021850" y="0"/>
                  <a:pt x="3090720" y="68870"/>
                  <a:pt x="3090720" y="153825"/>
                </a:cubicBezTo>
                <a:lnTo>
                  <a:pt x="3090720" y="3522614"/>
                </a:lnTo>
                <a:cubicBezTo>
                  <a:pt x="3090720" y="3607569"/>
                  <a:pt x="3021850" y="3676439"/>
                  <a:pt x="2936895" y="3676439"/>
                </a:cubicBezTo>
                <a:lnTo>
                  <a:pt x="153825" y="3676439"/>
                </a:lnTo>
                <a:cubicBezTo>
                  <a:pt x="68870" y="3676439"/>
                  <a:pt x="0" y="3607569"/>
                  <a:pt x="0" y="3522614"/>
                </a:cubicBezTo>
                <a:lnTo>
                  <a:pt x="0" y="153825"/>
                </a:lnTo>
                <a:cubicBezTo>
                  <a:pt x="0" y="68870"/>
                  <a:pt x="68870" y="0"/>
                  <a:pt x="153825" y="0"/>
                </a:cubicBezTo>
                <a:close/>
              </a:path>
            </a:pathLst>
          </a:cu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65" name="Freeform: Shape 164">
            <a:extLst>
              <a:ext uri="{FF2B5EF4-FFF2-40B4-BE49-F238E27FC236}">
                <a16:creationId xmlns:a16="http://schemas.microsoft.com/office/drawing/2014/main" id="{27048CA2-5581-314A-0A29-836814C65F78}"/>
              </a:ext>
            </a:extLst>
          </p:cNvPr>
          <p:cNvSpPr/>
          <p:nvPr/>
        </p:nvSpPr>
        <p:spPr bwMode="auto">
          <a:xfrm>
            <a:off x="938020" y="2549376"/>
            <a:ext cx="2931520" cy="3533923"/>
          </a:xfrm>
          <a:custGeom>
            <a:avLst/>
            <a:gdLst>
              <a:gd name="connsiteX0" fmla="*/ 108437 w 2931520"/>
              <a:gd name="connsiteY0" fmla="*/ 0 h 3533923"/>
              <a:gd name="connsiteX1" fmla="*/ 847676 w 2931520"/>
              <a:gd name="connsiteY1" fmla="*/ 0 h 3533923"/>
              <a:gd name="connsiteX2" fmla="*/ 853465 w 2931520"/>
              <a:gd name="connsiteY2" fmla="*/ 57423 h 3533923"/>
              <a:gd name="connsiteX3" fmla="*/ 1465759 w 2931520"/>
              <a:gd name="connsiteY3" fmla="*/ 556453 h 3533923"/>
              <a:gd name="connsiteX4" fmla="*/ 2078054 w 2931520"/>
              <a:gd name="connsiteY4" fmla="*/ 57423 h 3533923"/>
              <a:gd name="connsiteX5" fmla="*/ 2083842 w 2931520"/>
              <a:gd name="connsiteY5" fmla="*/ 0 h 3533923"/>
              <a:gd name="connsiteX6" fmla="*/ 2823083 w 2931520"/>
              <a:gd name="connsiteY6" fmla="*/ 0 h 3533923"/>
              <a:gd name="connsiteX7" fmla="*/ 2931520 w 2931520"/>
              <a:gd name="connsiteY7" fmla="*/ 108437 h 3533923"/>
              <a:gd name="connsiteX8" fmla="*/ 2931520 w 2931520"/>
              <a:gd name="connsiteY8" fmla="*/ 3425486 h 3533923"/>
              <a:gd name="connsiteX9" fmla="*/ 2823083 w 2931520"/>
              <a:gd name="connsiteY9" fmla="*/ 3533923 h 3533923"/>
              <a:gd name="connsiteX10" fmla="*/ 108437 w 2931520"/>
              <a:gd name="connsiteY10" fmla="*/ 3533923 h 3533923"/>
              <a:gd name="connsiteX11" fmla="*/ 0 w 2931520"/>
              <a:gd name="connsiteY11" fmla="*/ 3425486 h 3533923"/>
              <a:gd name="connsiteX12" fmla="*/ 0 w 2931520"/>
              <a:gd name="connsiteY12" fmla="*/ 108437 h 3533923"/>
              <a:gd name="connsiteX13" fmla="*/ 108437 w 2931520"/>
              <a:gd name="connsiteY13" fmla="*/ 0 h 3533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31520" h="3533923">
                <a:moveTo>
                  <a:pt x="108437" y="0"/>
                </a:moveTo>
                <a:lnTo>
                  <a:pt x="847676" y="0"/>
                </a:lnTo>
                <a:lnTo>
                  <a:pt x="853465" y="57423"/>
                </a:lnTo>
                <a:cubicBezTo>
                  <a:pt x="911743" y="342219"/>
                  <a:pt x="1163732" y="556453"/>
                  <a:pt x="1465759" y="556453"/>
                </a:cubicBezTo>
                <a:cubicBezTo>
                  <a:pt x="1767786" y="556453"/>
                  <a:pt x="2019775" y="342219"/>
                  <a:pt x="2078054" y="57423"/>
                </a:cubicBezTo>
                <a:lnTo>
                  <a:pt x="2083842" y="0"/>
                </a:lnTo>
                <a:lnTo>
                  <a:pt x="2823083" y="0"/>
                </a:lnTo>
                <a:cubicBezTo>
                  <a:pt x="2882971" y="0"/>
                  <a:pt x="2931520" y="48549"/>
                  <a:pt x="2931520" y="108437"/>
                </a:cubicBezTo>
                <a:lnTo>
                  <a:pt x="2931520" y="3425486"/>
                </a:lnTo>
                <a:cubicBezTo>
                  <a:pt x="2931520" y="3485374"/>
                  <a:pt x="2882971" y="3533923"/>
                  <a:pt x="2823083" y="3533923"/>
                </a:cubicBezTo>
                <a:lnTo>
                  <a:pt x="108437" y="3533923"/>
                </a:lnTo>
                <a:cubicBezTo>
                  <a:pt x="48549" y="3533923"/>
                  <a:pt x="0" y="3485374"/>
                  <a:pt x="0" y="3425486"/>
                </a:cubicBezTo>
                <a:lnTo>
                  <a:pt x="0" y="108437"/>
                </a:lnTo>
                <a:cubicBezTo>
                  <a:pt x="0" y="48549"/>
                  <a:pt x="48549" y="0"/>
                  <a:pt x="108437" y="0"/>
                </a:cubicBezTo>
                <a:close/>
              </a:path>
            </a:pathLst>
          </a:custGeom>
          <a:solidFill>
            <a:schemeClr val="tx1">
              <a:alpha val="66000"/>
            </a:schemeClr>
          </a:solidFill>
          <a:ln w="3175">
            <a:solidFill>
              <a:schemeClr val="tx1"/>
            </a:solid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rtl="0" eaLnBrk="1" fontAlgn="auto" latinLnBrk="0" hangingPunct="1">
              <a:lnSpc>
                <a:spcPct val="100000"/>
              </a:lnSpc>
              <a:spcBef>
                <a:spcPts val="0"/>
              </a:spcBef>
              <a:spcAft>
                <a:spcPts val="1200"/>
              </a:spcAft>
              <a:buClrTx/>
              <a:buSzPct val="90000"/>
              <a:buFontTx/>
              <a:buNone/>
              <a:tabLst/>
              <a:defRPr/>
            </a:pPr>
            <a:endParaRPr kumimoji="0" lang="en-US" sz="14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168" name="TextBox 167">
            <a:extLst>
              <a:ext uri="{FF2B5EF4-FFF2-40B4-BE49-F238E27FC236}">
                <a16:creationId xmlns:a16="http://schemas.microsoft.com/office/drawing/2014/main" id="{2818E9F8-1783-EA46-1EC4-48CCD45BE02A}"/>
              </a:ext>
            </a:extLst>
          </p:cNvPr>
          <p:cNvSpPr txBox="1"/>
          <p:nvPr/>
        </p:nvSpPr>
        <p:spPr>
          <a:xfrm>
            <a:off x="1158766" y="3234208"/>
            <a:ext cx="2325755" cy="492443"/>
          </a:xfrm>
          <a:prstGeom prst="rect">
            <a:avLst/>
          </a:prstGeom>
          <a:noFill/>
          <a:ln>
            <a:noFill/>
          </a:ln>
        </p:spPr>
        <p:txBody>
          <a:bodyPr wrap="square" lIns="0" tIns="0" rIns="0" bIns="0" anchor="t" anchorCtr="0">
            <a:spAutoFit/>
          </a:bodyPr>
          <a:lstStyle/>
          <a:p>
            <a:pPr marL="0" marR="0" lvl="0" indent="0" algn="ctr" defTabSz="932555" rtl="0" eaLnBrk="1" fontAlgn="auto" latinLnBrk="0" hangingPunct="1">
              <a:lnSpc>
                <a:spcPct val="100000"/>
              </a:lnSpc>
              <a:spcBef>
                <a:spcPts val="0"/>
              </a:spcBef>
              <a:spcAft>
                <a:spcPts val="1200"/>
              </a:spcAft>
              <a:buClrTx/>
              <a:buSzPct val="90000"/>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Centralized API Inventory Management</a:t>
            </a:r>
          </a:p>
        </p:txBody>
      </p:sp>
      <p:sp>
        <p:nvSpPr>
          <p:cNvPr id="170" name="Rectangle 169">
            <a:extLst>
              <a:ext uri="{FF2B5EF4-FFF2-40B4-BE49-F238E27FC236}">
                <a16:creationId xmlns:a16="http://schemas.microsoft.com/office/drawing/2014/main" id="{DCFF2275-70F2-380B-A0FC-934B241047CB}"/>
              </a:ext>
            </a:extLst>
          </p:cNvPr>
          <p:cNvSpPr/>
          <p:nvPr/>
        </p:nvSpPr>
        <p:spPr bwMode="auto">
          <a:xfrm>
            <a:off x="1046977" y="4025610"/>
            <a:ext cx="2713606" cy="1569660"/>
          </a:xfrm>
          <a:prstGeom prst="rect">
            <a:avLst/>
          </a:prstGeom>
          <a:noFill/>
          <a:ln w="3175">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555" rtl="0" eaLnBrk="1" fontAlgn="auto" latinLnBrk="0" hangingPunct="1">
              <a:lnSpc>
                <a:spcPct val="100000"/>
              </a:lnSpc>
              <a:spcBef>
                <a:spcPts val="0"/>
              </a:spcBef>
              <a:spcAft>
                <a:spcPts val="1200"/>
              </a:spcAft>
              <a:buClrTx/>
              <a:buSzPct val="90000"/>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rPr>
              <a:t>Build and maintain an up-to-date inventory of all organizational APIs</a:t>
            </a:r>
          </a:p>
          <a:p>
            <a:pPr marL="0" marR="0" lvl="0" indent="0" algn="ctr" defTabSz="932555" rtl="0" eaLnBrk="1" fontAlgn="auto" latinLnBrk="0" hangingPunct="1">
              <a:lnSpc>
                <a:spcPct val="100000"/>
              </a:lnSpc>
              <a:spcBef>
                <a:spcPts val="0"/>
              </a:spcBef>
              <a:spcAft>
                <a:spcPts val="1200"/>
              </a:spcAft>
              <a:buClrTx/>
              <a:buSzPct val="90000"/>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rPr>
              <a:t>Provides visibility into the entire API landscape</a:t>
            </a:r>
            <a:endParaRPr kumimoji="0" lang="en-US" sz="12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endParaRPr>
          </a:p>
          <a:p>
            <a:pPr marL="0" marR="0" lvl="0" indent="0" algn="ctr" defTabSz="932555" rtl="0" eaLnBrk="1" fontAlgn="auto" latinLnBrk="0" hangingPunct="1">
              <a:lnSpc>
                <a:spcPct val="100000"/>
              </a:lnSpc>
              <a:spcBef>
                <a:spcPts val="0"/>
              </a:spcBef>
              <a:spcAft>
                <a:spcPts val="1200"/>
              </a:spcAft>
              <a:buClrTx/>
              <a:buSzPct val="90000"/>
              <a:buFontTx/>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 </a:t>
            </a:r>
          </a:p>
        </p:txBody>
      </p:sp>
      <p:sp>
        <p:nvSpPr>
          <p:cNvPr id="172" name="Rectangle: Rounded Corners 171">
            <a:extLst>
              <a:ext uri="{FF2B5EF4-FFF2-40B4-BE49-F238E27FC236}">
                <a16:creationId xmlns:a16="http://schemas.microsoft.com/office/drawing/2014/main" id="{292CE324-1CAE-E801-42D0-D7DB9E993266}"/>
              </a:ext>
            </a:extLst>
          </p:cNvPr>
          <p:cNvSpPr/>
          <p:nvPr/>
        </p:nvSpPr>
        <p:spPr bwMode="auto">
          <a:xfrm>
            <a:off x="2083740" y="3853270"/>
            <a:ext cx="640080" cy="45720"/>
          </a:xfrm>
          <a:prstGeom prst="roundRect">
            <a:avLst>
              <a:gd name="adj" fmla="val 50000"/>
            </a:avLst>
          </a:prstGeom>
          <a:gradFill>
            <a:gsLst>
              <a:gs pos="0">
                <a:schemeClr val="accent5">
                  <a:lumMod val="75000"/>
                </a:schemeClr>
              </a:gs>
              <a:gs pos="100000">
                <a:srgbClr val="0078D4"/>
              </a:gs>
            </a:gsLst>
            <a:lin ang="1380000" scaled="0"/>
          </a:gradFill>
          <a:ln>
            <a:noFill/>
            <a:headEnd type="none" w="med" len="med"/>
            <a:tailEnd type="none" w="med" len="med"/>
          </a:ln>
          <a:effectLst>
            <a:outerShdw blurRad="114300" algn="ctr" rotWithShape="0">
              <a:prstClr val="black">
                <a:alpha val="8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66" name="Freeform: Shape 165">
            <a:extLst>
              <a:ext uri="{FF2B5EF4-FFF2-40B4-BE49-F238E27FC236}">
                <a16:creationId xmlns:a16="http://schemas.microsoft.com/office/drawing/2014/main" id="{ED60F0F3-7A59-1FCE-8AAD-57B0DF7A4B18}"/>
              </a:ext>
            </a:extLst>
          </p:cNvPr>
          <p:cNvSpPr/>
          <p:nvPr/>
        </p:nvSpPr>
        <p:spPr bwMode="auto">
          <a:xfrm>
            <a:off x="4550640" y="2486235"/>
            <a:ext cx="3090720" cy="3676439"/>
          </a:xfrm>
          <a:custGeom>
            <a:avLst/>
            <a:gdLst>
              <a:gd name="connsiteX0" fmla="*/ 153825 w 3090720"/>
              <a:gd name="connsiteY0" fmla="*/ 0 h 3676439"/>
              <a:gd name="connsiteX1" fmla="*/ 920912 w 3090720"/>
              <a:gd name="connsiteY1" fmla="*/ 0 h 3676439"/>
              <a:gd name="connsiteX2" fmla="*/ 933066 w 3090720"/>
              <a:gd name="connsiteY2" fmla="*/ 120564 h 3676439"/>
              <a:gd name="connsiteX3" fmla="*/ 1545360 w 3090720"/>
              <a:gd name="connsiteY3" fmla="*/ 619594 h 3676439"/>
              <a:gd name="connsiteX4" fmla="*/ 2157655 w 3090720"/>
              <a:gd name="connsiteY4" fmla="*/ 120564 h 3676439"/>
              <a:gd name="connsiteX5" fmla="*/ 2169809 w 3090720"/>
              <a:gd name="connsiteY5" fmla="*/ 0 h 3676439"/>
              <a:gd name="connsiteX6" fmla="*/ 2936895 w 3090720"/>
              <a:gd name="connsiteY6" fmla="*/ 0 h 3676439"/>
              <a:gd name="connsiteX7" fmla="*/ 3090720 w 3090720"/>
              <a:gd name="connsiteY7" fmla="*/ 153825 h 3676439"/>
              <a:gd name="connsiteX8" fmla="*/ 3090720 w 3090720"/>
              <a:gd name="connsiteY8" fmla="*/ 3522614 h 3676439"/>
              <a:gd name="connsiteX9" fmla="*/ 2936895 w 3090720"/>
              <a:gd name="connsiteY9" fmla="*/ 3676439 h 3676439"/>
              <a:gd name="connsiteX10" fmla="*/ 153825 w 3090720"/>
              <a:gd name="connsiteY10" fmla="*/ 3676439 h 3676439"/>
              <a:gd name="connsiteX11" fmla="*/ 0 w 3090720"/>
              <a:gd name="connsiteY11" fmla="*/ 3522614 h 3676439"/>
              <a:gd name="connsiteX12" fmla="*/ 0 w 3090720"/>
              <a:gd name="connsiteY12" fmla="*/ 153825 h 3676439"/>
              <a:gd name="connsiteX13" fmla="*/ 153825 w 3090720"/>
              <a:gd name="connsiteY13" fmla="*/ 0 h 367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90720" h="3676439">
                <a:moveTo>
                  <a:pt x="153825" y="0"/>
                </a:moveTo>
                <a:lnTo>
                  <a:pt x="920912" y="0"/>
                </a:lnTo>
                <a:lnTo>
                  <a:pt x="933066" y="120564"/>
                </a:lnTo>
                <a:cubicBezTo>
                  <a:pt x="991344" y="405360"/>
                  <a:pt x="1243333" y="619594"/>
                  <a:pt x="1545360" y="619594"/>
                </a:cubicBezTo>
                <a:cubicBezTo>
                  <a:pt x="1847387" y="619594"/>
                  <a:pt x="2099377" y="405360"/>
                  <a:pt x="2157655" y="120564"/>
                </a:cubicBezTo>
                <a:lnTo>
                  <a:pt x="2169809" y="0"/>
                </a:lnTo>
                <a:lnTo>
                  <a:pt x="2936895" y="0"/>
                </a:lnTo>
                <a:cubicBezTo>
                  <a:pt x="3021850" y="0"/>
                  <a:pt x="3090720" y="68870"/>
                  <a:pt x="3090720" y="153825"/>
                </a:cubicBezTo>
                <a:lnTo>
                  <a:pt x="3090720" y="3522614"/>
                </a:lnTo>
                <a:cubicBezTo>
                  <a:pt x="3090720" y="3607569"/>
                  <a:pt x="3021850" y="3676439"/>
                  <a:pt x="2936895" y="3676439"/>
                </a:cubicBezTo>
                <a:lnTo>
                  <a:pt x="153825" y="3676439"/>
                </a:lnTo>
                <a:cubicBezTo>
                  <a:pt x="68870" y="3676439"/>
                  <a:pt x="0" y="3607569"/>
                  <a:pt x="0" y="3522614"/>
                </a:cubicBezTo>
                <a:lnTo>
                  <a:pt x="0" y="153825"/>
                </a:lnTo>
                <a:cubicBezTo>
                  <a:pt x="0" y="68870"/>
                  <a:pt x="68870" y="0"/>
                  <a:pt x="153825" y="0"/>
                </a:cubicBezTo>
                <a:close/>
              </a:path>
            </a:pathLst>
          </a:cu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67" name="Freeform: Shape 166">
            <a:extLst>
              <a:ext uri="{FF2B5EF4-FFF2-40B4-BE49-F238E27FC236}">
                <a16:creationId xmlns:a16="http://schemas.microsoft.com/office/drawing/2014/main" id="{C3934C4C-4678-AB19-5A3B-4673757CC5C1}"/>
              </a:ext>
            </a:extLst>
          </p:cNvPr>
          <p:cNvSpPr/>
          <p:nvPr/>
        </p:nvSpPr>
        <p:spPr bwMode="auto">
          <a:xfrm>
            <a:off x="4630241" y="2549376"/>
            <a:ext cx="2931520" cy="3533923"/>
          </a:xfrm>
          <a:custGeom>
            <a:avLst/>
            <a:gdLst>
              <a:gd name="connsiteX0" fmla="*/ 108437 w 2931520"/>
              <a:gd name="connsiteY0" fmla="*/ 0 h 3533923"/>
              <a:gd name="connsiteX1" fmla="*/ 847676 w 2931520"/>
              <a:gd name="connsiteY1" fmla="*/ 0 h 3533923"/>
              <a:gd name="connsiteX2" fmla="*/ 853465 w 2931520"/>
              <a:gd name="connsiteY2" fmla="*/ 57423 h 3533923"/>
              <a:gd name="connsiteX3" fmla="*/ 1465759 w 2931520"/>
              <a:gd name="connsiteY3" fmla="*/ 556453 h 3533923"/>
              <a:gd name="connsiteX4" fmla="*/ 2078054 w 2931520"/>
              <a:gd name="connsiteY4" fmla="*/ 57423 h 3533923"/>
              <a:gd name="connsiteX5" fmla="*/ 2083842 w 2931520"/>
              <a:gd name="connsiteY5" fmla="*/ 0 h 3533923"/>
              <a:gd name="connsiteX6" fmla="*/ 2823083 w 2931520"/>
              <a:gd name="connsiteY6" fmla="*/ 0 h 3533923"/>
              <a:gd name="connsiteX7" fmla="*/ 2931520 w 2931520"/>
              <a:gd name="connsiteY7" fmla="*/ 108437 h 3533923"/>
              <a:gd name="connsiteX8" fmla="*/ 2931520 w 2931520"/>
              <a:gd name="connsiteY8" fmla="*/ 3425486 h 3533923"/>
              <a:gd name="connsiteX9" fmla="*/ 2823083 w 2931520"/>
              <a:gd name="connsiteY9" fmla="*/ 3533923 h 3533923"/>
              <a:gd name="connsiteX10" fmla="*/ 108437 w 2931520"/>
              <a:gd name="connsiteY10" fmla="*/ 3533923 h 3533923"/>
              <a:gd name="connsiteX11" fmla="*/ 0 w 2931520"/>
              <a:gd name="connsiteY11" fmla="*/ 3425486 h 3533923"/>
              <a:gd name="connsiteX12" fmla="*/ 0 w 2931520"/>
              <a:gd name="connsiteY12" fmla="*/ 108437 h 3533923"/>
              <a:gd name="connsiteX13" fmla="*/ 108437 w 2931520"/>
              <a:gd name="connsiteY13" fmla="*/ 0 h 3533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31520" h="3533923">
                <a:moveTo>
                  <a:pt x="108437" y="0"/>
                </a:moveTo>
                <a:lnTo>
                  <a:pt x="847676" y="0"/>
                </a:lnTo>
                <a:lnTo>
                  <a:pt x="853465" y="57423"/>
                </a:lnTo>
                <a:cubicBezTo>
                  <a:pt x="911743" y="342219"/>
                  <a:pt x="1163732" y="556453"/>
                  <a:pt x="1465759" y="556453"/>
                </a:cubicBezTo>
                <a:cubicBezTo>
                  <a:pt x="1767787" y="556453"/>
                  <a:pt x="2019776" y="342219"/>
                  <a:pt x="2078054" y="57423"/>
                </a:cubicBezTo>
                <a:lnTo>
                  <a:pt x="2083842" y="0"/>
                </a:lnTo>
                <a:lnTo>
                  <a:pt x="2823083" y="0"/>
                </a:lnTo>
                <a:cubicBezTo>
                  <a:pt x="2882971" y="0"/>
                  <a:pt x="2931520" y="48549"/>
                  <a:pt x="2931520" y="108437"/>
                </a:cubicBezTo>
                <a:lnTo>
                  <a:pt x="2931520" y="3425486"/>
                </a:lnTo>
                <a:cubicBezTo>
                  <a:pt x="2931520" y="3485374"/>
                  <a:pt x="2882971" y="3533923"/>
                  <a:pt x="2823083" y="3533923"/>
                </a:cubicBezTo>
                <a:lnTo>
                  <a:pt x="108437" y="3533923"/>
                </a:lnTo>
                <a:cubicBezTo>
                  <a:pt x="48549" y="3533923"/>
                  <a:pt x="0" y="3485374"/>
                  <a:pt x="0" y="3425486"/>
                </a:cubicBezTo>
                <a:lnTo>
                  <a:pt x="0" y="108437"/>
                </a:lnTo>
                <a:cubicBezTo>
                  <a:pt x="0" y="48549"/>
                  <a:pt x="48549" y="0"/>
                  <a:pt x="108437" y="0"/>
                </a:cubicBezTo>
                <a:close/>
              </a:path>
            </a:pathLst>
          </a:custGeom>
          <a:solidFill>
            <a:schemeClr val="tx1">
              <a:alpha val="66000"/>
            </a:schemeClr>
          </a:solidFill>
          <a:ln w="3175">
            <a:solidFill>
              <a:schemeClr val="tx1"/>
            </a:solid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rtl="0" eaLnBrk="1" fontAlgn="auto" latinLnBrk="0" hangingPunct="1">
              <a:lnSpc>
                <a:spcPct val="100000"/>
              </a:lnSpc>
              <a:spcBef>
                <a:spcPts val="0"/>
              </a:spcBef>
              <a:spcAft>
                <a:spcPts val="1200"/>
              </a:spcAft>
              <a:buClrTx/>
              <a:buSzPct val="90000"/>
              <a:buFontTx/>
              <a:buNone/>
              <a:tabLst/>
              <a:defRPr/>
            </a:pPr>
            <a:endParaRPr kumimoji="0" lang="en-US" sz="14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169" name="TextBox 168">
            <a:extLst>
              <a:ext uri="{FF2B5EF4-FFF2-40B4-BE49-F238E27FC236}">
                <a16:creationId xmlns:a16="http://schemas.microsoft.com/office/drawing/2014/main" id="{E993EF2D-3A9C-F72A-3BAC-D68C50C032F9}"/>
              </a:ext>
            </a:extLst>
          </p:cNvPr>
          <p:cNvSpPr txBox="1"/>
          <p:nvPr/>
        </p:nvSpPr>
        <p:spPr>
          <a:xfrm>
            <a:off x="4733868" y="3234208"/>
            <a:ext cx="2713606" cy="246221"/>
          </a:xfrm>
          <a:prstGeom prst="rect">
            <a:avLst/>
          </a:prstGeom>
          <a:noFill/>
          <a:ln>
            <a:noFill/>
          </a:ln>
        </p:spPr>
        <p:txBody>
          <a:bodyPr wrap="square" lIns="0" tIns="0" rIns="0" bIns="0" anchor="t" anchorCtr="0">
            <a:spAutoFit/>
          </a:bodyPr>
          <a:lstStyle/>
          <a:p>
            <a:pPr marL="0" marR="0" lvl="0" indent="0" algn="ctr" defTabSz="932555" rtl="0" eaLnBrk="1" fontAlgn="auto" latinLnBrk="0" hangingPunct="1">
              <a:lnSpc>
                <a:spcPct val="100000"/>
              </a:lnSpc>
              <a:spcBef>
                <a:spcPts val="0"/>
              </a:spcBef>
              <a:spcAft>
                <a:spcPts val="1200"/>
              </a:spcAft>
              <a:buClrTx/>
              <a:buSzPct val="90000"/>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Streamlined API Governance</a:t>
            </a:r>
          </a:p>
        </p:txBody>
      </p:sp>
      <p:sp>
        <p:nvSpPr>
          <p:cNvPr id="171" name="Rectangle 170">
            <a:extLst>
              <a:ext uri="{FF2B5EF4-FFF2-40B4-BE49-F238E27FC236}">
                <a16:creationId xmlns:a16="http://schemas.microsoft.com/office/drawing/2014/main" id="{B70DE4CC-E40E-3DB7-0528-F87B6F38EB35}"/>
              </a:ext>
            </a:extLst>
          </p:cNvPr>
          <p:cNvSpPr/>
          <p:nvPr/>
        </p:nvSpPr>
        <p:spPr bwMode="auto">
          <a:xfrm>
            <a:off x="4739197" y="4025610"/>
            <a:ext cx="2713606" cy="1815882"/>
          </a:xfrm>
          <a:prstGeom prst="rect">
            <a:avLst/>
          </a:prstGeom>
          <a:noFill/>
          <a:ln w="3175">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555" rtl="0" eaLnBrk="1" fontAlgn="auto" latinLnBrk="0" hangingPunct="1">
              <a:lnSpc>
                <a:spcPct val="100000"/>
              </a:lnSpc>
              <a:spcBef>
                <a:spcPts val="0"/>
              </a:spcBef>
              <a:spcAft>
                <a:spcPts val="1200"/>
              </a:spcAft>
              <a:buClrTx/>
              <a:buSzPct val="90000"/>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rPr>
              <a:t> Govern org-wide APIs effectively, ensuring compliance with standards and policies</a:t>
            </a:r>
          </a:p>
          <a:p>
            <a:pPr marL="0" marR="0" lvl="0" indent="0" algn="ctr" defTabSz="932555" rtl="0" eaLnBrk="1" fontAlgn="auto" latinLnBrk="0" hangingPunct="1">
              <a:lnSpc>
                <a:spcPct val="100000"/>
              </a:lnSpc>
              <a:spcBef>
                <a:spcPts val="0"/>
              </a:spcBef>
              <a:spcAft>
                <a:spcPts val="1200"/>
              </a:spcAft>
              <a:buClrTx/>
              <a:buSzPct val="90000"/>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rPr>
              <a:t>Centralized control over API lifecycle management, security, and compliance.</a:t>
            </a:r>
          </a:p>
          <a:p>
            <a:pPr marL="0" marR="0" lvl="0" indent="0" algn="ctr" defTabSz="932555" rtl="0" eaLnBrk="1" fontAlgn="auto" latinLnBrk="0" hangingPunct="1">
              <a:lnSpc>
                <a:spcPct val="100000"/>
              </a:lnSpc>
              <a:spcBef>
                <a:spcPts val="0"/>
              </a:spcBef>
              <a:spcAft>
                <a:spcPts val="1200"/>
              </a:spcAft>
              <a:buClrTx/>
              <a:buSzPct val="90000"/>
              <a:buFontTx/>
              <a:buNone/>
              <a:tabLst/>
              <a:defRPr/>
            </a:pPr>
            <a:endParaRPr kumimoji="0" lang="en-US" sz="14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173" name="Rectangle: Rounded Corners 172">
            <a:extLst>
              <a:ext uri="{FF2B5EF4-FFF2-40B4-BE49-F238E27FC236}">
                <a16:creationId xmlns:a16="http://schemas.microsoft.com/office/drawing/2014/main" id="{9B0206C5-5187-2F09-35F5-AFC76916958B}"/>
              </a:ext>
            </a:extLst>
          </p:cNvPr>
          <p:cNvSpPr/>
          <p:nvPr/>
        </p:nvSpPr>
        <p:spPr bwMode="auto">
          <a:xfrm>
            <a:off x="5775961" y="3853270"/>
            <a:ext cx="640080" cy="45720"/>
          </a:xfrm>
          <a:prstGeom prst="roundRect">
            <a:avLst>
              <a:gd name="adj" fmla="val 50000"/>
            </a:avLst>
          </a:prstGeom>
          <a:gradFill>
            <a:gsLst>
              <a:gs pos="0">
                <a:schemeClr val="accent5">
                  <a:lumMod val="75000"/>
                </a:schemeClr>
              </a:gs>
              <a:gs pos="100000">
                <a:srgbClr val="0078D4"/>
              </a:gs>
            </a:gsLst>
            <a:lin ang="1380000" scaled="0"/>
          </a:gradFill>
          <a:ln>
            <a:noFill/>
            <a:headEnd type="none" w="med" len="med"/>
            <a:tailEnd type="none" w="med" len="med"/>
          </a:ln>
          <a:effectLst>
            <a:outerShdw blurRad="114300" algn="ctr" rotWithShape="0">
              <a:prstClr val="black">
                <a:alpha val="8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83" name="Freeform: Shape 182">
            <a:extLst>
              <a:ext uri="{FF2B5EF4-FFF2-40B4-BE49-F238E27FC236}">
                <a16:creationId xmlns:a16="http://schemas.microsoft.com/office/drawing/2014/main" id="{587CE0B5-DCE5-5FE6-45AE-656C1D4A6278}"/>
              </a:ext>
            </a:extLst>
          </p:cNvPr>
          <p:cNvSpPr/>
          <p:nvPr/>
        </p:nvSpPr>
        <p:spPr bwMode="auto">
          <a:xfrm>
            <a:off x="8242862" y="2486235"/>
            <a:ext cx="3090720" cy="3676439"/>
          </a:xfrm>
          <a:custGeom>
            <a:avLst/>
            <a:gdLst>
              <a:gd name="connsiteX0" fmla="*/ 153825 w 3090720"/>
              <a:gd name="connsiteY0" fmla="*/ 0 h 3676439"/>
              <a:gd name="connsiteX1" fmla="*/ 920912 w 3090720"/>
              <a:gd name="connsiteY1" fmla="*/ 0 h 3676439"/>
              <a:gd name="connsiteX2" fmla="*/ 933066 w 3090720"/>
              <a:gd name="connsiteY2" fmla="*/ 120564 h 3676439"/>
              <a:gd name="connsiteX3" fmla="*/ 1545360 w 3090720"/>
              <a:gd name="connsiteY3" fmla="*/ 619594 h 3676439"/>
              <a:gd name="connsiteX4" fmla="*/ 2157655 w 3090720"/>
              <a:gd name="connsiteY4" fmla="*/ 120564 h 3676439"/>
              <a:gd name="connsiteX5" fmla="*/ 2169809 w 3090720"/>
              <a:gd name="connsiteY5" fmla="*/ 0 h 3676439"/>
              <a:gd name="connsiteX6" fmla="*/ 2936895 w 3090720"/>
              <a:gd name="connsiteY6" fmla="*/ 0 h 3676439"/>
              <a:gd name="connsiteX7" fmla="*/ 3090720 w 3090720"/>
              <a:gd name="connsiteY7" fmla="*/ 153825 h 3676439"/>
              <a:gd name="connsiteX8" fmla="*/ 3090720 w 3090720"/>
              <a:gd name="connsiteY8" fmla="*/ 3522614 h 3676439"/>
              <a:gd name="connsiteX9" fmla="*/ 2936895 w 3090720"/>
              <a:gd name="connsiteY9" fmla="*/ 3676439 h 3676439"/>
              <a:gd name="connsiteX10" fmla="*/ 153825 w 3090720"/>
              <a:gd name="connsiteY10" fmla="*/ 3676439 h 3676439"/>
              <a:gd name="connsiteX11" fmla="*/ 0 w 3090720"/>
              <a:gd name="connsiteY11" fmla="*/ 3522614 h 3676439"/>
              <a:gd name="connsiteX12" fmla="*/ 0 w 3090720"/>
              <a:gd name="connsiteY12" fmla="*/ 153825 h 3676439"/>
              <a:gd name="connsiteX13" fmla="*/ 153825 w 3090720"/>
              <a:gd name="connsiteY13" fmla="*/ 0 h 367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90720" h="3676439">
                <a:moveTo>
                  <a:pt x="153825" y="0"/>
                </a:moveTo>
                <a:lnTo>
                  <a:pt x="920912" y="0"/>
                </a:lnTo>
                <a:lnTo>
                  <a:pt x="933066" y="120564"/>
                </a:lnTo>
                <a:cubicBezTo>
                  <a:pt x="991344" y="405360"/>
                  <a:pt x="1243333" y="619594"/>
                  <a:pt x="1545360" y="619594"/>
                </a:cubicBezTo>
                <a:cubicBezTo>
                  <a:pt x="1847387" y="619594"/>
                  <a:pt x="2099377" y="405360"/>
                  <a:pt x="2157655" y="120564"/>
                </a:cubicBezTo>
                <a:lnTo>
                  <a:pt x="2169809" y="0"/>
                </a:lnTo>
                <a:lnTo>
                  <a:pt x="2936895" y="0"/>
                </a:lnTo>
                <a:cubicBezTo>
                  <a:pt x="3021850" y="0"/>
                  <a:pt x="3090720" y="68870"/>
                  <a:pt x="3090720" y="153825"/>
                </a:cubicBezTo>
                <a:lnTo>
                  <a:pt x="3090720" y="3522614"/>
                </a:lnTo>
                <a:cubicBezTo>
                  <a:pt x="3090720" y="3607569"/>
                  <a:pt x="3021850" y="3676439"/>
                  <a:pt x="2936895" y="3676439"/>
                </a:cubicBezTo>
                <a:lnTo>
                  <a:pt x="153825" y="3676439"/>
                </a:lnTo>
                <a:cubicBezTo>
                  <a:pt x="68870" y="3676439"/>
                  <a:pt x="0" y="3607569"/>
                  <a:pt x="0" y="3522614"/>
                </a:cubicBezTo>
                <a:lnTo>
                  <a:pt x="0" y="153825"/>
                </a:lnTo>
                <a:cubicBezTo>
                  <a:pt x="0" y="68870"/>
                  <a:pt x="68870" y="0"/>
                  <a:pt x="153825" y="0"/>
                </a:cubicBezTo>
                <a:close/>
              </a:path>
            </a:pathLst>
          </a:cu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84" name="Freeform: Shape 183">
            <a:extLst>
              <a:ext uri="{FF2B5EF4-FFF2-40B4-BE49-F238E27FC236}">
                <a16:creationId xmlns:a16="http://schemas.microsoft.com/office/drawing/2014/main" id="{72F8B9B6-78CA-529D-81F5-8DC2B746DB7D}"/>
              </a:ext>
            </a:extLst>
          </p:cNvPr>
          <p:cNvSpPr/>
          <p:nvPr/>
        </p:nvSpPr>
        <p:spPr bwMode="auto">
          <a:xfrm>
            <a:off x="8322463" y="2549376"/>
            <a:ext cx="2931520" cy="3533923"/>
          </a:xfrm>
          <a:custGeom>
            <a:avLst/>
            <a:gdLst>
              <a:gd name="connsiteX0" fmla="*/ 108437 w 2931520"/>
              <a:gd name="connsiteY0" fmla="*/ 0 h 3533923"/>
              <a:gd name="connsiteX1" fmla="*/ 847676 w 2931520"/>
              <a:gd name="connsiteY1" fmla="*/ 0 h 3533923"/>
              <a:gd name="connsiteX2" fmla="*/ 853465 w 2931520"/>
              <a:gd name="connsiteY2" fmla="*/ 57423 h 3533923"/>
              <a:gd name="connsiteX3" fmla="*/ 1465759 w 2931520"/>
              <a:gd name="connsiteY3" fmla="*/ 556453 h 3533923"/>
              <a:gd name="connsiteX4" fmla="*/ 2078054 w 2931520"/>
              <a:gd name="connsiteY4" fmla="*/ 57423 h 3533923"/>
              <a:gd name="connsiteX5" fmla="*/ 2083842 w 2931520"/>
              <a:gd name="connsiteY5" fmla="*/ 0 h 3533923"/>
              <a:gd name="connsiteX6" fmla="*/ 2823083 w 2931520"/>
              <a:gd name="connsiteY6" fmla="*/ 0 h 3533923"/>
              <a:gd name="connsiteX7" fmla="*/ 2931520 w 2931520"/>
              <a:gd name="connsiteY7" fmla="*/ 108437 h 3533923"/>
              <a:gd name="connsiteX8" fmla="*/ 2931520 w 2931520"/>
              <a:gd name="connsiteY8" fmla="*/ 3425486 h 3533923"/>
              <a:gd name="connsiteX9" fmla="*/ 2823083 w 2931520"/>
              <a:gd name="connsiteY9" fmla="*/ 3533923 h 3533923"/>
              <a:gd name="connsiteX10" fmla="*/ 108437 w 2931520"/>
              <a:gd name="connsiteY10" fmla="*/ 3533923 h 3533923"/>
              <a:gd name="connsiteX11" fmla="*/ 0 w 2931520"/>
              <a:gd name="connsiteY11" fmla="*/ 3425486 h 3533923"/>
              <a:gd name="connsiteX12" fmla="*/ 0 w 2931520"/>
              <a:gd name="connsiteY12" fmla="*/ 108437 h 3533923"/>
              <a:gd name="connsiteX13" fmla="*/ 108437 w 2931520"/>
              <a:gd name="connsiteY13" fmla="*/ 0 h 3533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31520" h="3533923">
                <a:moveTo>
                  <a:pt x="108437" y="0"/>
                </a:moveTo>
                <a:lnTo>
                  <a:pt x="847676" y="0"/>
                </a:lnTo>
                <a:lnTo>
                  <a:pt x="853465" y="57423"/>
                </a:lnTo>
                <a:cubicBezTo>
                  <a:pt x="911743" y="342219"/>
                  <a:pt x="1163732" y="556453"/>
                  <a:pt x="1465759" y="556453"/>
                </a:cubicBezTo>
                <a:cubicBezTo>
                  <a:pt x="1767787" y="556453"/>
                  <a:pt x="2019776" y="342219"/>
                  <a:pt x="2078054" y="57423"/>
                </a:cubicBezTo>
                <a:lnTo>
                  <a:pt x="2083842" y="0"/>
                </a:lnTo>
                <a:lnTo>
                  <a:pt x="2823083" y="0"/>
                </a:lnTo>
                <a:cubicBezTo>
                  <a:pt x="2882971" y="0"/>
                  <a:pt x="2931520" y="48549"/>
                  <a:pt x="2931520" y="108437"/>
                </a:cubicBezTo>
                <a:lnTo>
                  <a:pt x="2931520" y="3425486"/>
                </a:lnTo>
                <a:cubicBezTo>
                  <a:pt x="2931520" y="3485374"/>
                  <a:pt x="2882971" y="3533923"/>
                  <a:pt x="2823083" y="3533923"/>
                </a:cubicBezTo>
                <a:lnTo>
                  <a:pt x="108437" y="3533923"/>
                </a:lnTo>
                <a:cubicBezTo>
                  <a:pt x="48549" y="3533923"/>
                  <a:pt x="0" y="3485374"/>
                  <a:pt x="0" y="3425486"/>
                </a:cubicBezTo>
                <a:lnTo>
                  <a:pt x="0" y="108437"/>
                </a:lnTo>
                <a:cubicBezTo>
                  <a:pt x="0" y="48549"/>
                  <a:pt x="48549" y="0"/>
                  <a:pt x="108437" y="0"/>
                </a:cubicBezTo>
                <a:close/>
              </a:path>
            </a:pathLst>
          </a:custGeom>
          <a:solidFill>
            <a:schemeClr val="tx1">
              <a:alpha val="66000"/>
            </a:schemeClr>
          </a:solidFill>
          <a:ln w="3175">
            <a:solidFill>
              <a:schemeClr val="tx1"/>
            </a:solid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rtl="0" eaLnBrk="1" fontAlgn="auto" latinLnBrk="0" hangingPunct="1">
              <a:lnSpc>
                <a:spcPct val="100000"/>
              </a:lnSpc>
              <a:spcBef>
                <a:spcPts val="0"/>
              </a:spcBef>
              <a:spcAft>
                <a:spcPts val="1200"/>
              </a:spcAft>
              <a:buClrTx/>
              <a:buSzPct val="90000"/>
              <a:buFontTx/>
              <a:buNone/>
              <a:tabLst/>
              <a:defRPr/>
            </a:pPr>
            <a:endParaRPr kumimoji="0" lang="en-US" sz="14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185" name="TextBox 184">
            <a:extLst>
              <a:ext uri="{FF2B5EF4-FFF2-40B4-BE49-F238E27FC236}">
                <a16:creationId xmlns:a16="http://schemas.microsoft.com/office/drawing/2014/main" id="{0ACB1736-800B-D44D-8D8A-56841880704F}"/>
              </a:ext>
            </a:extLst>
          </p:cNvPr>
          <p:cNvSpPr txBox="1"/>
          <p:nvPr/>
        </p:nvSpPr>
        <p:spPr>
          <a:xfrm>
            <a:off x="8431419" y="3234208"/>
            <a:ext cx="2601815" cy="492443"/>
          </a:xfrm>
          <a:prstGeom prst="rect">
            <a:avLst/>
          </a:prstGeom>
          <a:noFill/>
          <a:ln>
            <a:noFill/>
          </a:ln>
        </p:spPr>
        <p:txBody>
          <a:bodyPr wrap="square" lIns="0" tIns="0" rIns="0" bIns="0" anchor="t" anchorCtr="0">
            <a:spAutoFit/>
          </a:bodyPr>
          <a:lstStyle/>
          <a:p>
            <a:pPr marL="0" marR="0" lvl="0" indent="0" algn="ctr" defTabSz="932555" rtl="0" eaLnBrk="1" fontAlgn="auto" latinLnBrk="0" hangingPunct="1">
              <a:lnSpc>
                <a:spcPct val="100000"/>
              </a:lnSpc>
              <a:spcBef>
                <a:spcPts val="0"/>
              </a:spcBef>
              <a:spcAft>
                <a:spcPts val="1200"/>
              </a:spcAft>
              <a:buClrTx/>
              <a:buSzPct val="90000"/>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Simplified API Discovery and Consumption</a:t>
            </a:r>
          </a:p>
        </p:txBody>
      </p:sp>
      <p:sp>
        <p:nvSpPr>
          <p:cNvPr id="186" name="Rectangle 185">
            <a:extLst>
              <a:ext uri="{FF2B5EF4-FFF2-40B4-BE49-F238E27FC236}">
                <a16:creationId xmlns:a16="http://schemas.microsoft.com/office/drawing/2014/main" id="{DA3EECB3-325A-D661-17E8-661F230A0F22}"/>
              </a:ext>
            </a:extLst>
          </p:cNvPr>
          <p:cNvSpPr/>
          <p:nvPr/>
        </p:nvSpPr>
        <p:spPr bwMode="auto">
          <a:xfrm>
            <a:off x="8431419" y="4025610"/>
            <a:ext cx="2713606" cy="800219"/>
          </a:xfrm>
          <a:prstGeom prst="rect">
            <a:avLst/>
          </a:prstGeom>
          <a:noFill/>
          <a:ln w="3175">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555" rtl="0" eaLnBrk="1" fontAlgn="auto" latinLnBrk="0" hangingPunct="1">
              <a:lnSpc>
                <a:spcPct val="100000"/>
              </a:lnSpc>
              <a:spcBef>
                <a:spcPts val="0"/>
              </a:spcBef>
              <a:spcAft>
                <a:spcPts val="1200"/>
              </a:spcAft>
              <a:buClrTx/>
              <a:buSzPct val="90000"/>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rPr>
              <a:t>Easy discovery of APIs within the organization's inventory</a:t>
            </a:r>
          </a:p>
          <a:p>
            <a:pPr marL="0" marR="0" lvl="0" indent="0" algn="ctr" defTabSz="932555" rtl="0" eaLnBrk="1" fontAlgn="auto" latinLnBrk="0" hangingPunct="1">
              <a:lnSpc>
                <a:spcPct val="100000"/>
              </a:lnSpc>
              <a:spcBef>
                <a:spcPts val="0"/>
              </a:spcBef>
              <a:spcAft>
                <a:spcPts val="1200"/>
              </a:spcAft>
              <a:buClrTx/>
              <a:buSzPct val="90000"/>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Semilight" panose="020B0402040204020203" pitchFamily="34" charset="0"/>
              </a:rPr>
              <a:t>Accelerates API consumption </a:t>
            </a:r>
            <a:endParaRPr kumimoji="0" lang="en-US" sz="12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endParaRPr>
          </a:p>
        </p:txBody>
      </p:sp>
      <p:sp>
        <p:nvSpPr>
          <p:cNvPr id="187" name="Rectangle: Rounded Corners 186">
            <a:extLst>
              <a:ext uri="{FF2B5EF4-FFF2-40B4-BE49-F238E27FC236}">
                <a16:creationId xmlns:a16="http://schemas.microsoft.com/office/drawing/2014/main" id="{C054058A-D1CC-C4DF-3954-EF248651EBC6}"/>
              </a:ext>
            </a:extLst>
          </p:cNvPr>
          <p:cNvSpPr/>
          <p:nvPr/>
        </p:nvSpPr>
        <p:spPr bwMode="auto">
          <a:xfrm>
            <a:off x="9468183" y="3853270"/>
            <a:ext cx="640080" cy="45720"/>
          </a:xfrm>
          <a:prstGeom prst="roundRect">
            <a:avLst>
              <a:gd name="adj" fmla="val 50000"/>
            </a:avLst>
          </a:prstGeom>
          <a:gradFill>
            <a:gsLst>
              <a:gs pos="0">
                <a:schemeClr val="accent5">
                  <a:lumMod val="75000"/>
                </a:schemeClr>
              </a:gs>
              <a:gs pos="100000">
                <a:srgbClr val="0078D4"/>
              </a:gs>
            </a:gsLst>
            <a:lin ang="1380000" scaled="0"/>
          </a:gradFill>
          <a:ln>
            <a:noFill/>
            <a:headEnd type="none" w="med" len="med"/>
            <a:tailEnd type="none" w="med" len="med"/>
          </a:ln>
          <a:effectLst>
            <a:outerShdw blurRad="114300" algn="ctr" rotWithShape="0">
              <a:prstClr val="black">
                <a:alpha val="8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nvGrpSpPr>
          <p:cNvPr id="268" name="Group 267">
            <a:extLst>
              <a:ext uri="{FF2B5EF4-FFF2-40B4-BE49-F238E27FC236}">
                <a16:creationId xmlns:a16="http://schemas.microsoft.com/office/drawing/2014/main" id="{2132669C-953F-A198-A79A-B3722D5CBDF8}"/>
              </a:ext>
            </a:extLst>
          </p:cNvPr>
          <p:cNvGrpSpPr/>
          <p:nvPr/>
        </p:nvGrpSpPr>
        <p:grpSpPr>
          <a:xfrm>
            <a:off x="1850810" y="1927878"/>
            <a:ext cx="1105938" cy="1105928"/>
            <a:chOff x="1850810" y="1927878"/>
            <a:chExt cx="1105938" cy="1105928"/>
          </a:xfrm>
        </p:grpSpPr>
        <p:grpSp>
          <p:nvGrpSpPr>
            <p:cNvPr id="135" name="Group 134">
              <a:extLst>
                <a:ext uri="{FF2B5EF4-FFF2-40B4-BE49-F238E27FC236}">
                  <a16:creationId xmlns:a16="http://schemas.microsoft.com/office/drawing/2014/main" id="{F1780B53-E66C-CE62-8171-68710754740B}"/>
                </a:ext>
              </a:extLst>
            </p:cNvPr>
            <p:cNvGrpSpPr/>
            <p:nvPr/>
          </p:nvGrpSpPr>
          <p:grpSpPr>
            <a:xfrm>
              <a:off x="1850810" y="1927878"/>
              <a:ext cx="1105938" cy="1105928"/>
              <a:chOff x="7709989" y="1883478"/>
              <a:chExt cx="665418" cy="665412"/>
            </a:xfrm>
          </p:grpSpPr>
          <p:sp>
            <p:nvSpPr>
              <p:cNvPr id="143" name="Oval 34_1">
                <a:extLst>
                  <a:ext uri="{FF2B5EF4-FFF2-40B4-BE49-F238E27FC236}">
                    <a16:creationId xmlns:a16="http://schemas.microsoft.com/office/drawing/2014/main" id="{69B28496-A0DF-12DB-18E9-0371BB3CBD55}"/>
                  </a:ext>
                </a:extLst>
              </p:cNvPr>
              <p:cNvSpPr/>
              <p:nvPr/>
            </p:nvSpPr>
            <p:spPr bwMode="auto">
              <a:xfrm>
                <a:off x="7709989" y="1883478"/>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5" name="Oval 144">
                <a:extLst>
                  <a:ext uri="{FF2B5EF4-FFF2-40B4-BE49-F238E27FC236}">
                    <a16:creationId xmlns:a16="http://schemas.microsoft.com/office/drawing/2014/main" id="{D8D0750A-B043-DBC8-073B-E85CC687129D}"/>
                  </a:ext>
                </a:extLst>
              </p:cNvPr>
              <p:cNvSpPr/>
              <p:nvPr/>
            </p:nvSpPr>
            <p:spPr bwMode="auto">
              <a:xfrm>
                <a:off x="7795471" y="1968959"/>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267" name="Group 266">
              <a:extLst>
                <a:ext uri="{FF2B5EF4-FFF2-40B4-BE49-F238E27FC236}">
                  <a16:creationId xmlns:a16="http://schemas.microsoft.com/office/drawing/2014/main" id="{9C360430-82A8-7AB7-DBAB-8FD4A9B7D0AE}"/>
                </a:ext>
              </a:extLst>
            </p:cNvPr>
            <p:cNvGrpSpPr/>
            <p:nvPr/>
          </p:nvGrpSpPr>
          <p:grpSpPr>
            <a:xfrm>
              <a:off x="2145320" y="2222383"/>
              <a:ext cx="516918" cy="516918"/>
              <a:chOff x="-5094852" y="-711200"/>
              <a:chExt cx="4876800" cy="4876799"/>
            </a:xfrm>
          </p:grpSpPr>
          <p:sp>
            <p:nvSpPr>
              <p:cNvPr id="238" name="Freeform: Shape 237">
                <a:extLst>
                  <a:ext uri="{FF2B5EF4-FFF2-40B4-BE49-F238E27FC236}">
                    <a16:creationId xmlns:a16="http://schemas.microsoft.com/office/drawing/2014/main" id="{08246FCB-6951-E4B4-20DE-E661D47BF3C8}"/>
                  </a:ext>
                </a:extLst>
              </p:cNvPr>
              <p:cNvSpPr/>
              <p:nvPr/>
            </p:nvSpPr>
            <p:spPr>
              <a:xfrm>
                <a:off x="-3836075" y="2386739"/>
                <a:ext cx="753808" cy="364273"/>
              </a:xfrm>
              <a:custGeom>
                <a:avLst/>
                <a:gdLst>
                  <a:gd name="connsiteX0" fmla="*/ 712746 w 753808"/>
                  <a:gd name="connsiteY0" fmla="*/ 92888 h 364273"/>
                  <a:gd name="connsiteX1" fmla="*/ 722052 w 753808"/>
                  <a:gd name="connsiteY1" fmla="*/ 0 h 364273"/>
                  <a:gd name="connsiteX2" fmla="*/ 0 w 753808"/>
                  <a:gd name="connsiteY2" fmla="*/ 80258 h 364273"/>
                  <a:gd name="connsiteX3" fmla="*/ 33642 w 753808"/>
                  <a:gd name="connsiteY3" fmla="*/ 307991 h 364273"/>
                  <a:gd name="connsiteX4" fmla="*/ 31413 w 753808"/>
                  <a:gd name="connsiteY4" fmla="*/ 364274 h 364273"/>
                  <a:gd name="connsiteX5" fmla="*/ 753809 w 753808"/>
                  <a:gd name="connsiteY5" fmla="*/ 283978 h 364273"/>
                  <a:gd name="connsiteX6" fmla="*/ 712746 w 753808"/>
                  <a:gd name="connsiteY6" fmla="*/ 92888 h 36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808" h="364273">
                    <a:moveTo>
                      <a:pt x="712746" y="92888"/>
                    </a:moveTo>
                    <a:cubicBezTo>
                      <a:pt x="712746" y="61084"/>
                      <a:pt x="715966" y="30023"/>
                      <a:pt x="722052" y="0"/>
                    </a:cubicBezTo>
                    <a:lnTo>
                      <a:pt x="0" y="80258"/>
                    </a:lnTo>
                    <a:cubicBezTo>
                      <a:pt x="21793" y="152409"/>
                      <a:pt x="33642" y="228828"/>
                      <a:pt x="33642" y="307991"/>
                    </a:cubicBezTo>
                    <a:cubicBezTo>
                      <a:pt x="33642" y="326936"/>
                      <a:pt x="32728" y="345662"/>
                      <a:pt x="31413" y="364274"/>
                    </a:cubicBezTo>
                    <a:lnTo>
                      <a:pt x="753809" y="283978"/>
                    </a:lnTo>
                    <a:cubicBezTo>
                      <a:pt x="727510" y="225600"/>
                      <a:pt x="712746" y="160963"/>
                      <a:pt x="712746" y="92888"/>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39" name="Freeform: Shape 238">
                <a:extLst>
                  <a:ext uri="{FF2B5EF4-FFF2-40B4-BE49-F238E27FC236}">
                    <a16:creationId xmlns:a16="http://schemas.microsoft.com/office/drawing/2014/main" id="{4782B3E4-6C0B-FBA2-EDEB-4A1AC6DF498B}"/>
                  </a:ext>
                </a:extLst>
              </p:cNvPr>
              <p:cNvSpPr/>
              <p:nvPr/>
            </p:nvSpPr>
            <p:spPr>
              <a:xfrm>
                <a:off x="-2799327" y="2924054"/>
                <a:ext cx="285750" cy="615991"/>
              </a:xfrm>
              <a:custGeom>
                <a:avLst/>
                <a:gdLst>
                  <a:gd name="connsiteX0" fmla="*/ 142875 w 285750"/>
                  <a:gd name="connsiteY0" fmla="*/ 22450 h 615991"/>
                  <a:gd name="connsiteX1" fmla="*/ 0 w 285750"/>
                  <a:gd name="connsiteY1" fmla="*/ 0 h 615991"/>
                  <a:gd name="connsiteX2" fmla="*/ 0 w 285750"/>
                  <a:gd name="connsiteY2" fmla="*/ 615992 h 615991"/>
                  <a:gd name="connsiteX3" fmla="*/ 142875 w 285750"/>
                  <a:gd name="connsiteY3" fmla="*/ 593541 h 615991"/>
                  <a:gd name="connsiteX4" fmla="*/ 285750 w 285750"/>
                  <a:gd name="connsiteY4" fmla="*/ 615992 h 615991"/>
                  <a:gd name="connsiteX5" fmla="*/ 285750 w 285750"/>
                  <a:gd name="connsiteY5" fmla="*/ 0 h 615991"/>
                  <a:gd name="connsiteX6" fmla="*/ 142875 w 285750"/>
                  <a:gd name="connsiteY6" fmla="*/ 22450 h 615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750" h="615991">
                    <a:moveTo>
                      <a:pt x="142875" y="22450"/>
                    </a:moveTo>
                    <a:cubicBezTo>
                      <a:pt x="93050" y="22450"/>
                      <a:pt x="45063" y="14526"/>
                      <a:pt x="0" y="0"/>
                    </a:cubicBezTo>
                    <a:lnTo>
                      <a:pt x="0" y="615992"/>
                    </a:lnTo>
                    <a:cubicBezTo>
                      <a:pt x="45063" y="601466"/>
                      <a:pt x="93050" y="593541"/>
                      <a:pt x="142875" y="593541"/>
                    </a:cubicBezTo>
                    <a:cubicBezTo>
                      <a:pt x="192700" y="593541"/>
                      <a:pt x="240687" y="601466"/>
                      <a:pt x="285750" y="615992"/>
                    </a:cubicBezTo>
                    <a:lnTo>
                      <a:pt x="285750" y="0"/>
                    </a:lnTo>
                    <a:cubicBezTo>
                      <a:pt x="240687" y="14526"/>
                      <a:pt x="192700" y="22450"/>
                      <a:pt x="142875" y="22450"/>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40" name="Freeform: Shape 239">
                <a:extLst>
                  <a:ext uri="{FF2B5EF4-FFF2-40B4-BE49-F238E27FC236}">
                    <a16:creationId xmlns:a16="http://schemas.microsoft.com/office/drawing/2014/main" id="{23BA7E1C-59FD-99DD-4330-1BA6E9BB2A7A}"/>
                  </a:ext>
                </a:extLst>
              </p:cNvPr>
              <p:cNvSpPr/>
              <p:nvPr/>
            </p:nvSpPr>
            <p:spPr>
              <a:xfrm>
                <a:off x="-4025480" y="3006188"/>
                <a:ext cx="1078687" cy="850725"/>
              </a:xfrm>
              <a:custGeom>
                <a:avLst/>
                <a:gdLst>
                  <a:gd name="connsiteX0" fmla="*/ 1078687 w 1078687"/>
                  <a:gd name="connsiteY0" fmla="*/ 613077 h 850725"/>
                  <a:gd name="connsiteX1" fmla="*/ 158858 w 1078687"/>
                  <a:gd name="connsiteY1" fmla="*/ 0 h 850725"/>
                  <a:gd name="connsiteX2" fmla="*/ 0 w 1078687"/>
                  <a:gd name="connsiteY2" fmla="*/ 237525 h 850725"/>
                  <a:gd name="connsiteX3" fmla="*/ 920020 w 1078687"/>
                  <a:gd name="connsiteY3" fmla="*/ 850725 h 850725"/>
                  <a:gd name="connsiteX4" fmla="*/ 1078687 w 1078687"/>
                  <a:gd name="connsiteY4" fmla="*/ 613077 h 850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8687" h="850725">
                    <a:moveTo>
                      <a:pt x="1078687" y="613077"/>
                    </a:moveTo>
                    <a:lnTo>
                      <a:pt x="158858" y="0"/>
                    </a:lnTo>
                    <a:cubicBezTo>
                      <a:pt x="120567" y="88773"/>
                      <a:pt x="66389" y="169078"/>
                      <a:pt x="0" y="237525"/>
                    </a:cubicBezTo>
                    <a:lnTo>
                      <a:pt x="920020" y="850725"/>
                    </a:lnTo>
                    <a:cubicBezTo>
                      <a:pt x="947042" y="755742"/>
                      <a:pt x="1003402" y="673055"/>
                      <a:pt x="1078687" y="613077"/>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41" name="Freeform: Shape 240">
                <a:extLst>
                  <a:ext uri="{FF2B5EF4-FFF2-40B4-BE49-F238E27FC236}">
                    <a16:creationId xmlns:a16="http://schemas.microsoft.com/office/drawing/2014/main" id="{AEFCC746-5721-4383-F162-A0C46C89E2ED}"/>
                  </a:ext>
                </a:extLst>
              </p:cNvPr>
              <p:cNvSpPr/>
              <p:nvPr/>
            </p:nvSpPr>
            <p:spPr>
              <a:xfrm>
                <a:off x="-3836075" y="703386"/>
                <a:ext cx="753808" cy="364274"/>
              </a:xfrm>
              <a:custGeom>
                <a:avLst/>
                <a:gdLst>
                  <a:gd name="connsiteX0" fmla="*/ 712746 w 753808"/>
                  <a:gd name="connsiteY0" fmla="*/ 271386 h 364274"/>
                  <a:gd name="connsiteX1" fmla="*/ 753809 w 753808"/>
                  <a:gd name="connsiteY1" fmla="*/ 80296 h 364274"/>
                  <a:gd name="connsiteX2" fmla="*/ 31413 w 753808"/>
                  <a:gd name="connsiteY2" fmla="*/ 0 h 364274"/>
                  <a:gd name="connsiteX3" fmla="*/ 33642 w 753808"/>
                  <a:gd name="connsiteY3" fmla="*/ 56283 h 364274"/>
                  <a:gd name="connsiteX4" fmla="*/ 0 w 753808"/>
                  <a:gd name="connsiteY4" fmla="*/ 284016 h 364274"/>
                  <a:gd name="connsiteX5" fmla="*/ 722052 w 753808"/>
                  <a:gd name="connsiteY5" fmla="*/ 364274 h 364274"/>
                  <a:gd name="connsiteX6" fmla="*/ 712746 w 753808"/>
                  <a:gd name="connsiteY6" fmla="*/ 271386 h 364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808" h="364274">
                    <a:moveTo>
                      <a:pt x="712746" y="271386"/>
                    </a:moveTo>
                    <a:cubicBezTo>
                      <a:pt x="712746" y="203321"/>
                      <a:pt x="727510" y="138675"/>
                      <a:pt x="753809" y="80296"/>
                    </a:cubicBezTo>
                    <a:lnTo>
                      <a:pt x="31413" y="0"/>
                    </a:lnTo>
                    <a:cubicBezTo>
                      <a:pt x="32737" y="18612"/>
                      <a:pt x="33642" y="37338"/>
                      <a:pt x="33642" y="56283"/>
                    </a:cubicBezTo>
                    <a:cubicBezTo>
                      <a:pt x="33642" y="135446"/>
                      <a:pt x="21793" y="211865"/>
                      <a:pt x="0" y="284016"/>
                    </a:cubicBezTo>
                    <a:lnTo>
                      <a:pt x="722052" y="364274"/>
                    </a:lnTo>
                    <a:cubicBezTo>
                      <a:pt x="715975" y="334242"/>
                      <a:pt x="712746" y="303190"/>
                      <a:pt x="712746" y="271386"/>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2" name="Freeform: Shape 251">
                <a:extLst>
                  <a:ext uri="{FF2B5EF4-FFF2-40B4-BE49-F238E27FC236}">
                    <a16:creationId xmlns:a16="http://schemas.microsoft.com/office/drawing/2014/main" id="{C58FDA6B-A629-8CC2-2113-D4322F3C1D4C}"/>
                  </a:ext>
                </a:extLst>
              </p:cNvPr>
              <p:cNvSpPr/>
              <p:nvPr/>
            </p:nvSpPr>
            <p:spPr>
              <a:xfrm>
                <a:off x="-2799327" y="-85645"/>
                <a:ext cx="285750" cy="615991"/>
              </a:xfrm>
              <a:custGeom>
                <a:avLst/>
                <a:gdLst>
                  <a:gd name="connsiteX0" fmla="*/ 142875 w 285750"/>
                  <a:gd name="connsiteY0" fmla="*/ 593541 h 615991"/>
                  <a:gd name="connsiteX1" fmla="*/ 285750 w 285750"/>
                  <a:gd name="connsiteY1" fmla="*/ 615991 h 615991"/>
                  <a:gd name="connsiteX2" fmla="*/ 285750 w 285750"/>
                  <a:gd name="connsiteY2" fmla="*/ 0 h 615991"/>
                  <a:gd name="connsiteX3" fmla="*/ 142875 w 285750"/>
                  <a:gd name="connsiteY3" fmla="*/ 22450 h 615991"/>
                  <a:gd name="connsiteX4" fmla="*/ 0 w 285750"/>
                  <a:gd name="connsiteY4" fmla="*/ 0 h 615991"/>
                  <a:gd name="connsiteX5" fmla="*/ 0 w 285750"/>
                  <a:gd name="connsiteY5" fmla="*/ 615991 h 615991"/>
                  <a:gd name="connsiteX6" fmla="*/ 142875 w 285750"/>
                  <a:gd name="connsiteY6" fmla="*/ 593541 h 615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750" h="615991">
                    <a:moveTo>
                      <a:pt x="142875" y="593541"/>
                    </a:moveTo>
                    <a:cubicBezTo>
                      <a:pt x="192700" y="593541"/>
                      <a:pt x="240687" y="601466"/>
                      <a:pt x="285750" y="615991"/>
                    </a:cubicBezTo>
                    <a:lnTo>
                      <a:pt x="285750" y="0"/>
                    </a:lnTo>
                    <a:cubicBezTo>
                      <a:pt x="240687" y="14526"/>
                      <a:pt x="192700" y="22450"/>
                      <a:pt x="142875" y="22450"/>
                    </a:cubicBezTo>
                    <a:cubicBezTo>
                      <a:pt x="93050" y="22450"/>
                      <a:pt x="45063" y="14526"/>
                      <a:pt x="0" y="0"/>
                    </a:cubicBezTo>
                    <a:lnTo>
                      <a:pt x="0" y="615991"/>
                    </a:lnTo>
                    <a:cubicBezTo>
                      <a:pt x="45063" y="601466"/>
                      <a:pt x="93050" y="593541"/>
                      <a:pt x="142875" y="593541"/>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3" name="Freeform: Shape 252">
                <a:extLst>
                  <a:ext uri="{FF2B5EF4-FFF2-40B4-BE49-F238E27FC236}">
                    <a16:creationId xmlns:a16="http://schemas.microsoft.com/office/drawing/2014/main" id="{188C4BE7-15BD-3D00-B846-8D7361C964D9}"/>
                  </a:ext>
                </a:extLst>
              </p:cNvPr>
              <p:cNvSpPr/>
              <p:nvPr/>
            </p:nvSpPr>
            <p:spPr>
              <a:xfrm>
                <a:off x="-4025489" y="-402504"/>
                <a:ext cx="1078696" cy="850725"/>
              </a:xfrm>
              <a:custGeom>
                <a:avLst/>
                <a:gdLst>
                  <a:gd name="connsiteX0" fmla="*/ 1078697 w 1078696"/>
                  <a:gd name="connsiteY0" fmla="*/ 237639 h 850725"/>
                  <a:gd name="connsiteX1" fmla="*/ 920020 w 1078696"/>
                  <a:gd name="connsiteY1" fmla="*/ 0 h 850725"/>
                  <a:gd name="connsiteX2" fmla="*/ 0 w 1078696"/>
                  <a:gd name="connsiteY2" fmla="*/ 613201 h 850725"/>
                  <a:gd name="connsiteX3" fmla="*/ 158858 w 1078696"/>
                  <a:gd name="connsiteY3" fmla="*/ 850725 h 850725"/>
                </a:gdLst>
                <a:ahLst/>
                <a:cxnLst>
                  <a:cxn ang="0">
                    <a:pos x="connsiteX0" y="connsiteY0"/>
                  </a:cxn>
                  <a:cxn ang="0">
                    <a:pos x="connsiteX1" y="connsiteY1"/>
                  </a:cxn>
                  <a:cxn ang="0">
                    <a:pos x="connsiteX2" y="connsiteY2"/>
                  </a:cxn>
                  <a:cxn ang="0">
                    <a:pos x="connsiteX3" y="connsiteY3"/>
                  </a:cxn>
                </a:cxnLst>
                <a:rect l="l" t="t" r="r" b="b"/>
                <a:pathLst>
                  <a:path w="1078696" h="850725">
                    <a:moveTo>
                      <a:pt x="1078697" y="237639"/>
                    </a:moveTo>
                    <a:cubicBezTo>
                      <a:pt x="1003402" y="177660"/>
                      <a:pt x="947052" y="94974"/>
                      <a:pt x="920020" y="0"/>
                    </a:cubicBezTo>
                    <a:lnTo>
                      <a:pt x="0" y="613201"/>
                    </a:lnTo>
                    <a:cubicBezTo>
                      <a:pt x="66389" y="681638"/>
                      <a:pt x="120577" y="761952"/>
                      <a:pt x="158858" y="850725"/>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4" name="Freeform: Shape 253">
                <a:extLst>
                  <a:ext uri="{FF2B5EF4-FFF2-40B4-BE49-F238E27FC236}">
                    <a16:creationId xmlns:a16="http://schemas.microsoft.com/office/drawing/2014/main" id="{161CB34B-2CD8-DC85-408B-D38C492C4328}"/>
                  </a:ext>
                </a:extLst>
              </p:cNvPr>
              <p:cNvSpPr/>
              <p:nvPr/>
            </p:nvSpPr>
            <p:spPr>
              <a:xfrm>
                <a:off x="-4734387" y="1535557"/>
                <a:ext cx="285750" cy="383295"/>
              </a:xfrm>
              <a:custGeom>
                <a:avLst/>
                <a:gdLst>
                  <a:gd name="connsiteX0" fmla="*/ 285750 w 285750"/>
                  <a:gd name="connsiteY0" fmla="*/ 383296 h 383295"/>
                  <a:gd name="connsiteX1" fmla="*/ 285750 w 285750"/>
                  <a:gd name="connsiteY1" fmla="*/ 0 h 383295"/>
                  <a:gd name="connsiteX2" fmla="*/ 142875 w 285750"/>
                  <a:gd name="connsiteY2" fmla="*/ 13202 h 383295"/>
                  <a:gd name="connsiteX3" fmla="*/ 0 w 285750"/>
                  <a:gd name="connsiteY3" fmla="*/ 0 h 383295"/>
                  <a:gd name="connsiteX4" fmla="*/ 0 w 285750"/>
                  <a:gd name="connsiteY4" fmla="*/ 383296 h 383295"/>
                  <a:gd name="connsiteX5" fmla="*/ 142875 w 285750"/>
                  <a:gd name="connsiteY5" fmla="*/ 370094 h 383295"/>
                  <a:gd name="connsiteX6" fmla="*/ 285750 w 285750"/>
                  <a:gd name="connsiteY6" fmla="*/ 383296 h 383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750" h="383295">
                    <a:moveTo>
                      <a:pt x="285750" y="383296"/>
                    </a:moveTo>
                    <a:lnTo>
                      <a:pt x="285750" y="0"/>
                    </a:lnTo>
                    <a:cubicBezTo>
                      <a:pt x="239373" y="8525"/>
                      <a:pt x="191672" y="13202"/>
                      <a:pt x="142875" y="13202"/>
                    </a:cubicBezTo>
                    <a:cubicBezTo>
                      <a:pt x="94078" y="13202"/>
                      <a:pt x="46377" y="8515"/>
                      <a:pt x="0" y="0"/>
                    </a:cubicBezTo>
                    <a:lnTo>
                      <a:pt x="0" y="383296"/>
                    </a:lnTo>
                    <a:cubicBezTo>
                      <a:pt x="46377" y="374771"/>
                      <a:pt x="94078" y="370094"/>
                      <a:pt x="142875" y="370094"/>
                    </a:cubicBezTo>
                    <a:cubicBezTo>
                      <a:pt x="191672" y="370094"/>
                      <a:pt x="239373" y="374771"/>
                      <a:pt x="285750" y="383296"/>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5" name="Freeform: Shape 254">
                <a:extLst>
                  <a:ext uri="{FF2B5EF4-FFF2-40B4-BE49-F238E27FC236}">
                    <a16:creationId xmlns:a16="http://schemas.microsoft.com/office/drawing/2014/main" id="{D0F12950-5C3C-4D86-DB93-1260D76E2C32}"/>
                  </a:ext>
                </a:extLst>
              </p:cNvPr>
              <p:cNvSpPr/>
              <p:nvPr/>
            </p:nvSpPr>
            <p:spPr>
              <a:xfrm>
                <a:off x="-2475667" y="2223033"/>
                <a:ext cx="1357912" cy="1517132"/>
              </a:xfrm>
              <a:custGeom>
                <a:avLst/>
                <a:gdLst>
                  <a:gd name="connsiteX0" fmla="*/ 1141028 w 1357912"/>
                  <a:gd name="connsiteY0" fmla="*/ 0 h 1517132"/>
                  <a:gd name="connsiteX1" fmla="*/ 0 w 1357912"/>
                  <a:gd name="connsiteY1" fmla="*/ 1331023 h 1517132"/>
                  <a:gd name="connsiteX2" fmla="*/ 216846 w 1357912"/>
                  <a:gd name="connsiteY2" fmla="*/ 1517132 h 1517132"/>
                  <a:gd name="connsiteX3" fmla="*/ 1357913 w 1357912"/>
                  <a:gd name="connsiteY3" fmla="*/ 186061 h 1517132"/>
                  <a:gd name="connsiteX4" fmla="*/ 1141028 w 1357912"/>
                  <a:gd name="connsiteY4" fmla="*/ 0 h 1517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12" h="1517132">
                    <a:moveTo>
                      <a:pt x="1141028" y="0"/>
                    </a:moveTo>
                    <a:lnTo>
                      <a:pt x="0" y="1331023"/>
                    </a:lnTo>
                    <a:cubicBezTo>
                      <a:pt x="90173" y="1369038"/>
                      <a:pt x="165963" y="1434617"/>
                      <a:pt x="216846" y="1517132"/>
                    </a:cubicBezTo>
                    <a:lnTo>
                      <a:pt x="1357913" y="186061"/>
                    </a:lnTo>
                    <a:cubicBezTo>
                      <a:pt x="1274807" y="137551"/>
                      <a:pt x="1201293" y="74390"/>
                      <a:pt x="1141028" y="0"/>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6" name="Freeform: Shape 255">
                <a:extLst>
                  <a:ext uri="{FF2B5EF4-FFF2-40B4-BE49-F238E27FC236}">
                    <a16:creationId xmlns:a16="http://schemas.microsoft.com/office/drawing/2014/main" id="{82D3F235-3624-981D-AA66-C7F2F2F0BE3E}"/>
                  </a:ext>
                </a:extLst>
              </p:cNvPr>
              <p:cNvSpPr/>
              <p:nvPr/>
            </p:nvSpPr>
            <p:spPr>
              <a:xfrm>
                <a:off x="-2294235" y="1875227"/>
                <a:ext cx="901636" cy="576510"/>
              </a:xfrm>
              <a:custGeom>
                <a:avLst/>
                <a:gdLst>
                  <a:gd name="connsiteX0" fmla="*/ 103746 w 901636"/>
                  <a:gd name="connsiteY0" fmla="*/ 576510 h 576510"/>
                  <a:gd name="connsiteX1" fmla="*/ 901636 w 901636"/>
                  <a:gd name="connsiteY1" fmla="*/ 266252 h 576510"/>
                  <a:gd name="connsiteX2" fmla="*/ 797881 w 901636"/>
                  <a:gd name="connsiteY2" fmla="*/ 0 h 576510"/>
                  <a:gd name="connsiteX3" fmla="*/ 0 w 901636"/>
                  <a:gd name="connsiteY3" fmla="*/ 310258 h 576510"/>
                  <a:gd name="connsiteX4" fmla="*/ 103746 w 901636"/>
                  <a:gd name="connsiteY4" fmla="*/ 576510 h 5765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36" h="576510">
                    <a:moveTo>
                      <a:pt x="103746" y="576510"/>
                    </a:moveTo>
                    <a:lnTo>
                      <a:pt x="901636" y="266252"/>
                    </a:lnTo>
                    <a:cubicBezTo>
                      <a:pt x="851859" y="185900"/>
                      <a:pt x="816188" y="96012"/>
                      <a:pt x="797881" y="0"/>
                    </a:cubicBezTo>
                    <a:lnTo>
                      <a:pt x="0" y="310258"/>
                    </a:lnTo>
                    <a:cubicBezTo>
                      <a:pt x="59874" y="383848"/>
                      <a:pt x="97793" y="475936"/>
                      <a:pt x="103746" y="576510"/>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7" name="Freeform: Shape 256">
                <a:extLst>
                  <a:ext uri="{FF2B5EF4-FFF2-40B4-BE49-F238E27FC236}">
                    <a16:creationId xmlns:a16="http://schemas.microsoft.com/office/drawing/2014/main" id="{603C241D-A9A6-FA34-7C21-8528333AD097}"/>
                  </a:ext>
                </a:extLst>
              </p:cNvPr>
              <p:cNvSpPr/>
              <p:nvPr/>
            </p:nvSpPr>
            <p:spPr>
              <a:xfrm>
                <a:off x="-2475658" y="-285756"/>
                <a:ext cx="1357903" cy="1517132"/>
              </a:xfrm>
              <a:custGeom>
                <a:avLst/>
                <a:gdLst>
                  <a:gd name="connsiteX0" fmla="*/ 0 w 1357903"/>
                  <a:gd name="connsiteY0" fmla="*/ 186109 h 1517132"/>
                  <a:gd name="connsiteX1" fmla="*/ 1141019 w 1357903"/>
                  <a:gd name="connsiteY1" fmla="*/ 1517133 h 1517132"/>
                  <a:gd name="connsiteX2" fmla="*/ 1357903 w 1357903"/>
                  <a:gd name="connsiteY2" fmla="*/ 1331071 h 1517132"/>
                  <a:gd name="connsiteX3" fmla="*/ 216846 w 1357903"/>
                  <a:gd name="connsiteY3" fmla="*/ 0 h 1517132"/>
                  <a:gd name="connsiteX4" fmla="*/ 0 w 1357903"/>
                  <a:gd name="connsiteY4" fmla="*/ 186109 h 1517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3" h="1517132">
                    <a:moveTo>
                      <a:pt x="0" y="186109"/>
                    </a:moveTo>
                    <a:lnTo>
                      <a:pt x="1141019" y="1517133"/>
                    </a:lnTo>
                    <a:cubicBezTo>
                      <a:pt x="1201284" y="1442742"/>
                      <a:pt x="1274788" y="1379573"/>
                      <a:pt x="1357903" y="1331071"/>
                    </a:cubicBezTo>
                    <a:lnTo>
                      <a:pt x="216846" y="0"/>
                    </a:lnTo>
                    <a:cubicBezTo>
                      <a:pt x="165964" y="82515"/>
                      <a:pt x="90173" y="148085"/>
                      <a:pt x="0" y="186109"/>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8" name="Freeform: Shape 257">
                <a:extLst>
                  <a:ext uri="{FF2B5EF4-FFF2-40B4-BE49-F238E27FC236}">
                    <a16:creationId xmlns:a16="http://schemas.microsoft.com/office/drawing/2014/main" id="{FDC336D5-B52B-FBB8-1E4F-16B6CD8D3367}"/>
                  </a:ext>
                </a:extLst>
              </p:cNvPr>
              <p:cNvSpPr/>
              <p:nvPr/>
            </p:nvSpPr>
            <p:spPr>
              <a:xfrm>
                <a:off x="-2294235" y="1002661"/>
                <a:ext cx="901636" cy="576510"/>
              </a:xfrm>
              <a:custGeom>
                <a:avLst/>
                <a:gdLst>
                  <a:gd name="connsiteX0" fmla="*/ 0 w 901636"/>
                  <a:gd name="connsiteY0" fmla="*/ 266252 h 576510"/>
                  <a:gd name="connsiteX1" fmla="*/ 797881 w 901636"/>
                  <a:gd name="connsiteY1" fmla="*/ 576510 h 576510"/>
                  <a:gd name="connsiteX2" fmla="*/ 901636 w 901636"/>
                  <a:gd name="connsiteY2" fmla="*/ 310258 h 576510"/>
                  <a:gd name="connsiteX3" fmla="*/ 103746 w 901636"/>
                  <a:gd name="connsiteY3" fmla="*/ 0 h 576510"/>
                  <a:gd name="connsiteX4" fmla="*/ 0 w 901636"/>
                  <a:gd name="connsiteY4" fmla="*/ 266252 h 5765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36" h="576510">
                    <a:moveTo>
                      <a:pt x="0" y="266252"/>
                    </a:moveTo>
                    <a:lnTo>
                      <a:pt x="797881" y="576510"/>
                    </a:lnTo>
                    <a:cubicBezTo>
                      <a:pt x="816188" y="480498"/>
                      <a:pt x="851859" y="390601"/>
                      <a:pt x="901636" y="310258"/>
                    </a:cubicBezTo>
                    <a:lnTo>
                      <a:pt x="103746" y="0"/>
                    </a:lnTo>
                    <a:cubicBezTo>
                      <a:pt x="97793" y="100575"/>
                      <a:pt x="59874" y="192662"/>
                      <a:pt x="0" y="266252"/>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9" name="Freeform: Shape 258">
                <a:extLst>
                  <a:ext uri="{FF2B5EF4-FFF2-40B4-BE49-F238E27FC236}">
                    <a16:creationId xmlns:a16="http://schemas.microsoft.com/office/drawing/2014/main" id="{A9778804-E900-5D04-5CC7-2DA7C2716883}"/>
                  </a:ext>
                </a:extLst>
              </p:cNvPr>
              <p:cNvSpPr/>
              <p:nvPr/>
            </p:nvSpPr>
            <p:spPr>
              <a:xfrm>
                <a:off x="-4106804" y="1168311"/>
                <a:ext cx="1213208" cy="1122911"/>
              </a:xfrm>
              <a:custGeom>
                <a:avLst/>
                <a:gdLst>
                  <a:gd name="connsiteX0" fmla="*/ 1213209 w 1213208"/>
                  <a:gd name="connsiteY0" fmla="*/ 909390 h 1122911"/>
                  <a:gd name="connsiteX1" fmla="*/ 190100 w 1213208"/>
                  <a:gd name="connsiteY1" fmla="*/ 0 h 1122911"/>
                  <a:gd name="connsiteX2" fmla="*/ 0 w 1213208"/>
                  <a:gd name="connsiteY2" fmla="*/ 213341 h 1122911"/>
                  <a:gd name="connsiteX3" fmla="*/ 1023318 w 1213208"/>
                  <a:gd name="connsiteY3" fmla="*/ 1122912 h 1122911"/>
                  <a:gd name="connsiteX4" fmla="*/ 1213209 w 1213208"/>
                  <a:gd name="connsiteY4" fmla="*/ 909390 h 112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3208" h="1122911">
                    <a:moveTo>
                      <a:pt x="1213209" y="909390"/>
                    </a:moveTo>
                    <a:lnTo>
                      <a:pt x="190100" y="0"/>
                    </a:lnTo>
                    <a:cubicBezTo>
                      <a:pt x="140151" y="82172"/>
                      <a:pt x="75495" y="154381"/>
                      <a:pt x="0" y="213341"/>
                    </a:cubicBezTo>
                    <a:lnTo>
                      <a:pt x="1023318" y="1122912"/>
                    </a:lnTo>
                    <a:cubicBezTo>
                      <a:pt x="1062914" y="1033539"/>
                      <a:pt x="1129713" y="958844"/>
                      <a:pt x="1213209" y="909390"/>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60" name="Freeform: Shape 259">
                <a:extLst>
                  <a:ext uri="{FF2B5EF4-FFF2-40B4-BE49-F238E27FC236}">
                    <a16:creationId xmlns:a16="http://schemas.microsoft.com/office/drawing/2014/main" id="{9D8AE15E-A798-C240-D54C-A47B759A3D61}"/>
                  </a:ext>
                </a:extLst>
              </p:cNvPr>
              <p:cNvSpPr/>
              <p:nvPr/>
            </p:nvSpPr>
            <p:spPr>
              <a:xfrm>
                <a:off x="-2837579" y="3803345"/>
                <a:ext cx="362254" cy="362254"/>
              </a:xfrm>
              <a:custGeom>
                <a:avLst/>
                <a:gdLst>
                  <a:gd name="connsiteX0" fmla="*/ 362255 w 362254"/>
                  <a:gd name="connsiteY0" fmla="*/ 181127 h 362254"/>
                  <a:gd name="connsiteX1" fmla="*/ 181127 w 362254"/>
                  <a:gd name="connsiteY1" fmla="*/ 362255 h 362254"/>
                  <a:gd name="connsiteX2" fmla="*/ 0 w 362254"/>
                  <a:gd name="connsiteY2" fmla="*/ 181127 h 362254"/>
                  <a:gd name="connsiteX3" fmla="*/ 181127 w 362254"/>
                  <a:gd name="connsiteY3" fmla="*/ 0 h 362254"/>
                  <a:gd name="connsiteX4" fmla="*/ 362255 w 362254"/>
                  <a:gd name="connsiteY4" fmla="*/ 181127 h 362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54" h="362254">
                    <a:moveTo>
                      <a:pt x="362255" y="181127"/>
                    </a:moveTo>
                    <a:cubicBezTo>
                      <a:pt x="362255" y="281162"/>
                      <a:pt x="281161" y="362255"/>
                      <a:pt x="181127" y="362255"/>
                    </a:cubicBezTo>
                    <a:cubicBezTo>
                      <a:pt x="81093" y="362255"/>
                      <a:pt x="0" y="281161"/>
                      <a:pt x="0" y="181127"/>
                    </a:cubicBezTo>
                    <a:cubicBezTo>
                      <a:pt x="0" y="81093"/>
                      <a:pt x="81093" y="0"/>
                      <a:pt x="181127" y="0"/>
                    </a:cubicBezTo>
                    <a:cubicBezTo>
                      <a:pt x="281161" y="0"/>
                      <a:pt x="362255" y="81094"/>
                      <a:pt x="362255" y="181127"/>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61" name="Freeform: Shape 260">
                <a:extLst>
                  <a:ext uri="{FF2B5EF4-FFF2-40B4-BE49-F238E27FC236}">
                    <a16:creationId xmlns:a16="http://schemas.microsoft.com/office/drawing/2014/main" id="{6FE3319F-21A7-242E-B5F0-11EEE3A007B2}"/>
                  </a:ext>
                </a:extLst>
              </p:cNvPr>
              <p:cNvSpPr/>
              <p:nvPr/>
            </p:nvSpPr>
            <p:spPr>
              <a:xfrm>
                <a:off x="-2837579" y="793645"/>
                <a:ext cx="362254" cy="362254"/>
              </a:xfrm>
              <a:custGeom>
                <a:avLst/>
                <a:gdLst>
                  <a:gd name="connsiteX0" fmla="*/ 362255 w 362254"/>
                  <a:gd name="connsiteY0" fmla="*/ 181127 h 362254"/>
                  <a:gd name="connsiteX1" fmla="*/ 181127 w 362254"/>
                  <a:gd name="connsiteY1" fmla="*/ 362255 h 362254"/>
                  <a:gd name="connsiteX2" fmla="*/ 0 w 362254"/>
                  <a:gd name="connsiteY2" fmla="*/ 181127 h 362254"/>
                  <a:gd name="connsiteX3" fmla="*/ 181127 w 362254"/>
                  <a:gd name="connsiteY3" fmla="*/ 0 h 362254"/>
                  <a:gd name="connsiteX4" fmla="*/ 362255 w 362254"/>
                  <a:gd name="connsiteY4" fmla="*/ 181127 h 362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54" h="362254">
                    <a:moveTo>
                      <a:pt x="362255" y="181127"/>
                    </a:moveTo>
                    <a:cubicBezTo>
                      <a:pt x="362255" y="281161"/>
                      <a:pt x="281161" y="362255"/>
                      <a:pt x="181127" y="362255"/>
                    </a:cubicBezTo>
                    <a:cubicBezTo>
                      <a:pt x="81093" y="362255"/>
                      <a:pt x="0" y="281161"/>
                      <a:pt x="0" y="181127"/>
                    </a:cubicBezTo>
                    <a:cubicBezTo>
                      <a:pt x="0" y="81094"/>
                      <a:pt x="81093" y="0"/>
                      <a:pt x="181127" y="0"/>
                    </a:cubicBezTo>
                    <a:cubicBezTo>
                      <a:pt x="281161" y="0"/>
                      <a:pt x="362255" y="81093"/>
                      <a:pt x="362255" y="181127"/>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62" name="Freeform: Shape 261">
                <a:extLst>
                  <a:ext uri="{FF2B5EF4-FFF2-40B4-BE49-F238E27FC236}">
                    <a16:creationId xmlns:a16="http://schemas.microsoft.com/office/drawing/2014/main" id="{6303A6AA-2DCB-FACB-78F4-4A7506AE69B5}"/>
                  </a:ext>
                </a:extLst>
              </p:cNvPr>
              <p:cNvSpPr/>
              <p:nvPr/>
            </p:nvSpPr>
            <p:spPr>
              <a:xfrm>
                <a:off x="-2837579" y="2298499"/>
                <a:ext cx="362254" cy="362254"/>
              </a:xfrm>
              <a:custGeom>
                <a:avLst/>
                <a:gdLst>
                  <a:gd name="connsiteX0" fmla="*/ 362255 w 362254"/>
                  <a:gd name="connsiteY0" fmla="*/ 181127 h 362254"/>
                  <a:gd name="connsiteX1" fmla="*/ 181127 w 362254"/>
                  <a:gd name="connsiteY1" fmla="*/ 362255 h 362254"/>
                  <a:gd name="connsiteX2" fmla="*/ 0 w 362254"/>
                  <a:gd name="connsiteY2" fmla="*/ 181127 h 362254"/>
                  <a:gd name="connsiteX3" fmla="*/ 181127 w 362254"/>
                  <a:gd name="connsiteY3" fmla="*/ 0 h 362254"/>
                  <a:gd name="connsiteX4" fmla="*/ 362255 w 362254"/>
                  <a:gd name="connsiteY4" fmla="*/ 181127 h 362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54" h="362254">
                    <a:moveTo>
                      <a:pt x="362255" y="181127"/>
                    </a:moveTo>
                    <a:cubicBezTo>
                      <a:pt x="362255" y="281161"/>
                      <a:pt x="281161" y="362255"/>
                      <a:pt x="181127" y="362255"/>
                    </a:cubicBezTo>
                    <a:cubicBezTo>
                      <a:pt x="81093" y="362255"/>
                      <a:pt x="0" y="281161"/>
                      <a:pt x="0" y="181127"/>
                    </a:cubicBezTo>
                    <a:cubicBezTo>
                      <a:pt x="0" y="81093"/>
                      <a:pt x="81093" y="0"/>
                      <a:pt x="181127" y="0"/>
                    </a:cubicBezTo>
                    <a:cubicBezTo>
                      <a:pt x="281161" y="0"/>
                      <a:pt x="362255" y="81094"/>
                      <a:pt x="362255" y="181127"/>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63" name="Freeform: Shape 262">
                <a:extLst>
                  <a:ext uri="{FF2B5EF4-FFF2-40B4-BE49-F238E27FC236}">
                    <a16:creationId xmlns:a16="http://schemas.microsoft.com/office/drawing/2014/main" id="{C5670D87-5DE1-A0CA-9C58-4345438A2A7D}"/>
                  </a:ext>
                </a:extLst>
              </p:cNvPr>
              <p:cNvSpPr/>
              <p:nvPr/>
            </p:nvSpPr>
            <p:spPr>
              <a:xfrm>
                <a:off x="-2837579" y="-711200"/>
                <a:ext cx="362254" cy="362254"/>
              </a:xfrm>
              <a:custGeom>
                <a:avLst/>
                <a:gdLst>
                  <a:gd name="connsiteX0" fmla="*/ 362255 w 362254"/>
                  <a:gd name="connsiteY0" fmla="*/ 181127 h 362254"/>
                  <a:gd name="connsiteX1" fmla="*/ 181127 w 362254"/>
                  <a:gd name="connsiteY1" fmla="*/ 362255 h 362254"/>
                  <a:gd name="connsiteX2" fmla="*/ 0 w 362254"/>
                  <a:gd name="connsiteY2" fmla="*/ 181127 h 362254"/>
                  <a:gd name="connsiteX3" fmla="*/ 181127 w 362254"/>
                  <a:gd name="connsiteY3" fmla="*/ 0 h 362254"/>
                  <a:gd name="connsiteX4" fmla="*/ 362255 w 362254"/>
                  <a:gd name="connsiteY4" fmla="*/ 181127 h 362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54" h="362254">
                    <a:moveTo>
                      <a:pt x="362255" y="181127"/>
                    </a:moveTo>
                    <a:cubicBezTo>
                      <a:pt x="362255" y="281161"/>
                      <a:pt x="281161" y="362255"/>
                      <a:pt x="181127" y="362255"/>
                    </a:cubicBezTo>
                    <a:cubicBezTo>
                      <a:pt x="81093" y="362255"/>
                      <a:pt x="0" y="281161"/>
                      <a:pt x="0" y="181127"/>
                    </a:cubicBezTo>
                    <a:cubicBezTo>
                      <a:pt x="0" y="81094"/>
                      <a:pt x="81093" y="0"/>
                      <a:pt x="181127" y="0"/>
                    </a:cubicBezTo>
                    <a:cubicBezTo>
                      <a:pt x="281161" y="0"/>
                      <a:pt x="362255" y="81094"/>
                      <a:pt x="362255" y="181127"/>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64" name="Freeform: Shape 263">
                <a:extLst>
                  <a:ext uri="{FF2B5EF4-FFF2-40B4-BE49-F238E27FC236}">
                    <a16:creationId xmlns:a16="http://schemas.microsoft.com/office/drawing/2014/main" id="{E86EFEBF-D2B6-2D9D-0CAF-85246323B593}"/>
                  </a:ext>
                </a:extLst>
              </p:cNvPr>
              <p:cNvSpPr/>
              <p:nvPr/>
            </p:nvSpPr>
            <p:spPr>
              <a:xfrm>
                <a:off x="-5094852" y="256330"/>
                <a:ext cx="1006678" cy="1006678"/>
              </a:xfrm>
              <a:custGeom>
                <a:avLst/>
                <a:gdLst>
                  <a:gd name="connsiteX0" fmla="*/ 1006678 w 1006678"/>
                  <a:gd name="connsiteY0" fmla="*/ 503339 h 1006678"/>
                  <a:gd name="connsiteX1" fmla="*/ 503339 w 1006678"/>
                  <a:gd name="connsiteY1" fmla="*/ 1006678 h 1006678"/>
                  <a:gd name="connsiteX2" fmla="*/ 0 w 1006678"/>
                  <a:gd name="connsiteY2" fmla="*/ 503339 h 1006678"/>
                  <a:gd name="connsiteX3" fmla="*/ 503339 w 1006678"/>
                  <a:gd name="connsiteY3" fmla="*/ 0 h 1006678"/>
                  <a:gd name="connsiteX4" fmla="*/ 1006678 w 1006678"/>
                  <a:gd name="connsiteY4" fmla="*/ 503339 h 1006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678" h="1006678">
                    <a:moveTo>
                      <a:pt x="1006678" y="503339"/>
                    </a:moveTo>
                    <a:cubicBezTo>
                      <a:pt x="1006678" y="781326"/>
                      <a:pt x="781326" y="1006678"/>
                      <a:pt x="503339" y="1006678"/>
                    </a:cubicBezTo>
                    <a:cubicBezTo>
                      <a:pt x="225353" y="1006678"/>
                      <a:pt x="0" y="781326"/>
                      <a:pt x="0" y="503339"/>
                    </a:cubicBezTo>
                    <a:cubicBezTo>
                      <a:pt x="0" y="225353"/>
                      <a:pt x="225353" y="0"/>
                      <a:pt x="503339" y="0"/>
                    </a:cubicBezTo>
                    <a:cubicBezTo>
                      <a:pt x="781326" y="0"/>
                      <a:pt x="1006678" y="225353"/>
                      <a:pt x="1006678" y="503339"/>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65" name="Freeform: Shape 264">
                <a:extLst>
                  <a:ext uri="{FF2B5EF4-FFF2-40B4-BE49-F238E27FC236}">
                    <a16:creationId xmlns:a16="http://schemas.microsoft.com/office/drawing/2014/main" id="{B6011EDC-606C-0D97-A980-B9DC65405368}"/>
                  </a:ext>
                </a:extLst>
              </p:cNvPr>
              <p:cNvSpPr/>
              <p:nvPr/>
            </p:nvSpPr>
            <p:spPr>
              <a:xfrm>
                <a:off x="-5094852" y="2191391"/>
                <a:ext cx="1006678" cy="1006678"/>
              </a:xfrm>
              <a:custGeom>
                <a:avLst/>
                <a:gdLst>
                  <a:gd name="connsiteX0" fmla="*/ 1006678 w 1006678"/>
                  <a:gd name="connsiteY0" fmla="*/ 503339 h 1006678"/>
                  <a:gd name="connsiteX1" fmla="*/ 503339 w 1006678"/>
                  <a:gd name="connsiteY1" fmla="*/ 1006678 h 1006678"/>
                  <a:gd name="connsiteX2" fmla="*/ 0 w 1006678"/>
                  <a:gd name="connsiteY2" fmla="*/ 503339 h 1006678"/>
                  <a:gd name="connsiteX3" fmla="*/ 503339 w 1006678"/>
                  <a:gd name="connsiteY3" fmla="*/ 0 h 1006678"/>
                  <a:gd name="connsiteX4" fmla="*/ 1006678 w 1006678"/>
                  <a:gd name="connsiteY4" fmla="*/ 503339 h 1006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678" h="1006678">
                    <a:moveTo>
                      <a:pt x="1006678" y="503339"/>
                    </a:moveTo>
                    <a:cubicBezTo>
                      <a:pt x="1006678" y="781326"/>
                      <a:pt x="781326" y="1006678"/>
                      <a:pt x="503339" y="1006678"/>
                    </a:cubicBezTo>
                    <a:cubicBezTo>
                      <a:pt x="225353" y="1006678"/>
                      <a:pt x="0" y="781326"/>
                      <a:pt x="0" y="503339"/>
                    </a:cubicBezTo>
                    <a:cubicBezTo>
                      <a:pt x="0" y="225353"/>
                      <a:pt x="225353" y="0"/>
                      <a:pt x="503339" y="0"/>
                    </a:cubicBezTo>
                    <a:cubicBezTo>
                      <a:pt x="781326" y="0"/>
                      <a:pt x="1006678" y="225353"/>
                      <a:pt x="1006678" y="503339"/>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66" name="Freeform: Shape 265">
                <a:extLst>
                  <a:ext uri="{FF2B5EF4-FFF2-40B4-BE49-F238E27FC236}">
                    <a16:creationId xmlns:a16="http://schemas.microsoft.com/office/drawing/2014/main" id="{830A4EB8-CF8A-97EE-9281-A545A1F0CC68}"/>
                  </a:ext>
                </a:extLst>
              </p:cNvPr>
              <p:cNvSpPr/>
              <p:nvPr/>
            </p:nvSpPr>
            <p:spPr>
              <a:xfrm>
                <a:off x="-1224730" y="1223860"/>
                <a:ext cx="1006678" cy="1006678"/>
              </a:xfrm>
              <a:custGeom>
                <a:avLst/>
                <a:gdLst>
                  <a:gd name="connsiteX0" fmla="*/ 1006678 w 1006678"/>
                  <a:gd name="connsiteY0" fmla="*/ 503339 h 1006678"/>
                  <a:gd name="connsiteX1" fmla="*/ 503339 w 1006678"/>
                  <a:gd name="connsiteY1" fmla="*/ 1006678 h 1006678"/>
                  <a:gd name="connsiteX2" fmla="*/ 0 w 1006678"/>
                  <a:gd name="connsiteY2" fmla="*/ 503339 h 1006678"/>
                  <a:gd name="connsiteX3" fmla="*/ 503339 w 1006678"/>
                  <a:gd name="connsiteY3" fmla="*/ 0 h 1006678"/>
                  <a:gd name="connsiteX4" fmla="*/ 1006678 w 1006678"/>
                  <a:gd name="connsiteY4" fmla="*/ 503339 h 1006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678" h="1006678">
                    <a:moveTo>
                      <a:pt x="1006678" y="503339"/>
                    </a:moveTo>
                    <a:cubicBezTo>
                      <a:pt x="1006678" y="781326"/>
                      <a:pt x="781326" y="1006678"/>
                      <a:pt x="503339" y="1006678"/>
                    </a:cubicBezTo>
                    <a:cubicBezTo>
                      <a:pt x="225353" y="1006678"/>
                      <a:pt x="0" y="781326"/>
                      <a:pt x="0" y="503339"/>
                    </a:cubicBezTo>
                    <a:cubicBezTo>
                      <a:pt x="0" y="225353"/>
                      <a:pt x="225353" y="0"/>
                      <a:pt x="503339" y="0"/>
                    </a:cubicBezTo>
                    <a:cubicBezTo>
                      <a:pt x="781326" y="0"/>
                      <a:pt x="1006678" y="225353"/>
                      <a:pt x="1006678" y="503339"/>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279" name="Group 278">
            <a:extLst>
              <a:ext uri="{FF2B5EF4-FFF2-40B4-BE49-F238E27FC236}">
                <a16:creationId xmlns:a16="http://schemas.microsoft.com/office/drawing/2014/main" id="{A616E429-83AC-E30B-C39F-9F05FF6A365C}"/>
              </a:ext>
            </a:extLst>
          </p:cNvPr>
          <p:cNvGrpSpPr/>
          <p:nvPr/>
        </p:nvGrpSpPr>
        <p:grpSpPr>
          <a:xfrm>
            <a:off x="5543031" y="1927878"/>
            <a:ext cx="1105938" cy="1105928"/>
            <a:chOff x="5543031" y="1927878"/>
            <a:chExt cx="1105938" cy="1105928"/>
          </a:xfrm>
        </p:grpSpPr>
        <p:grpSp>
          <p:nvGrpSpPr>
            <p:cNvPr id="147" name="Group 146">
              <a:extLst>
                <a:ext uri="{FF2B5EF4-FFF2-40B4-BE49-F238E27FC236}">
                  <a16:creationId xmlns:a16="http://schemas.microsoft.com/office/drawing/2014/main" id="{CE578061-54FB-2C87-4C50-94D1DEBCFF74}"/>
                </a:ext>
              </a:extLst>
            </p:cNvPr>
            <p:cNvGrpSpPr/>
            <p:nvPr/>
          </p:nvGrpSpPr>
          <p:grpSpPr>
            <a:xfrm>
              <a:off x="5543031" y="1927878"/>
              <a:ext cx="1105938" cy="1105928"/>
              <a:chOff x="7709989" y="1883478"/>
              <a:chExt cx="665418" cy="665412"/>
            </a:xfrm>
          </p:grpSpPr>
          <p:sp>
            <p:nvSpPr>
              <p:cNvPr id="162" name="Oval 34_1">
                <a:extLst>
                  <a:ext uri="{FF2B5EF4-FFF2-40B4-BE49-F238E27FC236}">
                    <a16:creationId xmlns:a16="http://schemas.microsoft.com/office/drawing/2014/main" id="{E86CE125-081E-00E4-BE6A-2A21A54140EC}"/>
                  </a:ext>
                </a:extLst>
              </p:cNvPr>
              <p:cNvSpPr/>
              <p:nvPr/>
            </p:nvSpPr>
            <p:spPr bwMode="auto">
              <a:xfrm>
                <a:off x="7709989" y="1883478"/>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63" name="Oval 162">
                <a:extLst>
                  <a:ext uri="{FF2B5EF4-FFF2-40B4-BE49-F238E27FC236}">
                    <a16:creationId xmlns:a16="http://schemas.microsoft.com/office/drawing/2014/main" id="{743CF7D2-66F7-1179-89C3-9B236A31A1F3}"/>
                  </a:ext>
                </a:extLst>
              </p:cNvPr>
              <p:cNvSpPr/>
              <p:nvPr/>
            </p:nvSpPr>
            <p:spPr bwMode="auto">
              <a:xfrm>
                <a:off x="7795471" y="1968959"/>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278" name="Group 277">
              <a:extLst>
                <a:ext uri="{FF2B5EF4-FFF2-40B4-BE49-F238E27FC236}">
                  <a16:creationId xmlns:a16="http://schemas.microsoft.com/office/drawing/2014/main" id="{A0360B17-4845-5A3A-DA32-1B6D567F106D}"/>
                </a:ext>
              </a:extLst>
            </p:cNvPr>
            <p:cNvGrpSpPr/>
            <p:nvPr/>
          </p:nvGrpSpPr>
          <p:grpSpPr>
            <a:xfrm>
              <a:off x="5867400" y="2252005"/>
              <a:ext cx="457200" cy="457674"/>
              <a:chOff x="-4934354" y="-461463"/>
              <a:chExt cx="4877485" cy="4882549"/>
            </a:xfrm>
          </p:grpSpPr>
          <p:sp>
            <p:nvSpPr>
              <p:cNvPr id="272" name="Freeform: Shape 271">
                <a:extLst>
                  <a:ext uri="{FF2B5EF4-FFF2-40B4-BE49-F238E27FC236}">
                    <a16:creationId xmlns:a16="http://schemas.microsoft.com/office/drawing/2014/main" id="{670A7603-3380-C7A1-468C-E2B971539FA5}"/>
                  </a:ext>
                </a:extLst>
              </p:cNvPr>
              <p:cNvSpPr/>
              <p:nvPr/>
            </p:nvSpPr>
            <p:spPr>
              <a:xfrm>
                <a:off x="-3168687" y="1302161"/>
                <a:ext cx="1347025" cy="1347025"/>
              </a:xfrm>
              <a:custGeom>
                <a:avLst/>
                <a:gdLst>
                  <a:gd name="connsiteX0" fmla="*/ 1347025 w 1347025"/>
                  <a:gd name="connsiteY0" fmla="*/ 673513 h 1347025"/>
                  <a:gd name="connsiteX1" fmla="*/ 673513 w 1347025"/>
                  <a:gd name="connsiteY1" fmla="*/ 1347025 h 1347025"/>
                  <a:gd name="connsiteX2" fmla="*/ 0 w 1347025"/>
                  <a:gd name="connsiteY2" fmla="*/ 673513 h 1347025"/>
                  <a:gd name="connsiteX3" fmla="*/ 673513 w 1347025"/>
                  <a:gd name="connsiteY3" fmla="*/ 0 h 1347025"/>
                  <a:gd name="connsiteX4" fmla="*/ 1347025 w 1347025"/>
                  <a:gd name="connsiteY4" fmla="*/ 673513 h 1347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025" h="1347025">
                    <a:moveTo>
                      <a:pt x="1347025" y="673513"/>
                    </a:moveTo>
                    <a:cubicBezTo>
                      <a:pt x="1347025" y="1045484"/>
                      <a:pt x="1045483" y="1347025"/>
                      <a:pt x="673513" y="1347025"/>
                    </a:cubicBezTo>
                    <a:cubicBezTo>
                      <a:pt x="301542" y="1347025"/>
                      <a:pt x="0" y="1045483"/>
                      <a:pt x="0" y="673513"/>
                    </a:cubicBezTo>
                    <a:cubicBezTo>
                      <a:pt x="0" y="301542"/>
                      <a:pt x="301542" y="0"/>
                      <a:pt x="673513" y="0"/>
                    </a:cubicBezTo>
                    <a:cubicBezTo>
                      <a:pt x="1045483" y="0"/>
                      <a:pt x="1347025" y="301542"/>
                      <a:pt x="1347025" y="673513"/>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73" name="Freeform: Shape 272">
                <a:extLst>
                  <a:ext uri="{FF2B5EF4-FFF2-40B4-BE49-F238E27FC236}">
                    <a16:creationId xmlns:a16="http://schemas.microsoft.com/office/drawing/2014/main" id="{C18AEB14-1DE0-20FC-710D-B95EBBE22105}"/>
                  </a:ext>
                </a:extLst>
              </p:cNvPr>
              <p:cNvSpPr/>
              <p:nvPr/>
            </p:nvSpPr>
            <p:spPr>
              <a:xfrm>
                <a:off x="-1680025" y="2101308"/>
                <a:ext cx="1623156" cy="1009306"/>
              </a:xfrm>
              <a:custGeom>
                <a:avLst/>
                <a:gdLst>
                  <a:gd name="connsiteX0" fmla="*/ 963930 w 1623156"/>
                  <a:gd name="connsiteY0" fmla="*/ 126111 h 1009306"/>
                  <a:gd name="connsiteX1" fmla="*/ 814388 w 1623156"/>
                  <a:gd name="connsiteY1" fmla="*/ 237172 h 1009306"/>
                  <a:gd name="connsiteX2" fmla="*/ 116681 w 1623156"/>
                  <a:gd name="connsiteY2" fmla="*/ 0 h 1009306"/>
                  <a:gd name="connsiteX3" fmla="*/ 0 w 1623156"/>
                  <a:gd name="connsiteY3" fmla="*/ 342900 h 1009306"/>
                  <a:gd name="connsiteX4" fmla="*/ 697992 w 1623156"/>
                  <a:gd name="connsiteY4" fmla="*/ 580168 h 1009306"/>
                  <a:gd name="connsiteX5" fmla="*/ 1194026 w 1623156"/>
                  <a:gd name="connsiteY5" fmla="*/ 1008031 h 1009306"/>
                  <a:gd name="connsiteX6" fmla="*/ 1621879 w 1623156"/>
                  <a:gd name="connsiteY6" fmla="*/ 511997 h 1009306"/>
                  <a:gd name="connsiteX7" fmla="*/ 1125855 w 1623156"/>
                  <a:gd name="connsiteY7" fmla="*/ 84134 h 1009306"/>
                  <a:gd name="connsiteX8" fmla="*/ 963930 w 1623156"/>
                  <a:gd name="connsiteY8" fmla="*/ 126397 h 1009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3156" h="1009306">
                    <a:moveTo>
                      <a:pt x="963930" y="126111"/>
                    </a:moveTo>
                    <a:cubicBezTo>
                      <a:pt x="907075" y="152610"/>
                      <a:pt x="856193" y="190395"/>
                      <a:pt x="814388" y="237172"/>
                    </a:cubicBezTo>
                    <a:lnTo>
                      <a:pt x="116681" y="0"/>
                    </a:lnTo>
                    <a:cubicBezTo>
                      <a:pt x="100527" y="120815"/>
                      <a:pt x="60884" y="237306"/>
                      <a:pt x="0" y="342900"/>
                    </a:cubicBezTo>
                    <a:lnTo>
                      <a:pt x="697992" y="580168"/>
                    </a:lnTo>
                    <a:cubicBezTo>
                      <a:pt x="716814" y="835295"/>
                      <a:pt x="938899" y="1026852"/>
                      <a:pt x="1194026" y="1008031"/>
                    </a:cubicBezTo>
                    <a:cubicBezTo>
                      <a:pt x="1449143" y="989200"/>
                      <a:pt x="1640710" y="767124"/>
                      <a:pt x="1621879" y="511997"/>
                    </a:cubicBezTo>
                    <a:cubicBezTo>
                      <a:pt x="1603058" y="256870"/>
                      <a:pt x="1380973" y="65313"/>
                      <a:pt x="1125855" y="84134"/>
                    </a:cubicBezTo>
                    <a:cubicBezTo>
                      <a:pt x="1069762" y="88278"/>
                      <a:pt x="1014889" y="102594"/>
                      <a:pt x="963930" y="126397"/>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74" name="Freeform: Shape 273">
                <a:extLst>
                  <a:ext uri="{FF2B5EF4-FFF2-40B4-BE49-F238E27FC236}">
                    <a16:creationId xmlns:a16="http://schemas.microsoft.com/office/drawing/2014/main" id="{935E6F76-BCF7-45F6-F303-045AAFF9FA9E}"/>
                  </a:ext>
                </a:extLst>
              </p:cNvPr>
              <p:cNvSpPr/>
              <p:nvPr/>
            </p:nvSpPr>
            <p:spPr>
              <a:xfrm>
                <a:off x="-4933422" y="-90111"/>
                <a:ext cx="1836553" cy="1624587"/>
              </a:xfrm>
              <a:custGeom>
                <a:avLst/>
                <a:gdLst>
                  <a:gd name="connsiteX0" fmla="*/ 659168 w 1836553"/>
                  <a:gd name="connsiteY0" fmla="*/ 882591 h 1624587"/>
                  <a:gd name="connsiteX1" fmla="*/ 680218 w 1836553"/>
                  <a:gd name="connsiteY1" fmla="*/ 872113 h 1624587"/>
                  <a:gd name="connsiteX2" fmla="*/ 1607953 w 1836553"/>
                  <a:gd name="connsiteY2" fmla="*/ 1624588 h 1624587"/>
                  <a:gd name="connsiteX3" fmla="*/ 1836553 w 1836553"/>
                  <a:gd name="connsiteY3" fmla="*/ 1343791 h 1624587"/>
                  <a:gd name="connsiteX4" fmla="*/ 908151 w 1836553"/>
                  <a:gd name="connsiteY4" fmla="*/ 590935 h 1624587"/>
                  <a:gd name="connsiteX5" fmla="*/ 590936 w 1836553"/>
                  <a:gd name="connsiteY5" fmla="*/ 18108 h 1624587"/>
                  <a:gd name="connsiteX6" fmla="*/ 18108 w 1836553"/>
                  <a:gd name="connsiteY6" fmla="*/ 335324 h 1624587"/>
                  <a:gd name="connsiteX7" fmla="*/ 335325 w 1836553"/>
                  <a:gd name="connsiteY7" fmla="*/ 908156 h 1624587"/>
                  <a:gd name="connsiteX8" fmla="*/ 659168 w 1836553"/>
                  <a:gd name="connsiteY8" fmla="*/ 882591 h 1624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6553" h="1624587">
                    <a:moveTo>
                      <a:pt x="659168" y="882591"/>
                    </a:moveTo>
                    <a:cubicBezTo>
                      <a:pt x="666312" y="879257"/>
                      <a:pt x="673360" y="875732"/>
                      <a:pt x="680218" y="872113"/>
                    </a:cubicBezTo>
                    <a:lnTo>
                      <a:pt x="1607953" y="1624588"/>
                    </a:lnTo>
                    <a:cubicBezTo>
                      <a:pt x="1665370" y="1517146"/>
                      <a:pt x="1742989" y="1421801"/>
                      <a:pt x="1836553" y="1343791"/>
                    </a:cubicBezTo>
                    <a:lnTo>
                      <a:pt x="908151" y="590935"/>
                    </a:lnTo>
                    <a:cubicBezTo>
                      <a:pt x="978741" y="345157"/>
                      <a:pt x="836714" y="88693"/>
                      <a:pt x="590936" y="18108"/>
                    </a:cubicBezTo>
                    <a:cubicBezTo>
                      <a:pt x="345156" y="-52477"/>
                      <a:pt x="88693" y="89546"/>
                      <a:pt x="18108" y="335324"/>
                    </a:cubicBezTo>
                    <a:cubicBezTo>
                      <a:pt x="-52477" y="581105"/>
                      <a:pt x="89546" y="837566"/>
                      <a:pt x="335325" y="908156"/>
                    </a:cubicBezTo>
                    <a:cubicBezTo>
                      <a:pt x="442816" y="939026"/>
                      <a:pt x="557850" y="929939"/>
                      <a:pt x="659168" y="882591"/>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75" name="Freeform: Shape 274">
                <a:extLst>
                  <a:ext uri="{FF2B5EF4-FFF2-40B4-BE49-F238E27FC236}">
                    <a16:creationId xmlns:a16="http://schemas.microsoft.com/office/drawing/2014/main" id="{1F7D0CC9-D689-6F8B-4130-555CF27799C0}"/>
                  </a:ext>
                </a:extLst>
              </p:cNvPr>
              <p:cNvSpPr/>
              <p:nvPr/>
            </p:nvSpPr>
            <p:spPr>
              <a:xfrm>
                <a:off x="-2428888" y="2793204"/>
                <a:ext cx="1122634" cy="1621724"/>
              </a:xfrm>
              <a:custGeom>
                <a:avLst/>
                <a:gdLst>
                  <a:gd name="connsiteX0" fmla="*/ 564554 w 1122634"/>
                  <a:gd name="connsiteY0" fmla="*/ 499110 h 1621724"/>
                  <a:gd name="connsiteX1" fmla="*/ 397676 w 1122634"/>
                  <a:gd name="connsiteY1" fmla="*/ 0 h 1621724"/>
                  <a:gd name="connsiteX2" fmla="*/ 54776 w 1122634"/>
                  <a:gd name="connsiteY2" fmla="*/ 114967 h 1621724"/>
                  <a:gd name="connsiteX3" fmla="*/ 221463 w 1122634"/>
                  <a:gd name="connsiteY3" fmla="*/ 613791 h 1621724"/>
                  <a:gd name="connsiteX4" fmla="*/ 194317 w 1122634"/>
                  <a:gd name="connsiteY4" fmla="*/ 635699 h 1621724"/>
                  <a:gd name="connsiteX5" fmla="*/ 136605 w 1122634"/>
                  <a:gd name="connsiteY5" fmla="*/ 1427407 h 1621724"/>
                  <a:gd name="connsiteX6" fmla="*/ 928314 w 1122634"/>
                  <a:gd name="connsiteY6" fmla="*/ 1485119 h 1621724"/>
                  <a:gd name="connsiteX7" fmla="*/ 986026 w 1122634"/>
                  <a:gd name="connsiteY7" fmla="*/ 693411 h 1621724"/>
                  <a:gd name="connsiteX8" fmla="*/ 564840 w 1122634"/>
                  <a:gd name="connsiteY8" fmla="*/ 499110 h 1621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2634" h="1621724">
                    <a:moveTo>
                      <a:pt x="564554" y="499110"/>
                    </a:moveTo>
                    <a:lnTo>
                      <a:pt x="397676" y="0"/>
                    </a:lnTo>
                    <a:cubicBezTo>
                      <a:pt x="291977" y="60331"/>
                      <a:pt x="175486" y="99384"/>
                      <a:pt x="54776" y="114967"/>
                    </a:cubicBezTo>
                    <a:lnTo>
                      <a:pt x="221463" y="613791"/>
                    </a:lnTo>
                    <a:cubicBezTo>
                      <a:pt x="211938" y="620840"/>
                      <a:pt x="203176" y="628079"/>
                      <a:pt x="194317" y="635699"/>
                    </a:cubicBezTo>
                    <a:cubicBezTo>
                      <a:pt x="-40245" y="838391"/>
                      <a:pt x="-66077" y="1192844"/>
                      <a:pt x="136605" y="1427407"/>
                    </a:cubicBezTo>
                    <a:cubicBezTo>
                      <a:pt x="339297" y="1661970"/>
                      <a:pt x="693761" y="1687801"/>
                      <a:pt x="928314" y="1485119"/>
                    </a:cubicBezTo>
                    <a:cubicBezTo>
                      <a:pt x="1162876" y="1282427"/>
                      <a:pt x="1188718" y="927964"/>
                      <a:pt x="986026" y="693411"/>
                    </a:cubicBezTo>
                    <a:cubicBezTo>
                      <a:pt x="880203" y="570948"/>
                      <a:pt x="726679" y="500129"/>
                      <a:pt x="564840" y="499110"/>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76" name="Freeform: Shape 275">
                <a:extLst>
                  <a:ext uri="{FF2B5EF4-FFF2-40B4-BE49-F238E27FC236}">
                    <a16:creationId xmlns:a16="http://schemas.microsoft.com/office/drawing/2014/main" id="{A7C14089-B03A-16A3-4F26-235640472224}"/>
                  </a:ext>
                </a:extLst>
              </p:cNvPr>
              <p:cNvSpPr/>
              <p:nvPr/>
            </p:nvSpPr>
            <p:spPr>
              <a:xfrm>
                <a:off x="-1971300" y="-461463"/>
                <a:ext cx="1913641" cy="1913262"/>
              </a:xfrm>
              <a:custGeom>
                <a:avLst/>
                <a:gdLst>
                  <a:gd name="connsiteX0" fmla="*/ 256318 w 1913641"/>
                  <a:gd name="connsiteY0" fmla="*/ 1913262 h 1913262"/>
                  <a:gd name="connsiteX1" fmla="*/ 1119949 w 1913641"/>
                  <a:gd name="connsiteY1" fmla="*/ 1049631 h 1913262"/>
                  <a:gd name="connsiteX2" fmla="*/ 1858118 w 1913641"/>
                  <a:gd name="connsiteY2" fmla="*/ 793694 h 1913262"/>
                  <a:gd name="connsiteX3" fmla="*/ 1602181 w 1913641"/>
                  <a:gd name="connsiteY3" fmla="*/ 55521 h 1913262"/>
                  <a:gd name="connsiteX4" fmla="*/ 864013 w 1913641"/>
                  <a:gd name="connsiteY4" fmla="*/ 311458 h 1913262"/>
                  <a:gd name="connsiteX5" fmla="*/ 864013 w 1913641"/>
                  <a:gd name="connsiteY5" fmla="*/ 793694 h 1913262"/>
                  <a:gd name="connsiteX6" fmla="*/ 0 w 1913641"/>
                  <a:gd name="connsiteY6" fmla="*/ 1656945 h 1913262"/>
                  <a:gd name="connsiteX7" fmla="*/ 256318 w 1913641"/>
                  <a:gd name="connsiteY7" fmla="*/ 1913262 h 1913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3641" h="1913262">
                    <a:moveTo>
                      <a:pt x="256318" y="1913262"/>
                    </a:moveTo>
                    <a:lnTo>
                      <a:pt x="1119949" y="1049631"/>
                    </a:lnTo>
                    <a:cubicBezTo>
                      <a:pt x="1394470" y="1182800"/>
                      <a:pt x="1724958" y="1068214"/>
                      <a:pt x="1858118" y="793694"/>
                    </a:cubicBezTo>
                    <a:cubicBezTo>
                      <a:pt x="1991287" y="519179"/>
                      <a:pt x="1876701" y="188687"/>
                      <a:pt x="1602181" y="55521"/>
                    </a:cubicBezTo>
                    <a:cubicBezTo>
                      <a:pt x="1327671" y="-77644"/>
                      <a:pt x="997182" y="36943"/>
                      <a:pt x="864013" y="311458"/>
                    </a:cubicBezTo>
                    <a:cubicBezTo>
                      <a:pt x="790156" y="463719"/>
                      <a:pt x="790156" y="641433"/>
                      <a:pt x="864013" y="793694"/>
                    </a:cubicBezTo>
                    <a:lnTo>
                      <a:pt x="0" y="1656945"/>
                    </a:lnTo>
                    <a:cubicBezTo>
                      <a:pt x="101127" y="1725106"/>
                      <a:pt x="188157" y="1812135"/>
                      <a:pt x="256318" y="1913262"/>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77" name="Freeform: Shape 276">
                <a:extLst>
                  <a:ext uri="{FF2B5EF4-FFF2-40B4-BE49-F238E27FC236}">
                    <a16:creationId xmlns:a16="http://schemas.microsoft.com/office/drawing/2014/main" id="{95112485-018C-C924-1BA6-4E236A70F2A5}"/>
                  </a:ext>
                </a:extLst>
              </p:cNvPr>
              <p:cNvSpPr/>
              <p:nvPr/>
            </p:nvSpPr>
            <p:spPr>
              <a:xfrm>
                <a:off x="-4934354" y="2501168"/>
                <a:ext cx="1916257" cy="1919918"/>
              </a:xfrm>
              <a:custGeom>
                <a:avLst/>
                <a:gdLst>
                  <a:gd name="connsiteX0" fmla="*/ 1659844 w 1916257"/>
                  <a:gd name="connsiteY0" fmla="*/ 0 h 1919918"/>
                  <a:gd name="connsiteX1" fmla="*/ 709535 w 1916257"/>
                  <a:gd name="connsiteY1" fmla="*/ 953452 h 1919918"/>
                  <a:gd name="connsiteX2" fmla="*/ 43439 w 1916257"/>
                  <a:gd name="connsiteY2" fmla="*/ 1210380 h 1919918"/>
                  <a:gd name="connsiteX3" fmla="*/ 300368 w 1916257"/>
                  <a:gd name="connsiteY3" fmla="*/ 1876482 h 1919918"/>
                  <a:gd name="connsiteX4" fmla="*/ 966462 w 1916257"/>
                  <a:gd name="connsiteY4" fmla="*/ 1619545 h 1919918"/>
                  <a:gd name="connsiteX5" fmla="*/ 965853 w 1916257"/>
                  <a:gd name="connsiteY5" fmla="*/ 1209008 h 1919918"/>
                  <a:gd name="connsiteX6" fmla="*/ 1916257 w 1916257"/>
                  <a:gd name="connsiteY6" fmla="*/ 255556 h 1919918"/>
                  <a:gd name="connsiteX7" fmla="*/ 1659844 w 1916257"/>
                  <a:gd name="connsiteY7" fmla="*/ 0 h 1919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6257" h="1919918">
                    <a:moveTo>
                      <a:pt x="1659844" y="0"/>
                    </a:moveTo>
                    <a:lnTo>
                      <a:pt x="709535" y="953452"/>
                    </a:lnTo>
                    <a:cubicBezTo>
                      <a:pt x="454649" y="840467"/>
                      <a:pt x="156428" y="955491"/>
                      <a:pt x="43439" y="1210380"/>
                    </a:cubicBezTo>
                    <a:cubicBezTo>
                      <a:pt x="-69550" y="1465269"/>
                      <a:pt x="45481" y="1763487"/>
                      <a:pt x="300368" y="1876482"/>
                    </a:cubicBezTo>
                    <a:cubicBezTo>
                      <a:pt x="555254" y="1989468"/>
                      <a:pt x="853476" y="1874434"/>
                      <a:pt x="966462" y="1619545"/>
                    </a:cubicBezTo>
                    <a:cubicBezTo>
                      <a:pt x="1024422" y="1488796"/>
                      <a:pt x="1024203" y="1339586"/>
                      <a:pt x="965853" y="1209008"/>
                    </a:cubicBezTo>
                    <a:lnTo>
                      <a:pt x="1916257" y="255556"/>
                    </a:lnTo>
                    <a:cubicBezTo>
                      <a:pt x="1815178" y="187623"/>
                      <a:pt x="1728119" y="100851"/>
                      <a:pt x="1659844" y="0"/>
                    </a:cubicBez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296" name="Group 295">
            <a:extLst>
              <a:ext uri="{FF2B5EF4-FFF2-40B4-BE49-F238E27FC236}">
                <a16:creationId xmlns:a16="http://schemas.microsoft.com/office/drawing/2014/main" id="{F17CE836-2D4F-BE68-6D17-936E21D6D8D8}"/>
              </a:ext>
            </a:extLst>
          </p:cNvPr>
          <p:cNvGrpSpPr/>
          <p:nvPr/>
        </p:nvGrpSpPr>
        <p:grpSpPr>
          <a:xfrm>
            <a:off x="9235253" y="1927878"/>
            <a:ext cx="1105938" cy="1105928"/>
            <a:chOff x="9235253" y="1927878"/>
            <a:chExt cx="1105938" cy="1105928"/>
          </a:xfrm>
        </p:grpSpPr>
        <p:grpSp>
          <p:nvGrpSpPr>
            <p:cNvPr id="188" name="Group 187">
              <a:extLst>
                <a:ext uri="{FF2B5EF4-FFF2-40B4-BE49-F238E27FC236}">
                  <a16:creationId xmlns:a16="http://schemas.microsoft.com/office/drawing/2014/main" id="{B0D7D598-14C4-67DB-7149-6D7D4916D8D7}"/>
                </a:ext>
              </a:extLst>
            </p:cNvPr>
            <p:cNvGrpSpPr/>
            <p:nvPr/>
          </p:nvGrpSpPr>
          <p:grpSpPr>
            <a:xfrm>
              <a:off x="9235253" y="1927878"/>
              <a:ext cx="1105938" cy="1105928"/>
              <a:chOff x="7709989" y="1883478"/>
              <a:chExt cx="665418" cy="665412"/>
            </a:xfrm>
          </p:grpSpPr>
          <p:sp>
            <p:nvSpPr>
              <p:cNvPr id="208" name="Oval 34_1">
                <a:extLst>
                  <a:ext uri="{FF2B5EF4-FFF2-40B4-BE49-F238E27FC236}">
                    <a16:creationId xmlns:a16="http://schemas.microsoft.com/office/drawing/2014/main" id="{0CB4F81D-AC34-3BC1-6BDE-D821DBEF432B}"/>
                  </a:ext>
                </a:extLst>
              </p:cNvPr>
              <p:cNvSpPr/>
              <p:nvPr/>
            </p:nvSpPr>
            <p:spPr bwMode="auto">
              <a:xfrm>
                <a:off x="7709989" y="1883478"/>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209" name="Oval 208">
                <a:extLst>
                  <a:ext uri="{FF2B5EF4-FFF2-40B4-BE49-F238E27FC236}">
                    <a16:creationId xmlns:a16="http://schemas.microsoft.com/office/drawing/2014/main" id="{9B1162E4-0DB7-3C2F-7728-3B6D603D8847}"/>
                  </a:ext>
                </a:extLst>
              </p:cNvPr>
              <p:cNvSpPr/>
              <p:nvPr/>
            </p:nvSpPr>
            <p:spPr bwMode="auto">
              <a:xfrm>
                <a:off x="7795471" y="1968959"/>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295" name="Group 294">
              <a:extLst>
                <a:ext uri="{FF2B5EF4-FFF2-40B4-BE49-F238E27FC236}">
                  <a16:creationId xmlns:a16="http://schemas.microsoft.com/office/drawing/2014/main" id="{563DBF67-0510-B6F4-49C8-16412065E899}"/>
                </a:ext>
              </a:extLst>
            </p:cNvPr>
            <p:cNvGrpSpPr/>
            <p:nvPr/>
          </p:nvGrpSpPr>
          <p:grpSpPr>
            <a:xfrm>
              <a:off x="9518462" y="2256584"/>
              <a:ext cx="539522" cy="448516"/>
              <a:chOff x="-7988073" y="864036"/>
              <a:chExt cx="4693204" cy="3901560"/>
            </a:xfrm>
          </p:grpSpPr>
          <p:sp>
            <p:nvSpPr>
              <p:cNvPr id="294" name="Freeform: Shape 293">
                <a:extLst>
                  <a:ext uri="{FF2B5EF4-FFF2-40B4-BE49-F238E27FC236}">
                    <a16:creationId xmlns:a16="http://schemas.microsoft.com/office/drawing/2014/main" id="{6ED6F92F-EAAF-4CA9-6DD6-81405C318214}"/>
                  </a:ext>
                </a:extLst>
              </p:cNvPr>
              <p:cNvSpPr/>
              <p:nvPr/>
            </p:nvSpPr>
            <p:spPr>
              <a:xfrm>
                <a:off x="-7988073" y="1685925"/>
                <a:ext cx="4693204" cy="3079671"/>
              </a:xfrm>
              <a:custGeom>
                <a:avLst/>
                <a:gdLst>
                  <a:gd name="connsiteX0" fmla="*/ 2815244 w 4693204"/>
                  <a:gd name="connsiteY0" fmla="*/ 1616631 h 3079671"/>
                  <a:gd name="connsiteX1" fmla="*/ 2763520 w 4693204"/>
                  <a:gd name="connsiteY1" fmla="*/ 1668355 h 3079671"/>
                  <a:gd name="connsiteX2" fmla="*/ 2763520 w 4693204"/>
                  <a:gd name="connsiteY2" fmla="*/ 2695439 h 3079671"/>
                  <a:gd name="connsiteX3" fmla="*/ 4418677 w 4693204"/>
                  <a:gd name="connsiteY3" fmla="*/ 2695439 h 3079671"/>
                  <a:gd name="connsiteX4" fmla="*/ 4426066 w 4693204"/>
                  <a:gd name="connsiteY4" fmla="*/ 2695439 h 3079671"/>
                  <a:gd name="connsiteX5" fmla="*/ 4426066 w 4693204"/>
                  <a:gd name="connsiteY5" fmla="*/ 1668355 h 3079671"/>
                  <a:gd name="connsiteX6" fmla="*/ 4374342 w 4693204"/>
                  <a:gd name="connsiteY6" fmla="*/ 1616631 h 3079671"/>
                  <a:gd name="connsiteX7" fmla="*/ 339898 w 4693204"/>
                  <a:gd name="connsiteY7" fmla="*/ 1616631 h 3079671"/>
                  <a:gd name="connsiteX8" fmla="*/ 288175 w 4693204"/>
                  <a:gd name="connsiteY8" fmla="*/ 1668355 h 3079671"/>
                  <a:gd name="connsiteX9" fmla="*/ 288175 w 4693204"/>
                  <a:gd name="connsiteY9" fmla="*/ 2695439 h 3079671"/>
                  <a:gd name="connsiteX10" fmla="*/ 1928553 w 4693204"/>
                  <a:gd name="connsiteY10" fmla="*/ 2695439 h 3079671"/>
                  <a:gd name="connsiteX11" fmla="*/ 1928553 w 4693204"/>
                  <a:gd name="connsiteY11" fmla="*/ 1675744 h 3079671"/>
                  <a:gd name="connsiteX12" fmla="*/ 1876829 w 4693204"/>
                  <a:gd name="connsiteY12" fmla="*/ 1624020 h 3079671"/>
                  <a:gd name="connsiteX13" fmla="*/ 1876829 w 4693204"/>
                  <a:gd name="connsiteY13" fmla="*/ 1616631 h 3079671"/>
                  <a:gd name="connsiteX14" fmla="*/ 2270402 w 4693204"/>
                  <a:gd name="connsiteY14" fmla="*/ 0 h 3079671"/>
                  <a:gd name="connsiteX15" fmla="*/ 2422802 w 4693204"/>
                  <a:gd name="connsiteY15" fmla="*/ 0 h 3079671"/>
                  <a:gd name="connsiteX16" fmla="*/ 2422802 w 4693204"/>
                  <a:gd name="connsiteY16" fmla="*/ 206375 h 3079671"/>
                  <a:gd name="connsiteX17" fmla="*/ 2423622 w 4693204"/>
                  <a:gd name="connsiteY17" fmla="*/ 206375 h 3079671"/>
                  <a:gd name="connsiteX18" fmla="*/ 2423622 w 4693204"/>
                  <a:gd name="connsiteY18" fmla="*/ 426988 h 3079671"/>
                  <a:gd name="connsiteX19" fmla="*/ 2608349 w 4693204"/>
                  <a:gd name="connsiteY19" fmla="*/ 611715 h 3079671"/>
                  <a:gd name="connsiteX20" fmla="*/ 3554153 w 4693204"/>
                  <a:gd name="connsiteY20" fmla="*/ 611715 h 3079671"/>
                  <a:gd name="connsiteX21" fmla="*/ 3628044 w 4693204"/>
                  <a:gd name="connsiteY21" fmla="*/ 685606 h 3079671"/>
                  <a:gd name="connsiteX22" fmla="*/ 3628044 w 4693204"/>
                  <a:gd name="connsiteY22" fmla="*/ 1468850 h 3079671"/>
                  <a:gd name="connsiteX23" fmla="*/ 4366953 w 4693204"/>
                  <a:gd name="connsiteY23" fmla="*/ 1468850 h 3079671"/>
                  <a:gd name="connsiteX24" fmla="*/ 4566458 w 4693204"/>
                  <a:gd name="connsiteY24" fmla="*/ 1668355 h 3079671"/>
                  <a:gd name="connsiteX25" fmla="*/ 4566458 w 4693204"/>
                  <a:gd name="connsiteY25" fmla="*/ 2695439 h 3079671"/>
                  <a:gd name="connsiteX26" fmla="*/ 4625571 w 4693204"/>
                  <a:gd name="connsiteY26" fmla="*/ 2695439 h 3079671"/>
                  <a:gd name="connsiteX27" fmla="*/ 4692073 w 4693204"/>
                  <a:gd name="connsiteY27" fmla="*/ 2761941 h 3079671"/>
                  <a:gd name="connsiteX28" fmla="*/ 4692073 w 4693204"/>
                  <a:gd name="connsiteY28" fmla="*/ 2769330 h 3079671"/>
                  <a:gd name="connsiteX29" fmla="*/ 4389120 w 4693204"/>
                  <a:gd name="connsiteY29" fmla="*/ 3072282 h 3079671"/>
                  <a:gd name="connsiteX30" fmla="*/ 2778298 w 4693204"/>
                  <a:gd name="connsiteY30" fmla="*/ 3072282 h 3079671"/>
                  <a:gd name="connsiteX31" fmla="*/ 2475346 w 4693204"/>
                  <a:gd name="connsiteY31" fmla="*/ 2769330 h 3079671"/>
                  <a:gd name="connsiteX32" fmla="*/ 2475346 w 4693204"/>
                  <a:gd name="connsiteY32" fmla="*/ 2761941 h 3079671"/>
                  <a:gd name="connsiteX33" fmla="*/ 2549237 w 4693204"/>
                  <a:gd name="connsiteY33" fmla="*/ 2688050 h 3079671"/>
                  <a:gd name="connsiteX34" fmla="*/ 2608349 w 4693204"/>
                  <a:gd name="connsiteY34" fmla="*/ 2688050 h 3079671"/>
                  <a:gd name="connsiteX35" fmla="*/ 2608349 w 4693204"/>
                  <a:gd name="connsiteY35" fmla="*/ 1668355 h 3079671"/>
                  <a:gd name="connsiteX36" fmla="*/ 2807855 w 4693204"/>
                  <a:gd name="connsiteY36" fmla="*/ 1468850 h 3079671"/>
                  <a:gd name="connsiteX37" fmla="*/ 3472873 w 4693204"/>
                  <a:gd name="connsiteY37" fmla="*/ 1468850 h 3079671"/>
                  <a:gd name="connsiteX38" fmla="*/ 3472873 w 4693204"/>
                  <a:gd name="connsiteY38" fmla="*/ 752108 h 3079671"/>
                  <a:gd name="connsiteX39" fmla="*/ 2600960 w 4693204"/>
                  <a:gd name="connsiteY39" fmla="*/ 752108 h 3079671"/>
                  <a:gd name="connsiteX40" fmla="*/ 2342342 w 4693204"/>
                  <a:gd name="connsiteY40" fmla="*/ 944224 h 3079671"/>
                  <a:gd name="connsiteX41" fmla="*/ 2083724 w 4693204"/>
                  <a:gd name="connsiteY41" fmla="*/ 752108 h 3079671"/>
                  <a:gd name="connsiteX42" fmla="*/ 1211811 w 4693204"/>
                  <a:gd name="connsiteY42" fmla="*/ 752108 h 3079671"/>
                  <a:gd name="connsiteX43" fmla="*/ 1211811 w 4693204"/>
                  <a:gd name="connsiteY43" fmla="*/ 1468850 h 3079671"/>
                  <a:gd name="connsiteX44" fmla="*/ 1869440 w 4693204"/>
                  <a:gd name="connsiteY44" fmla="*/ 1468850 h 3079671"/>
                  <a:gd name="connsiteX45" fmla="*/ 2068946 w 4693204"/>
                  <a:gd name="connsiteY45" fmla="*/ 1668355 h 3079671"/>
                  <a:gd name="connsiteX46" fmla="*/ 2068946 w 4693204"/>
                  <a:gd name="connsiteY46" fmla="*/ 2695439 h 3079671"/>
                  <a:gd name="connsiteX47" fmla="*/ 2135447 w 4693204"/>
                  <a:gd name="connsiteY47" fmla="*/ 2695439 h 3079671"/>
                  <a:gd name="connsiteX48" fmla="*/ 2209338 w 4693204"/>
                  <a:gd name="connsiteY48" fmla="*/ 2769330 h 3079671"/>
                  <a:gd name="connsiteX49" fmla="*/ 2209338 w 4693204"/>
                  <a:gd name="connsiteY49" fmla="*/ 2776719 h 3079671"/>
                  <a:gd name="connsiteX50" fmla="*/ 1906386 w 4693204"/>
                  <a:gd name="connsiteY50" fmla="*/ 3079671 h 3079671"/>
                  <a:gd name="connsiteX51" fmla="*/ 302953 w 4693204"/>
                  <a:gd name="connsiteY51" fmla="*/ 3079671 h 3079671"/>
                  <a:gd name="connsiteX52" fmla="*/ 0 w 4693204"/>
                  <a:gd name="connsiteY52" fmla="*/ 2784108 h 3079671"/>
                  <a:gd name="connsiteX53" fmla="*/ 0 w 4693204"/>
                  <a:gd name="connsiteY53" fmla="*/ 2776719 h 3079671"/>
                  <a:gd name="connsiteX54" fmla="*/ 73891 w 4693204"/>
                  <a:gd name="connsiteY54" fmla="*/ 2702828 h 3079671"/>
                  <a:gd name="connsiteX55" fmla="*/ 133004 w 4693204"/>
                  <a:gd name="connsiteY55" fmla="*/ 2702828 h 3079671"/>
                  <a:gd name="connsiteX56" fmla="*/ 133004 w 4693204"/>
                  <a:gd name="connsiteY56" fmla="*/ 1683133 h 3079671"/>
                  <a:gd name="connsiteX57" fmla="*/ 332509 w 4693204"/>
                  <a:gd name="connsiteY57" fmla="*/ 1483628 h 3079671"/>
                  <a:gd name="connsiteX58" fmla="*/ 1071418 w 4693204"/>
                  <a:gd name="connsiteY58" fmla="*/ 1483628 h 3079671"/>
                  <a:gd name="connsiteX59" fmla="*/ 1071418 w 4693204"/>
                  <a:gd name="connsiteY59" fmla="*/ 692995 h 3079671"/>
                  <a:gd name="connsiteX60" fmla="*/ 1145309 w 4693204"/>
                  <a:gd name="connsiteY60" fmla="*/ 619104 h 3079671"/>
                  <a:gd name="connsiteX61" fmla="*/ 2091113 w 4693204"/>
                  <a:gd name="connsiteY61" fmla="*/ 619104 h 3079671"/>
                  <a:gd name="connsiteX62" fmla="*/ 2213726 w 4693204"/>
                  <a:gd name="connsiteY62" fmla="*/ 460123 h 3079671"/>
                  <a:gd name="connsiteX63" fmla="*/ 2270402 w 4693204"/>
                  <a:gd name="connsiteY63" fmla="*/ 436631 h 307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693204" h="3079671">
                    <a:moveTo>
                      <a:pt x="2815244" y="1616631"/>
                    </a:moveTo>
                    <a:cubicBezTo>
                      <a:pt x="2785688" y="1616631"/>
                      <a:pt x="2763520" y="1638799"/>
                      <a:pt x="2763520" y="1668355"/>
                    </a:cubicBezTo>
                    <a:lnTo>
                      <a:pt x="2763520" y="2695439"/>
                    </a:lnTo>
                    <a:lnTo>
                      <a:pt x="4418677" y="2695439"/>
                    </a:lnTo>
                    <a:lnTo>
                      <a:pt x="4426066" y="2695439"/>
                    </a:lnTo>
                    <a:lnTo>
                      <a:pt x="4426066" y="1668355"/>
                    </a:lnTo>
                    <a:cubicBezTo>
                      <a:pt x="4426066" y="1638799"/>
                      <a:pt x="4403898" y="1616631"/>
                      <a:pt x="4374342" y="1616631"/>
                    </a:cubicBezTo>
                    <a:close/>
                    <a:moveTo>
                      <a:pt x="339898" y="1616631"/>
                    </a:moveTo>
                    <a:cubicBezTo>
                      <a:pt x="310342" y="1616631"/>
                      <a:pt x="288175" y="1638799"/>
                      <a:pt x="288175" y="1668355"/>
                    </a:cubicBezTo>
                    <a:lnTo>
                      <a:pt x="288175" y="2695439"/>
                    </a:lnTo>
                    <a:lnTo>
                      <a:pt x="1928553" y="2695439"/>
                    </a:lnTo>
                    <a:lnTo>
                      <a:pt x="1928553" y="1675744"/>
                    </a:lnTo>
                    <a:cubicBezTo>
                      <a:pt x="1928553" y="1646188"/>
                      <a:pt x="1906386" y="1624020"/>
                      <a:pt x="1876829" y="1624020"/>
                    </a:cubicBezTo>
                    <a:lnTo>
                      <a:pt x="1876829" y="1616631"/>
                    </a:lnTo>
                    <a:close/>
                    <a:moveTo>
                      <a:pt x="2270402" y="0"/>
                    </a:moveTo>
                    <a:lnTo>
                      <a:pt x="2422802" y="0"/>
                    </a:lnTo>
                    <a:lnTo>
                      <a:pt x="2422802" y="206375"/>
                    </a:lnTo>
                    <a:lnTo>
                      <a:pt x="2423622" y="206375"/>
                    </a:lnTo>
                    <a:lnTo>
                      <a:pt x="2423622" y="426988"/>
                    </a:lnTo>
                    <a:cubicBezTo>
                      <a:pt x="2512291" y="456544"/>
                      <a:pt x="2578793" y="523046"/>
                      <a:pt x="2608349" y="611715"/>
                    </a:cubicBezTo>
                    <a:lnTo>
                      <a:pt x="3554153" y="611715"/>
                    </a:lnTo>
                    <a:cubicBezTo>
                      <a:pt x="3591098" y="611715"/>
                      <a:pt x="3628044" y="641271"/>
                      <a:pt x="3628044" y="685606"/>
                    </a:cubicBezTo>
                    <a:lnTo>
                      <a:pt x="3628044" y="1468850"/>
                    </a:lnTo>
                    <a:lnTo>
                      <a:pt x="4366953" y="1468850"/>
                    </a:lnTo>
                    <a:cubicBezTo>
                      <a:pt x="4477789" y="1468850"/>
                      <a:pt x="4566458" y="1557519"/>
                      <a:pt x="4566458" y="1668355"/>
                    </a:cubicBezTo>
                    <a:lnTo>
                      <a:pt x="4566458" y="2695439"/>
                    </a:lnTo>
                    <a:lnTo>
                      <a:pt x="4625571" y="2695439"/>
                    </a:lnTo>
                    <a:cubicBezTo>
                      <a:pt x="4669906" y="2695439"/>
                      <a:pt x="4699462" y="2724995"/>
                      <a:pt x="4692073" y="2761941"/>
                    </a:cubicBezTo>
                    <a:lnTo>
                      <a:pt x="4692073" y="2769330"/>
                    </a:lnTo>
                    <a:cubicBezTo>
                      <a:pt x="4692073" y="2939279"/>
                      <a:pt x="4559069" y="3072282"/>
                      <a:pt x="4389120" y="3072282"/>
                    </a:cubicBezTo>
                    <a:lnTo>
                      <a:pt x="2778298" y="3072282"/>
                    </a:lnTo>
                    <a:cubicBezTo>
                      <a:pt x="2608349" y="3072282"/>
                      <a:pt x="2475346" y="2939279"/>
                      <a:pt x="2475346" y="2769330"/>
                    </a:cubicBezTo>
                    <a:lnTo>
                      <a:pt x="2475346" y="2761941"/>
                    </a:lnTo>
                    <a:cubicBezTo>
                      <a:pt x="2475346" y="2717606"/>
                      <a:pt x="2504902" y="2688050"/>
                      <a:pt x="2549237" y="2688050"/>
                    </a:cubicBezTo>
                    <a:lnTo>
                      <a:pt x="2608349" y="2688050"/>
                    </a:lnTo>
                    <a:lnTo>
                      <a:pt x="2608349" y="1668355"/>
                    </a:lnTo>
                    <a:cubicBezTo>
                      <a:pt x="2608349" y="1557519"/>
                      <a:pt x="2697018" y="1468850"/>
                      <a:pt x="2807855" y="1468850"/>
                    </a:cubicBezTo>
                    <a:lnTo>
                      <a:pt x="3472873" y="1468850"/>
                    </a:lnTo>
                    <a:lnTo>
                      <a:pt x="3472873" y="752108"/>
                    </a:lnTo>
                    <a:lnTo>
                      <a:pt x="2600960" y="752108"/>
                    </a:lnTo>
                    <a:cubicBezTo>
                      <a:pt x="2564015" y="862944"/>
                      <a:pt x="2467956" y="944224"/>
                      <a:pt x="2342342" y="944224"/>
                    </a:cubicBezTo>
                    <a:cubicBezTo>
                      <a:pt x="2216727" y="944224"/>
                      <a:pt x="2113280" y="862944"/>
                      <a:pt x="2083724" y="752108"/>
                    </a:cubicBezTo>
                    <a:lnTo>
                      <a:pt x="1211811" y="752108"/>
                    </a:lnTo>
                    <a:lnTo>
                      <a:pt x="1211811" y="1468850"/>
                    </a:lnTo>
                    <a:lnTo>
                      <a:pt x="1869440" y="1468850"/>
                    </a:lnTo>
                    <a:cubicBezTo>
                      <a:pt x="1980276" y="1468850"/>
                      <a:pt x="2068946" y="1557519"/>
                      <a:pt x="2068946" y="1668355"/>
                    </a:cubicBezTo>
                    <a:lnTo>
                      <a:pt x="2068946" y="2695439"/>
                    </a:lnTo>
                    <a:lnTo>
                      <a:pt x="2135447" y="2695439"/>
                    </a:lnTo>
                    <a:cubicBezTo>
                      <a:pt x="2179782" y="2695439"/>
                      <a:pt x="2209338" y="2724995"/>
                      <a:pt x="2209338" y="2769330"/>
                    </a:cubicBezTo>
                    <a:lnTo>
                      <a:pt x="2209338" y="2776719"/>
                    </a:lnTo>
                    <a:cubicBezTo>
                      <a:pt x="2209338" y="2946668"/>
                      <a:pt x="2076335" y="3079671"/>
                      <a:pt x="1906386" y="3079671"/>
                    </a:cubicBezTo>
                    <a:lnTo>
                      <a:pt x="302953" y="3079671"/>
                    </a:lnTo>
                    <a:cubicBezTo>
                      <a:pt x="133004" y="3079671"/>
                      <a:pt x="0" y="2946668"/>
                      <a:pt x="0" y="2784108"/>
                    </a:cubicBezTo>
                    <a:lnTo>
                      <a:pt x="0" y="2776719"/>
                    </a:lnTo>
                    <a:cubicBezTo>
                      <a:pt x="0" y="2732384"/>
                      <a:pt x="29556" y="2702828"/>
                      <a:pt x="73891" y="2702828"/>
                    </a:cubicBezTo>
                    <a:lnTo>
                      <a:pt x="133004" y="2702828"/>
                    </a:lnTo>
                    <a:lnTo>
                      <a:pt x="133004" y="1683133"/>
                    </a:lnTo>
                    <a:cubicBezTo>
                      <a:pt x="133004" y="1572297"/>
                      <a:pt x="221673" y="1483628"/>
                      <a:pt x="332509" y="1483628"/>
                    </a:cubicBezTo>
                    <a:lnTo>
                      <a:pt x="1071418" y="1483628"/>
                    </a:lnTo>
                    <a:lnTo>
                      <a:pt x="1071418" y="692995"/>
                    </a:lnTo>
                    <a:cubicBezTo>
                      <a:pt x="1071418" y="648660"/>
                      <a:pt x="1100975" y="619104"/>
                      <a:pt x="1145309" y="619104"/>
                    </a:cubicBezTo>
                    <a:lnTo>
                      <a:pt x="2091113" y="619104"/>
                    </a:lnTo>
                    <a:cubicBezTo>
                      <a:pt x="2113280" y="552602"/>
                      <a:pt x="2156229" y="494413"/>
                      <a:pt x="2213726" y="460123"/>
                    </a:cubicBezTo>
                    <a:lnTo>
                      <a:pt x="2270402" y="436631"/>
                    </a:lnTo>
                    <a:close/>
                  </a:path>
                </a:pathLst>
              </a:custGeom>
              <a:solidFill>
                <a:srgbClr val="0078D4"/>
              </a:solidFill>
              <a:ln w="152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84" name="Freeform: Shape 283">
                <a:extLst>
                  <a:ext uri="{FF2B5EF4-FFF2-40B4-BE49-F238E27FC236}">
                    <a16:creationId xmlns:a16="http://schemas.microsoft.com/office/drawing/2014/main" id="{5BF3FBA0-60DF-B10D-32CD-B45FA1A9851E}"/>
                  </a:ext>
                </a:extLst>
              </p:cNvPr>
              <p:cNvSpPr/>
              <p:nvPr/>
            </p:nvSpPr>
            <p:spPr>
              <a:xfrm>
                <a:off x="-4241804" y="3768069"/>
                <a:ext cx="376843" cy="147781"/>
              </a:xfrm>
              <a:custGeom>
                <a:avLst/>
                <a:gdLst>
                  <a:gd name="connsiteX0" fmla="*/ 302953 w 376843"/>
                  <a:gd name="connsiteY0" fmla="*/ 0 h 147781"/>
                  <a:gd name="connsiteX1" fmla="*/ 73891 w 376843"/>
                  <a:gd name="connsiteY1" fmla="*/ 0 h 147781"/>
                  <a:gd name="connsiteX2" fmla="*/ 0 w 376843"/>
                  <a:gd name="connsiteY2" fmla="*/ 73891 h 147781"/>
                  <a:gd name="connsiteX3" fmla="*/ 73891 w 376843"/>
                  <a:gd name="connsiteY3" fmla="*/ 147782 h 147781"/>
                  <a:gd name="connsiteX4" fmla="*/ 302953 w 376843"/>
                  <a:gd name="connsiteY4" fmla="*/ 147782 h 147781"/>
                  <a:gd name="connsiteX5" fmla="*/ 376844 w 376843"/>
                  <a:gd name="connsiteY5" fmla="*/ 73891 h 147781"/>
                  <a:gd name="connsiteX6" fmla="*/ 302953 w 376843"/>
                  <a:gd name="connsiteY6" fmla="*/ 0 h 147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843" h="147781">
                    <a:moveTo>
                      <a:pt x="302953" y="0"/>
                    </a:moveTo>
                    <a:lnTo>
                      <a:pt x="73891" y="0"/>
                    </a:lnTo>
                    <a:cubicBezTo>
                      <a:pt x="29556" y="0"/>
                      <a:pt x="0" y="29556"/>
                      <a:pt x="0" y="73891"/>
                    </a:cubicBezTo>
                    <a:cubicBezTo>
                      <a:pt x="0" y="118225"/>
                      <a:pt x="29556" y="147782"/>
                      <a:pt x="73891" y="147782"/>
                    </a:cubicBezTo>
                    <a:lnTo>
                      <a:pt x="302953" y="147782"/>
                    </a:lnTo>
                    <a:cubicBezTo>
                      <a:pt x="347287" y="147782"/>
                      <a:pt x="376844" y="118225"/>
                      <a:pt x="376844" y="73891"/>
                    </a:cubicBezTo>
                    <a:cubicBezTo>
                      <a:pt x="376844" y="29556"/>
                      <a:pt x="339898" y="0"/>
                      <a:pt x="302953" y="0"/>
                    </a:cubicBezTo>
                    <a:close/>
                  </a:path>
                </a:pathLst>
              </a:custGeom>
              <a:solidFill>
                <a:srgbClr val="B85CBC"/>
              </a:solidFill>
              <a:ln w="738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85" name="Freeform: Shape 284">
                <a:extLst>
                  <a:ext uri="{FF2B5EF4-FFF2-40B4-BE49-F238E27FC236}">
                    <a16:creationId xmlns:a16="http://schemas.microsoft.com/office/drawing/2014/main" id="{3A92A76A-05C7-C9CA-5A16-C9DDD10BF063}"/>
                  </a:ext>
                </a:extLst>
              </p:cNvPr>
              <p:cNvSpPr/>
              <p:nvPr/>
            </p:nvSpPr>
            <p:spPr>
              <a:xfrm>
                <a:off x="-4928990" y="3768069"/>
                <a:ext cx="376843" cy="147781"/>
              </a:xfrm>
              <a:custGeom>
                <a:avLst/>
                <a:gdLst>
                  <a:gd name="connsiteX0" fmla="*/ 302953 w 376843"/>
                  <a:gd name="connsiteY0" fmla="*/ 0 h 147781"/>
                  <a:gd name="connsiteX1" fmla="*/ 73891 w 376843"/>
                  <a:gd name="connsiteY1" fmla="*/ 0 h 147781"/>
                  <a:gd name="connsiteX2" fmla="*/ 0 w 376843"/>
                  <a:gd name="connsiteY2" fmla="*/ 73891 h 147781"/>
                  <a:gd name="connsiteX3" fmla="*/ 73891 w 376843"/>
                  <a:gd name="connsiteY3" fmla="*/ 147782 h 147781"/>
                  <a:gd name="connsiteX4" fmla="*/ 302953 w 376843"/>
                  <a:gd name="connsiteY4" fmla="*/ 147782 h 147781"/>
                  <a:gd name="connsiteX5" fmla="*/ 376844 w 376843"/>
                  <a:gd name="connsiteY5" fmla="*/ 73891 h 147781"/>
                  <a:gd name="connsiteX6" fmla="*/ 302953 w 376843"/>
                  <a:gd name="connsiteY6" fmla="*/ 0 h 147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843" h="147781">
                    <a:moveTo>
                      <a:pt x="302953" y="0"/>
                    </a:moveTo>
                    <a:lnTo>
                      <a:pt x="73891" y="0"/>
                    </a:lnTo>
                    <a:cubicBezTo>
                      <a:pt x="29556" y="0"/>
                      <a:pt x="0" y="29556"/>
                      <a:pt x="0" y="73891"/>
                    </a:cubicBezTo>
                    <a:cubicBezTo>
                      <a:pt x="0" y="118225"/>
                      <a:pt x="29556" y="147782"/>
                      <a:pt x="73891" y="147782"/>
                    </a:cubicBezTo>
                    <a:lnTo>
                      <a:pt x="302953" y="147782"/>
                    </a:lnTo>
                    <a:cubicBezTo>
                      <a:pt x="347287" y="147782"/>
                      <a:pt x="376844" y="118225"/>
                      <a:pt x="376844" y="73891"/>
                    </a:cubicBezTo>
                    <a:cubicBezTo>
                      <a:pt x="376844" y="29556"/>
                      <a:pt x="347287" y="0"/>
                      <a:pt x="302953" y="0"/>
                    </a:cubicBezTo>
                    <a:close/>
                  </a:path>
                </a:pathLst>
              </a:custGeom>
              <a:solidFill>
                <a:srgbClr val="B85CBC"/>
              </a:solidFill>
              <a:ln w="738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86" name="Freeform: Shape 285">
                <a:extLst>
                  <a:ext uri="{FF2B5EF4-FFF2-40B4-BE49-F238E27FC236}">
                    <a16:creationId xmlns:a16="http://schemas.microsoft.com/office/drawing/2014/main" id="{E6FC3E52-A17E-7A2D-BE31-76B6DA54952B}"/>
                  </a:ext>
                </a:extLst>
              </p:cNvPr>
              <p:cNvSpPr/>
              <p:nvPr/>
            </p:nvSpPr>
            <p:spPr>
              <a:xfrm>
                <a:off x="-6724539" y="3768069"/>
                <a:ext cx="376843" cy="147781"/>
              </a:xfrm>
              <a:custGeom>
                <a:avLst/>
                <a:gdLst>
                  <a:gd name="connsiteX0" fmla="*/ 73891 w 376843"/>
                  <a:gd name="connsiteY0" fmla="*/ 147782 h 147781"/>
                  <a:gd name="connsiteX1" fmla="*/ 302953 w 376843"/>
                  <a:gd name="connsiteY1" fmla="*/ 147782 h 147781"/>
                  <a:gd name="connsiteX2" fmla="*/ 376844 w 376843"/>
                  <a:gd name="connsiteY2" fmla="*/ 73891 h 147781"/>
                  <a:gd name="connsiteX3" fmla="*/ 302953 w 376843"/>
                  <a:gd name="connsiteY3" fmla="*/ 0 h 147781"/>
                  <a:gd name="connsiteX4" fmla="*/ 73891 w 376843"/>
                  <a:gd name="connsiteY4" fmla="*/ 0 h 147781"/>
                  <a:gd name="connsiteX5" fmla="*/ 0 w 376843"/>
                  <a:gd name="connsiteY5" fmla="*/ 73891 h 147781"/>
                  <a:gd name="connsiteX6" fmla="*/ 73891 w 376843"/>
                  <a:gd name="connsiteY6" fmla="*/ 147782 h 147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843" h="147781">
                    <a:moveTo>
                      <a:pt x="73891" y="147782"/>
                    </a:moveTo>
                    <a:lnTo>
                      <a:pt x="302953" y="147782"/>
                    </a:lnTo>
                    <a:cubicBezTo>
                      <a:pt x="347287" y="147782"/>
                      <a:pt x="376844" y="118225"/>
                      <a:pt x="376844" y="73891"/>
                    </a:cubicBezTo>
                    <a:cubicBezTo>
                      <a:pt x="376844" y="29556"/>
                      <a:pt x="347287" y="0"/>
                      <a:pt x="302953" y="0"/>
                    </a:cubicBezTo>
                    <a:lnTo>
                      <a:pt x="73891" y="0"/>
                    </a:lnTo>
                    <a:cubicBezTo>
                      <a:pt x="29556" y="0"/>
                      <a:pt x="0" y="29556"/>
                      <a:pt x="0" y="73891"/>
                    </a:cubicBezTo>
                    <a:cubicBezTo>
                      <a:pt x="0" y="118225"/>
                      <a:pt x="29556" y="147782"/>
                      <a:pt x="73891" y="147782"/>
                    </a:cubicBezTo>
                    <a:close/>
                  </a:path>
                </a:pathLst>
              </a:custGeom>
              <a:solidFill>
                <a:srgbClr val="B85CBC"/>
              </a:solidFill>
              <a:ln w="738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87" name="Freeform: Shape 286">
                <a:extLst>
                  <a:ext uri="{FF2B5EF4-FFF2-40B4-BE49-F238E27FC236}">
                    <a16:creationId xmlns:a16="http://schemas.microsoft.com/office/drawing/2014/main" id="{91F6FFFE-9539-A615-1986-38FC3A775108}"/>
                  </a:ext>
                </a:extLst>
              </p:cNvPr>
              <p:cNvSpPr/>
              <p:nvPr/>
            </p:nvSpPr>
            <p:spPr>
              <a:xfrm>
                <a:off x="-7411724" y="3768069"/>
                <a:ext cx="376843" cy="147781"/>
              </a:xfrm>
              <a:custGeom>
                <a:avLst/>
                <a:gdLst>
                  <a:gd name="connsiteX0" fmla="*/ 73891 w 376843"/>
                  <a:gd name="connsiteY0" fmla="*/ 147782 h 147781"/>
                  <a:gd name="connsiteX1" fmla="*/ 302953 w 376843"/>
                  <a:gd name="connsiteY1" fmla="*/ 147782 h 147781"/>
                  <a:gd name="connsiteX2" fmla="*/ 376844 w 376843"/>
                  <a:gd name="connsiteY2" fmla="*/ 73891 h 147781"/>
                  <a:gd name="connsiteX3" fmla="*/ 302953 w 376843"/>
                  <a:gd name="connsiteY3" fmla="*/ 0 h 147781"/>
                  <a:gd name="connsiteX4" fmla="*/ 73891 w 376843"/>
                  <a:gd name="connsiteY4" fmla="*/ 0 h 147781"/>
                  <a:gd name="connsiteX5" fmla="*/ 0 w 376843"/>
                  <a:gd name="connsiteY5" fmla="*/ 73891 h 147781"/>
                  <a:gd name="connsiteX6" fmla="*/ 73891 w 376843"/>
                  <a:gd name="connsiteY6" fmla="*/ 147782 h 147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843" h="147781">
                    <a:moveTo>
                      <a:pt x="73891" y="147782"/>
                    </a:moveTo>
                    <a:lnTo>
                      <a:pt x="302953" y="147782"/>
                    </a:lnTo>
                    <a:cubicBezTo>
                      <a:pt x="347287" y="147782"/>
                      <a:pt x="376844" y="118225"/>
                      <a:pt x="376844" y="73891"/>
                    </a:cubicBezTo>
                    <a:cubicBezTo>
                      <a:pt x="376844" y="29556"/>
                      <a:pt x="347287" y="0"/>
                      <a:pt x="302953" y="0"/>
                    </a:cubicBezTo>
                    <a:lnTo>
                      <a:pt x="73891" y="0"/>
                    </a:lnTo>
                    <a:cubicBezTo>
                      <a:pt x="29556" y="0"/>
                      <a:pt x="0" y="29556"/>
                      <a:pt x="0" y="73891"/>
                    </a:cubicBezTo>
                    <a:cubicBezTo>
                      <a:pt x="0" y="118225"/>
                      <a:pt x="36945" y="147782"/>
                      <a:pt x="73891" y="147782"/>
                    </a:cubicBezTo>
                    <a:close/>
                  </a:path>
                </a:pathLst>
              </a:custGeom>
              <a:solidFill>
                <a:srgbClr val="B85CBC"/>
              </a:solidFill>
              <a:ln w="738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290" name="Graphic 289">
                <a:extLst>
                  <a:ext uri="{FF2B5EF4-FFF2-40B4-BE49-F238E27FC236}">
                    <a16:creationId xmlns:a16="http://schemas.microsoft.com/office/drawing/2014/main" id="{91EAED91-E38C-3399-3A07-9A2A8731529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66442" y="864036"/>
                <a:ext cx="1249942" cy="1249942"/>
              </a:xfrm>
              <a:prstGeom prst="rect">
                <a:avLst/>
              </a:prstGeom>
            </p:spPr>
          </p:pic>
        </p:grpSp>
      </p:grpSp>
    </p:spTree>
    <p:extLst>
      <p:ext uri="{BB962C8B-B14F-4D97-AF65-F5344CB8AC3E}">
        <p14:creationId xmlns:p14="http://schemas.microsoft.com/office/powerpoint/2010/main" val="120775567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221D468B-0777-1423-C956-2A9876A3D8B1}"/>
              </a:ext>
            </a:extLst>
          </p:cNvPr>
          <p:cNvSpPr>
            <a:spLocks noGrp="1"/>
          </p:cNvSpPr>
          <p:nvPr>
            <p:ph type="title"/>
          </p:nvPr>
        </p:nvSpPr>
        <p:spPr>
          <a:xfrm>
            <a:off x="584200" y="487681"/>
            <a:ext cx="11023600" cy="922020"/>
          </a:xfrm>
        </p:spPr>
        <p:txBody>
          <a:bodyPr/>
          <a:lstStyle/>
          <a:p>
            <a:r>
              <a:rPr lang="en-US"/>
              <a:t>Build a Complete, Current Org-wide API Inventory</a:t>
            </a:r>
          </a:p>
        </p:txBody>
      </p:sp>
      <p:sp>
        <p:nvSpPr>
          <p:cNvPr id="13" name="Rectangle: Rounded Corners 12">
            <a:extLst>
              <a:ext uri="{FF2B5EF4-FFF2-40B4-BE49-F238E27FC236}">
                <a16:creationId xmlns:a16="http://schemas.microsoft.com/office/drawing/2014/main" id="{999172DC-BBF1-E8A9-683F-347BB1AB085E}"/>
              </a:ext>
            </a:extLst>
          </p:cNvPr>
          <p:cNvSpPr/>
          <p:nvPr/>
        </p:nvSpPr>
        <p:spPr bwMode="auto">
          <a:xfrm>
            <a:off x="5166360" y="4696387"/>
            <a:ext cx="6441440" cy="1304364"/>
          </a:xfrm>
          <a:prstGeom prst="roundRect">
            <a:avLst>
              <a:gd name="adj" fmla="val 10000"/>
            </a:avLst>
          </a:prstGeom>
          <a:solidFill>
            <a:schemeClr val="tx1">
              <a:alpha val="66000"/>
            </a:schemeClr>
          </a:solidFill>
          <a:ln w="25400">
            <a:solidFill>
              <a:srgbClr val="B85CBC"/>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 name="Rounded Rectangle 16_1">
            <a:extLst>
              <a:ext uri="{FF2B5EF4-FFF2-40B4-BE49-F238E27FC236}">
                <a16:creationId xmlns:a16="http://schemas.microsoft.com/office/drawing/2014/main" id="{5963D90C-AD14-FF59-530A-28771C31AF76}"/>
              </a:ext>
            </a:extLst>
          </p:cNvPr>
          <p:cNvSpPr/>
          <p:nvPr/>
        </p:nvSpPr>
        <p:spPr bwMode="auto">
          <a:xfrm>
            <a:off x="5270500" y="4802390"/>
            <a:ext cx="6230754" cy="1092356"/>
          </a:xfrm>
          <a:prstGeom prst="roundRect">
            <a:avLst>
              <a:gd name="adj" fmla="val 10000"/>
            </a:avLst>
          </a:pr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21" name="Rectangle: Rounded Corners 20">
            <a:extLst>
              <a:ext uri="{FF2B5EF4-FFF2-40B4-BE49-F238E27FC236}">
                <a16:creationId xmlns:a16="http://schemas.microsoft.com/office/drawing/2014/main" id="{652E2042-4894-993A-072B-05A608251710}"/>
              </a:ext>
            </a:extLst>
          </p:cNvPr>
          <p:cNvSpPr/>
          <p:nvPr/>
        </p:nvSpPr>
        <p:spPr bwMode="auto">
          <a:xfrm>
            <a:off x="5166360" y="3147776"/>
            <a:ext cx="6441440" cy="1304364"/>
          </a:xfrm>
          <a:prstGeom prst="roundRect">
            <a:avLst>
              <a:gd name="adj" fmla="val 10000"/>
            </a:avLst>
          </a:pr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23" name="Rectangle: Rounded Corners 22">
            <a:extLst>
              <a:ext uri="{FF2B5EF4-FFF2-40B4-BE49-F238E27FC236}">
                <a16:creationId xmlns:a16="http://schemas.microsoft.com/office/drawing/2014/main" id="{FA3905C8-3DC4-8CC2-81CC-EB983C95660D}"/>
              </a:ext>
            </a:extLst>
          </p:cNvPr>
          <p:cNvSpPr/>
          <p:nvPr/>
        </p:nvSpPr>
        <p:spPr bwMode="auto">
          <a:xfrm>
            <a:off x="5166360" y="1599165"/>
            <a:ext cx="6441440" cy="1304364"/>
          </a:xfrm>
          <a:prstGeom prst="roundRect">
            <a:avLst>
              <a:gd name="adj" fmla="val 10000"/>
            </a:avLst>
          </a:pr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24" name="Rounded Rectangle 16_1">
            <a:extLst>
              <a:ext uri="{FF2B5EF4-FFF2-40B4-BE49-F238E27FC236}">
                <a16:creationId xmlns:a16="http://schemas.microsoft.com/office/drawing/2014/main" id="{B44AC0F9-F9F5-8E11-D325-B591132EA03C}"/>
              </a:ext>
            </a:extLst>
          </p:cNvPr>
          <p:cNvSpPr/>
          <p:nvPr/>
        </p:nvSpPr>
        <p:spPr bwMode="auto">
          <a:xfrm>
            <a:off x="5270500" y="1705168"/>
            <a:ext cx="6230754" cy="1092356"/>
          </a:xfrm>
          <a:prstGeom prst="roundRect">
            <a:avLst>
              <a:gd name="adj" fmla="val 10000"/>
            </a:avLst>
          </a:pr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pic>
        <p:nvPicPr>
          <p:cNvPr id="37" name="Graphic 36">
            <a:extLst>
              <a:ext uri="{FF2B5EF4-FFF2-40B4-BE49-F238E27FC236}">
                <a16:creationId xmlns:a16="http://schemas.microsoft.com/office/drawing/2014/main" id="{CB8DE037-124B-6CF7-AA06-3D9A32175136}"/>
              </a:ext>
            </a:extLst>
          </p:cNvPr>
          <p:cNvPicPr>
            <a:picLocks/>
          </p:cNvPicPr>
          <p:nvPr/>
        </p:nvPicPr>
        <p:blipFill rotWithShape="1">
          <a:blip>
            <a:extLst>
              <a:ext uri="{96DAC541-7B7A-43D3-8B79-37D633B846F1}">
                <asvg:svgBlip xmlns:asvg="http://schemas.microsoft.com/office/drawing/2016/SVG/main" r:embed="rId3"/>
              </a:ext>
            </a:extLst>
          </a:blip>
          <a:srcRect l="14209" t="1935" r="1935" b="1935"/>
          <a:stretch/>
        </p:blipFill>
        <p:spPr>
          <a:xfrm>
            <a:off x="0" y="2053590"/>
            <a:ext cx="3046790" cy="3492734"/>
          </a:xfrm>
          <a:prstGeom prst="rect">
            <a:avLst/>
          </a:prstGeom>
        </p:spPr>
      </p:pic>
      <p:pic>
        <p:nvPicPr>
          <p:cNvPr id="49" name="Graphic 48">
            <a:extLst>
              <a:ext uri="{FF2B5EF4-FFF2-40B4-BE49-F238E27FC236}">
                <a16:creationId xmlns:a16="http://schemas.microsoft.com/office/drawing/2014/main" id="{9DC88E9A-4D74-DC68-1EB7-B1F1B1BDE014}"/>
              </a:ext>
            </a:extLst>
          </p:cNvPr>
          <p:cNvPicPr>
            <a:picLocks noChangeAspect="1"/>
          </p:cNvPicPr>
          <p:nvPr/>
        </p:nvPicPr>
        <p:blipFill rotWithShape="1">
          <a:blip>
            <a:extLst>
              <a:ext uri="{96DAC541-7B7A-43D3-8B79-37D633B846F1}">
                <asvg:svgBlip xmlns:asvg="http://schemas.microsoft.com/office/drawing/2016/SVG/main" r:embed="rId4"/>
              </a:ext>
            </a:extLst>
          </a:blip>
          <a:srcRect l="22620"/>
          <a:stretch/>
        </p:blipFill>
        <p:spPr>
          <a:xfrm>
            <a:off x="-1" y="1309138"/>
            <a:ext cx="3836671" cy="4981640"/>
          </a:xfrm>
          <a:prstGeom prst="rect">
            <a:avLst/>
          </a:prstGeom>
        </p:spPr>
      </p:pic>
      <p:grpSp>
        <p:nvGrpSpPr>
          <p:cNvPr id="50" name="Group 49">
            <a:extLst>
              <a:ext uri="{FF2B5EF4-FFF2-40B4-BE49-F238E27FC236}">
                <a16:creationId xmlns:a16="http://schemas.microsoft.com/office/drawing/2014/main" id="{F43A255F-CD57-05A1-8FD8-23550CAA3248}"/>
              </a:ext>
            </a:extLst>
          </p:cNvPr>
          <p:cNvGrpSpPr/>
          <p:nvPr/>
        </p:nvGrpSpPr>
        <p:grpSpPr>
          <a:xfrm>
            <a:off x="1054295" y="3236999"/>
            <a:ext cx="624956" cy="624956"/>
            <a:chOff x="7827099" y="2497002"/>
            <a:chExt cx="1621700" cy="1621700"/>
          </a:xfrm>
        </p:grpSpPr>
        <p:sp>
          <p:nvSpPr>
            <p:cNvPr id="53" name="Oval 52">
              <a:extLst>
                <a:ext uri="{FF2B5EF4-FFF2-40B4-BE49-F238E27FC236}">
                  <a16:creationId xmlns:a16="http://schemas.microsoft.com/office/drawing/2014/main" id="{EE1FF3BD-CCFF-2F78-55AC-A5F9E0FC69DE}"/>
                </a:ext>
              </a:extLst>
            </p:cNvPr>
            <p:cNvSpPr/>
            <p:nvPr/>
          </p:nvSpPr>
          <p:spPr bwMode="auto">
            <a:xfrm flipH="1">
              <a:off x="7827099" y="2497002"/>
              <a:ext cx="1621700" cy="1621700"/>
            </a:xfrm>
            <a:prstGeom prst="ellipse">
              <a:avLst/>
            </a:prstGeom>
            <a:gradFill flip="none" rotWithShape="0">
              <a:gsLst>
                <a:gs pos="0">
                  <a:schemeClr val="accent5">
                    <a:lumMod val="75000"/>
                  </a:schemeClr>
                </a:gs>
                <a:gs pos="100000">
                  <a:srgbClr val="0078D4"/>
                </a:gs>
              </a:gsLst>
              <a:lin ang="1380000" scaled="0"/>
              <a:tileRect/>
            </a:gradFill>
            <a:ln>
              <a:noFill/>
              <a:headEnd type="none" w="med" len="med"/>
              <a:tailEnd type="none" w="med" len="med"/>
            </a:ln>
            <a:effectLst>
              <a:outerShdw blurRad="50800" dist="38100" dir="540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54" name="Oval 53">
              <a:extLst>
                <a:ext uri="{FF2B5EF4-FFF2-40B4-BE49-F238E27FC236}">
                  <a16:creationId xmlns:a16="http://schemas.microsoft.com/office/drawing/2014/main" id="{3F06E12B-48EA-D8C7-61AF-55E073ED1FF7}"/>
                </a:ext>
              </a:extLst>
            </p:cNvPr>
            <p:cNvSpPr/>
            <p:nvPr/>
          </p:nvSpPr>
          <p:spPr bwMode="auto">
            <a:xfrm flipH="1">
              <a:off x="7903107" y="2573009"/>
              <a:ext cx="1469684" cy="1469684"/>
            </a:xfrm>
            <a:prstGeom prst="ellipse">
              <a:avLst/>
            </a:prstGeom>
            <a:solidFill>
              <a:schemeClr val="tx1"/>
            </a:solidFill>
            <a:ln>
              <a:noFill/>
              <a:headEnd type="none" w="med" len="med"/>
              <a:tailEnd type="none" w="med" len="med"/>
            </a:ln>
            <a:effectLst>
              <a:outerShdw blurRad="88900" algn="ctr" rotWithShape="0">
                <a:prstClr val="black">
                  <a:alpha val="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55" name="Graphic 54">
              <a:extLst>
                <a:ext uri="{FF2B5EF4-FFF2-40B4-BE49-F238E27FC236}">
                  <a16:creationId xmlns:a16="http://schemas.microsoft.com/office/drawing/2014/main" id="{83995D4E-A931-2606-06A8-0335277200F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39527" y="2720565"/>
              <a:ext cx="1127360" cy="1127358"/>
            </a:xfrm>
            <a:prstGeom prst="rect">
              <a:avLst/>
            </a:prstGeom>
          </p:spPr>
        </p:pic>
      </p:grpSp>
      <p:sp>
        <p:nvSpPr>
          <p:cNvPr id="56" name="TextBox 55">
            <a:extLst>
              <a:ext uri="{FF2B5EF4-FFF2-40B4-BE49-F238E27FC236}">
                <a16:creationId xmlns:a16="http://schemas.microsoft.com/office/drawing/2014/main" id="{A7A84A8A-15E1-FD5F-1CE8-7A8770A81C8D}"/>
              </a:ext>
            </a:extLst>
          </p:cNvPr>
          <p:cNvSpPr txBox="1"/>
          <p:nvPr/>
        </p:nvSpPr>
        <p:spPr>
          <a:xfrm>
            <a:off x="476401" y="3991332"/>
            <a:ext cx="1780744" cy="276999"/>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rPr>
              <a:t>Azure API Center</a:t>
            </a:r>
          </a:p>
        </p:txBody>
      </p:sp>
      <p:grpSp>
        <p:nvGrpSpPr>
          <p:cNvPr id="63" name="Group 62">
            <a:extLst>
              <a:ext uri="{FF2B5EF4-FFF2-40B4-BE49-F238E27FC236}">
                <a16:creationId xmlns:a16="http://schemas.microsoft.com/office/drawing/2014/main" id="{3864C94A-1F06-FB1B-1174-BD0C5EA8810C}"/>
              </a:ext>
            </a:extLst>
          </p:cNvPr>
          <p:cNvGrpSpPr/>
          <p:nvPr/>
        </p:nvGrpSpPr>
        <p:grpSpPr>
          <a:xfrm>
            <a:off x="4652210" y="1734845"/>
            <a:ext cx="1033012" cy="1033002"/>
            <a:chOff x="1816229" y="2349032"/>
            <a:chExt cx="1105938" cy="1105928"/>
          </a:xfrm>
        </p:grpSpPr>
        <p:grpSp>
          <p:nvGrpSpPr>
            <p:cNvPr id="1088" name="Group 1087">
              <a:extLst>
                <a:ext uri="{FF2B5EF4-FFF2-40B4-BE49-F238E27FC236}">
                  <a16:creationId xmlns:a16="http://schemas.microsoft.com/office/drawing/2014/main" id="{ADC48462-71A5-DD39-7B33-265C401FA92F}"/>
                </a:ext>
              </a:extLst>
            </p:cNvPr>
            <p:cNvGrpSpPr/>
            <p:nvPr/>
          </p:nvGrpSpPr>
          <p:grpSpPr>
            <a:xfrm>
              <a:off x="1816229" y="2349032"/>
              <a:ext cx="1105938" cy="1105928"/>
              <a:chOff x="7709989" y="1883478"/>
              <a:chExt cx="665418" cy="665412"/>
            </a:xfrm>
          </p:grpSpPr>
          <p:sp>
            <p:nvSpPr>
              <p:cNvPr id="1095" name="Oval 34_1">
                <a:extLst>
                  <a:ext uri="{FF2B5EF4-FFF2-40B4-BE49-F238E27FC236}">
                    <a16:creationId xmlns:a16="http://schemas.microsoft.com/office/drawing/2014/main" id="{2440AF29-43DF-A803-5F09-4D5142DBF041}"/>
                  </a:ext>
                </a:extLst>
              </p:cNvPr>
              <p:cNvSpPr/>
              <p:nvPr/>
            </p:nvSpPr>
            <p:spPr bwMode="auto">
              <a:xfrm>
                <a:off x="7709989" y="1883478"/>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096" name="Oval 1095">
                <a:extLst>
                  <a:ext uri="{FF2B5EF4-FFF2-40B4-BE49-F238E27FC236}">
                    <a16:creationId xmlns:a16="http://schemas.microsoft.com/office/drawing/2014/main" id="{E1999708-CBD6-BC63-F054-4145E8FB4026}"/>
                  </a:ext>
                </a:extLst>
              </p:cNvPr>
              <p:cNvSpPr/>
              <p:nvPr/>
            </p:nvSpPr>
            <p:spPr bwMode="auto">
              <a:xfrm>
                <a:off x="7795471" y="1968959"/>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089" name="Group 1088">
              <a:extLst>
                <a:ext uri="{FF2B5EF4-FFF2-40B4-BE49-F238E27FC236}">
                  <a16:creationId xmlns:a16="http://schemas.microsoft.com/office/drawing/2014/main" id="{63C1E5E4-F91F-E653-677B-1101CC90B249}"/>
                </a:ext>
              </a:extLst>
            </p:cNvPr>
            <p:cNvGrpSpPr/>
            <p:nvPr/>
          </p:nvGrpSpPr>
          <p:grpSpPr>
            <a:xfrm>
              <a:off x="2138963" y="2671764"/>
              <a:ext cx="460470" cy="460466"/>
              <a:chOff x="-8058530" y="-310609"/>
              <a:chExt cx="4705351" cy="4705343"/>
            </a:xfrm>
          </p:grpSpPr>
          <p:sp>
            <p:nvSpPr>
              <p:cNvPr id="1090" name="Freeform: Shape 1089">
                <a:extLst>
                  <a:ext uri="{FF2B5EF4-FFF2-40B4-BE49-F238E27FC236}">
                    <a16:creationId xmlns:a16="http://schemas.microsoft.com/office/drawing/2014/main" id="{F40B0760-E0FE-D2BA-933B-E3909B8A65DE}"/>
                  </a:ext>
                </a:extLst>
              </p:cNvPr>
              <p:cNvSpPr/>
              <p:nvPr/>
            </p:nvSpPr>
            <p:spPr>
              <a:xfrm>
                <a:off x="-5719456" y="-310609"/>
                <a:ext cx="2366277" cy="2366286"/>
              </a:xfrm>
              <a:custGeom>
                <a:avLst/>
                <a:gdLst>
                  <a:gd name="connsiteX0" fmla="*/ 985705 w 2366277"/>
                  <a:gd name="connsiteY0" fmla="*/ 0 h 2366286"/>
                  <a:gd name="connsiteX1" fmla="*/ 1380583 w 2366277"/>
                  <a:gd name="connsiteY1" fmla="*/ 0 h 2366286"/>
                  <a:gd name="connsiteX2" fmla="*/ 1380583 w 2366277"/>
                  <a:gd name="connsiteY2" fmla="*/ 198120 h 2366286"/>
                  <a:gd name="connsiteX3" fmla="*/ 1739989 w 2366277"/>
                  <a:gd name="connsiteY3" fmla="*/ 347081 h 2366286"/>
                  <a:gd name="connsiteX4" fmla="*/ 1880150 w 2366277"/>
                  <a:gd name="connsiteY4" fmla="*/ 206921 h 2366286"/>
                  <a:gd name="connsiteX5" fmla="*/ 2159366 w 2366277"/>
                  <a:gd name="connsiteY5" fmla="*/ 486147 h 2366286"/>
                  <a:gd name="connsiteX6" fmla="*/ 2019215 w 2366277"/>
                  <a:gd name="connsiteY6" fmla="*/ 626297 h 2366286"/>
                  <a:gd name="connsiteX7" fmla="*/ 2168176 w 2366277"/>
                  <a:gd name="connsiteY7" fmla="*/ 985714 h 2366286"/>
                  <a:gd name="connsiteX8" fmla="*/ 2366277 w 2366277"/>
                  <a:gd name="connsiteY8" fmla="*/ 985714 h 2366286"/>
                  <a:gd name="connsiteX9" fmla="*/ 2366277 w 2366277"/>
                  <a:gd name="connsiteY9" fmla="*/ 1380582 h 2366286"/>
                  <a:gd name="connsiteX10" fmla="*/ 2168157 w 2366277"/>
                  <a:gd name="connsiteY10" fmla="*/ 1380582 h 2366286"/>
                  <a:gd name="connsiteX11" fmla="*/ 2019196 w 2366277"/>
                  <a:gd name="connsiteY11" fmla="*/ 1739989 h 2366286"/>
                  <a:gd name="connsiteX12" fmla="*/ 2159356 w 2366277"/>
                  <a:gd name="connsiteY12" fmla="*/ 1880149 h 2366286"/>
                  <a:gd name="connsiteX13" fmla="*/ 1880131 w 2366277"/>
                  <a:gd name="connsiteY13" fmla="*/ 2159365 h 2366286"/>
                  <a:gd name="connsiteX14" fmla="*/ 1739970 w 2366277"/>
                  <a:gd name="connsiteY14" fmla="*/ 2019205 h 2366286"/>
                  <a:gd name="connsiteX15" fmla="*/ 1380563 w 2366277"/>
                  <a:gd name="connsiteY15" fmla="*/ 2168157 h 2366286"/>
                  <a:gd name="connsiteX16" fmla="*/ 1380563 w 2366277"/>
                  <a:gd name="connsiteY16" fmla="*/ 2366286 h 2366286"/>
                  <a:gd name="connsiteX17" fmla="*/ 985695 w 2366277"/>
                  <a:gd name="connsiteY17" fmla="*/ 2366286 h 2366286"/>
                  <a:gd name="connsiteX18" fmla="*/ 985695 w 2366277"/>
                  <a:gd name="connsiteY18" fmla="*/ 2168157 h 2366286"/>
                  <a:gd name="connsiteX19" fmla="*/ 626298 w 2366277"/>
                  <a:gd name="connsiteY19" fmla="*/ 2019195 h 2366286"/>
                  <a:gd name="connsiteX20" fmla="*/ 486128 w 2366277"/>
                  <a:gd name="connsiteY20" fmla="*/ 2159365 h 2366286"/>
                  <a:gd name="connsiteX21" fmla="*/ 206912 w 2366277"/>
                  <a:gd name="connsiteY21" fmla="*/ 1880140 h 2366286"/>
                  <a:gd name="connsiteX22" fmla="*/ 347082 w 2366277"/>
                  <a:gd name="connsiteY22" fmla="*/ 1739979 h 2366286"/>
                  <a:gd name="connsiteX23" fmla="*/ 198130 w 2366277"/>
                  <a:gd name="connsiteY23" fmla="*/ 1380582 h 2366286"/>
                  <a:gd name="connsiteX24" fmla="*/ 0 w 2366277"/>
                  <a:gd name="connsiteY24" fmla="*/ 1380582 h 2366286"/>
                  <a:gd name="connsiteX25" fmla="*/ 0 w 2366277"/>
                  <a:gd name="connsiteY25" fmla="*/ 985714 h 2366286"/>
                  <a:gd name="connsiteX26" fmla="*/ 198130 w 2366277"/>
                  <a:gd name="connsiteY26" fmla="*/ 985714 h 2366286"/>
                  <a:gd name="connsiteX27" fmla="*/ 347082 w 2366277"/>
                  <a:gd name="connsiteY27" fmla="*/ 626316 h 2366286"/>
                  <a:gd name="connsiteX28" fmla="*/ 206921 w 2366277"/>
                  <a:gd name="connsiteY28" fmla="*/ 486156 h 2366286"/>
                  <a:gd name="connsiteX29" fmla="*/ 486147 w 2366277"/>
                  <a:gd name="connsiteY29" fmla="*/ 206940 h 2366286"/>
                  <a:gd name="connsiteX30" fmla="*/ 626307 w 2366277"/>
                  <a:gd name="connsiteY30" fmla="*/ 347091 h 2366286"/>
                  <a:gd name="connsiteX31" fmla="*/ 985705 w 2366277"/>
                  <a:gd name="connsiteY31" fmla="*/ 198130 h 2366286"/>
                  <a:gd name="connsiteX32" fmla="*/ 985705 w 2366277"/>
                  <a:gd name="connsiteY32" fmla="*/ 0 h 2366286"/>
                  <a:gd name="connsiteX33" fmla="*/ 1183129 w 2366277"/>
                  <a:gd name="connsiteY33" fmla="*/ 572300 h 2366286"/>
                  <a:gd name="connsiteX34" fmla="*/ 572281 w 2366277"/>
                  <a:gd name="connsiteY34" fmla="*/ 1183148 h 2366286"/>
                  <a:gd name="connsiteX35" fmla="*/ 1183129 w 2366277"/>
                  <a:gd name="connsiteY35" fmla="*/ 1793996 h 2366286"/>
                  <a:gd name="connsiteX36" fmla="*/ 1793977 w 2366277"/>
                  <a:gd name="connsiteY36" fmla="*/ 1183148 h 2366286"/>
                  <a:gd name="connsiteX37" fmla="*/ 1183129 w 2366277"/>
                  <a:gd name="connsiteY37" fmla="*/ 572300 h 2366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66277" h="2366286">
                    <a:moveTo>
                      <a:pt x="985705" y="0"/>
                    </a:moveTo>
                    <a:lnTo>
                      <a:pt x="1380583" y="0"/>
                    </a:lnTo>
                    <a:lnTo>
                      <a:pt x="1380583" y="198120"/>
                    </a:lnTo>
                    <a:cubicBezTo>
                      <a:pt x="1511323" y="224180"/>
                      <a:pt x="1632900" y="275615"/>
                      <a:pt x="1739989" y="347081"/>
                    </a:cubicBezTo>
                    <a:lnTo>
                      <a:pt x="1880150" y="206921"/>
                    </a:lnTo>
                    <a:lnTo>
                      <a:pt x="2159366" y="486147"/>
                    </a:lnTo>
                    <a:lnTo>
                      <a:pt x="2019215" y="626297"/>
                    </a:lnTo>
                    <a:cubicBezTo>
                      <a:pt x="2090690" y="733377"/>
                      <a:pt x="2142106" y="854974"/>
                      <a:pt x="2168176" y="985714"/>
                    </a:cubicBezTo>
                    <a:lnTo>
                      <a:pt x="2366277" y="985714"/>
                    </a:lnTo>
                    <a:lnTo>
                      <a:pt x="2366277" y="1380582"/>
                    </a:lnTo>
                    <a:lnTo>
                      <a:pt x="2168157" y="1380582"/>
                    </a:lnTo>
                    <a:cubicBezTo>
                      <a:pt x="2142097" y="1511322"/>
                      <a:pt x="2090652" y="1632899"/>
                      <a:pt x="2019196" y="1739989"/>
                    </a:cubicBezTo>
                    <a:lnTo>
                      <a:pt x="2159356" y="1880149"/>
                    </a:lnTo>
                    <a:lnTo>
                      <a:pt x="1880131" y="2159365"/>
                    </a:lnTo>
                    <a:lnTo>
                      <a:pt x="1739970" y="2019205"/>
                    </a:lnTo>
                    <a:cubicBezTo>
                      <a:pt x="1632890" y="2090680"/>
                      <a:pt x="1511304" y="2142087"/>
                      <a:pt x="1380563" y="2168157"/>
                    </a:cubicBezTo>
                    <a:lnTo>
                      <a:pt x="1380563" y="2366286"/>
                    </a:lnTo>
                    <a:lnTo>
                      <a:pt x="985695" y="2366286"/>
                    </a:lnTo>
                    <a:lnTo>
                      <a:pt x="985695" y="2168157"/>
                    </a:lnTo>
                    <a:cubicBezTo>
                      <a:pt x="854955" y="2142096"/>
                      <a:pt x="733387" y="2090652"/>
                      <a:pt x="626298" y="2019195"/>
                    </a:cubicBezTo>
                    <a:lnTo>
                      <a:pt x="486128" y="2159365"/>
                    </a:lnTo>
                    <a:lnTo>
                      <a:pt x="206912" y="1880140"/>
                    </a:lnTo>
                    <a:lnTo>
                      <a:pt x="347082" y="1739979"/>
                    </a:lnTo>
                    <a:cubicBezTo>
                      <a:pt x="275616" y="1632899"/>
                      <a:pt x="224200" y="1511313"/>
                      <a:pt x="198130" y="1380582"/>
                    </a:cubicBezTo>
                    <a:lnTo>
                      <a:pt x="0" y="1380582"/>
                    </a:lnTo>
                    <a:lnTo>
                      <a:pt x="0" y="985714"/>
                    </a:lnTo>
                    <a:lnTo>
                      <a:pt x="198130" y="985714"/>
                    </a:lnTo>
                    <a:cubicBezTo>
                      <a:pt x="224190" y="854974"/>
                      <a:pt x="275625" y="733396"/>
                      <a:pt x="347082" y="626316"/>
                    </a:cubicBezTo>
                    <a:lnTo>
                      <a:pt x="206921" y="486156"/>
                    </a:lnTo>
                    <a:lnTo>
                      <a:pt x="486147" y="206940"/>
                    </a:lnTo>
                    <a:lnTo>
                      <a:pt x="626307" y="347091"/>
                    </a:lnTo>
                    <a:cubicBezTo>
                      <a:pt x="733387" y="275615"/>
                      <a:pt x="854974" y="224199"/>
                      <a:pt x="985705" y="198130"/>
                    </a:cubicBezTo>
                    <a:lnTo>
                      <a:pt x="985705" y="0"/>
                    </a:lnTo>
                    <a:close/>
                    <a:moveTo>
                      <a:pt x="1183129" y="572300"/>
                    </a:moveTo>
                    <a:cubicBezTo>
                      <a:pt x="845773" y="572300"/>
                      <a:pt x="572281" y="845782"/>
                      <a:pt x="572281" y="1183148"/>
                    </a:cubicBezTo>
                    <a:cubicBezTo>
                      <a:pt x="572281" y="1520504"/>
                      <a:pt x="845763" y="1793996"/>
                      <a:pt x="1183129" y="1793996"/>
                    </a:cubicBezTo>
                    <a:cubicBezTo>
                      <a:pt x="1520486" y="1793996"/>
                      <a:pt x="1793977" y="1520514"/>
                      <a:pt x="1793977" y="1183148"/>
                    </a:cubicBezTo>
                    <a:cubicBezTo>
                      <a:pt x="1793977" y="845782"/>
                      <a:pt x="1520495" y="572300"/>
                      <a:pt x="1183129" y="572300"/>
                    </a:cubicBezTo>
                    <a:close/>
                  </a:path>
                </a:pathLst>
              </a:custGeom>
              <a:solidFill>
                <a:srgbClr val="0078D4"/>
              </a:solidFill>
              <a:ln w="203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91" name="Freeform: Shape 1090">
                <a:extLst>
                  <a:ext uri="{FF2B5EF4-FFF2-40B4-BE49-F238E27FC236}">
                    <a16:creationId xmlns:a16="http://schemas.microsoft.com/office/drawing/2014/main" id="{28BD826F-BE5F-4915-4123-1190EE921852}"/>
                  </a:ext>
                </a:extLst>
              </p:cNvPr>
              <p:cNvSpPr/>
              <p:nvPr/>
            </p:nvSpPr>
            <p:spPr>
              <a:xfrm>
                <a:off x="-7364156" y="82559"/>
                <a:ext cx="1476847" cy="1821004"/>
              </a:xfrm>
              <a:custGeom>
                <a:avLst/>
                <a:gdLst>
                  <a:gd name="connsiteX0" fmla="*/ 878770 w 1476847"/>
                  <a:gd name="connsiteY0" fmla="*/ 446 h 1821004"/>
                  <a:gd name="connsiteX1" fmla="*/ 906799 w 1476847"/>
                  <a:gd name="connsiteY1" fmla="*/ 5006 h 1821004"/>
                  <a:gd name="connsiteX2" fmla="*/ 1448733 w 1476847"/>
                  <a:gd name="connsiteY2" fmla="*/ 263447 h 1821004"/>
                  <a:gd name="connsiteX3" fmla="*/ 1465221 w 1476847"/>
                  <a:gd name="connsiteY3" fmla="*/ 339714 h 1821004"/>
                  <a:gd name="connsiteX4" fmla="*/ 1078439 w 1476847"/>
                  <a:gd name="connsiteY4" fmla="*/ 798943 h 1821004"/>
                  <a:gd name="connsiteX5" fmla="*/ 992524 w 1476847"/>
                  <a:gd name="connsiteY5" fmla="*/ 777569 h 1821004"/>
                  <a:gd name="connsiteX6" fmla="*/ 952547 w 1476847"/>
                  <a:gd name="connsiteY6" fmla="*/ 592650 h 1821004"/>
                  <a:gd name="connsiteX7" fmla="*/ 57321 w 1476847"/>
                  <a:gd name="connsiteY7" fmla="*/ 1821004 h 1821004"/>
                  <a:gd name="connsiteX8" fmla="*/ 877528 w 1476847"/>
                  <a:gd name="connsiteY8" fmla="*/ 245674 h 1821004"/>
                  <a:gd name="connsiteX9" fmla="*/ 837380 w 1476847"/>
                  <a:gd name="connsiteY9" fmla="*/ 59936 h 1821004"/>
                  <a:gd name="connsiteX10" fmla="*/ 878770 w 1476847"/>
                  <a:gd name="connsiteY10" fmla="*/ 446 h 1821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6847" h="1821004">
                    <a:moveTo>
                      <a:pt x="878770" y="446"/>
                    </a:moveTo>
                    <a:cubicBezTo>
                      <a:pt x="887718" y="-792"/>
                      <a:pt x="897324" y="486"/>
                      <a:pt x="906799" y="5006"/>
                    </a:cubicBezTo>
                    <a:lnTo>
                      <a:pt x="1448733" y="263447"/>
                    </a:lnTo>
                    <a:cubicBezTo>
                      <a:pt x="1477908" y="277354"/>
                      <a:pt x="1486042" y="314997"/>
                      <a:pt x="1465221" y="339714"/>
                    </a:cubicBezTo>
                    <a:lnTo>
                      <a:pt x="1078439" y="798943"/>
                    </a:lnTo>
                    <a:cubicBezTo>
                      <a:pt x="1051388" y="831061"/>
                      <a:pt x="1000982" y="816812"/>
                      <a:pt x="992524" y="777569"/>
                    </a:cubicBezTo>
                    <a:lnTo>
                      <a:pt x="952547" y="592650"/>
                    </a:lnTo>
                    <a:cubicBezTo>
                      <a:pt x="273481" y="900165"/>
                      <a:pt x="71942" y="1461226"/>
                      <a:pt x="57321" y="1821004"/>
                    </a:cubicBezTo>
                    <a:cubicBezTo>
                      <a:pt x="-148067" y="1108448"/>
                      <a:pt x="215379" y="447013"/>
                      <a:pt x="877528" y="245674"/>
                    </a:cubicBezTo>
                    <a:lnTo>
                      <a:pt x="837380" y="59936"/>
                    </a:lnTo>
                    <a:cubicBezTo>
                      <a:pt x="831016" y="30518"/>
                      <a:pt x="851927" y="4159"/>
                      <a:pt x="878770" y="446"/>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92" name="Freeform: Shape 1091">
                <a:extLst>
                  <a:ext uri="{FF2B5EF4-FFF2-40B4-BE49-F238E27FC236}">
                    <a16:creationId xmlns:a16="http://schemas.microsoft.com/office/drawing/2014/main" id="{EAC052AE-146E-76E0-D18F-DCD7DAC698F6}"/>
                  </a:ext>
                </a:extLst>
              </p:cNvPr>
              <p:cNvSpPr/>
              <p:nvPr/>
            </p:nvSpPr>
            <p:spPr>
              <a:xfrm>
                <a:off x="-4849548" y="407643"/>
                <a:ext cx="437093" cy="677866"/>
              </a:xfrm>
              <a:custGeom>
                <a:avLst/>
                <a:gdLst>
                  <a:gd name="connsiteX0" fmla="*/ 313221 w 437093"/>
                  <a:gd name="connsiteY0" fmla="*/ 0 h 677866"/>
                  <a:gd name="connsiteX1" fmla="*/ 389421 w 437093"/>
                  <a:gd name="connsiteY1" fmla="*/ 76200 h 677866"/>
                  <a:gd name="connsiteX2" fmla="*/ 389421 w 437093"/>
                  <a:gd name="connsiteY2" fmla="*/ 366760 h 677866"/>
                  <a:gd name="connsiteX3" fmla="*/ 426997 w 437093"/>
                  <a:gd name="connsiteY3" fmla="*/ 399392 h 677866"/>
                  <a:gd name="connsiteX4" fmla="*/ 399013 w 437093"/>
                  <a:gd name="connsiteY4" fmla="*/ 502977 h 677866"/>
                  <a:gd name="connsiteX5" fmla="*/ 389421 w 437093"/>
                  <a:gd name="connsiteY5" fmla="*/ 508511 h 677866"/>
                  <a:gd name="connsiteX6" fmla="*/ 389421 w 437093"/>
                  <a:gd name="connsiteY6" fmla="*/ 520303 h 677866"/>
                  <a:gd name="connsiteX7" fmla="*/ 313221 w 437093"/>
                  <a:gd name="connsiteY7" fmla="*/ 596493 h 677866"/>
                  <a:gd name="connsiteX8" fmla="*/ 265882 w 437093"/>
                  <a:gd name="connsiteY8" fmla="*/ 580006 h 677866"/>
                  <a:gd name="connsiteX9" fmla="*/ 114130 w 437093"/>
                  <a:gd name="connsiteY9" fmla="*/ 667617 h 677866"/>
                  <a:gd name="connsiteX10" fmla="*/ 10250 w 437093"/>
                  <a:gd name="connsiteY10" fmla="*/ 639937 h 677866"/>
                  <a:gd name="connsiteX11" fmla="*/ 37930 w 437093"/>
                  <a:gd name="connsiteY11" fmla="*/ 536057 h 677866"/>
                  <a:gd name="connsiteX12" fmla="*/ 237021 w 437093"/>
                  <a:gd name="connsiteY12" fmla="*/ 421109 h 677866"/>
                  <a:gd name="connsiteX13" fmla="*/ 237021 w 437093"/>
                  <a:gd name="connsiteY13" fmla="*/ 76200 h 677866"/>
                  <a:gd name="connsiteX14" fmla="*/ 313221 w 437093"/>
                  <a:gd name="connsiteY14" fmla="*/ 0 h 67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37093" h="677866">
                    <a:moveTo>
                      <a:pt x="313221" y="0"/>
                    </a:moveTo>
                    <a:cubicBezTo>
                      <a:pt x="355303" y="0"/>
                      <a:pt x="389421" y="34118"/>
                      <a:pt x="389421" y="76200"/>
                    </a:cubicBezTo>
                    <a:lnTo>
                      <a:pt x="389421" y="366760"/>
                    </a:lnTo>
                    <a:cubicBezTo>
                      <a:pt x="404728" y="372884"/>
                      <a:pt x="418149" y="384000"/>
                      <a:pt x="426997" y="399392"/>
                    </a:cubicBezTo>
                    <a:cubicBezTo>
                      <a:pt x="447867" y="435721"/>
                      <a:pt x="435341" y="482098"/>
                      <a:pt x="399013" y="502977"/>
                    </a:cubicBezTo>
                    <a:lnTo>
                      <a:pt x="389421" y="508511"/>
                    </a:lnTo>
                    <a:lnTo>
                      <a:pt x="389421" y="520303"/>
                    </a:lnTo>
                    <a:cubicBezTo>
                      <a:pt x="389421" y="562384"/>
                      <a:pt x="355303" y="596503"/>
                      <a:pt x="313221" y="596493"/>
                    </a:cubicBezTo>
                    <a:cubicBezTo>
                      <a:pt x="295333" y="596493"/>
                      <a:pt x="278884" y="590331"/>
                      <a:pt x="265882" y="580006"/>
                    </a:cubicBezTo>
                    <a:lnTo>
                      <a:pt x="114130" y="667617"/>
                    </a:lnTo>
                    <a:cubicBezTo>
                      <a:pt x="77801" y="688657"/>
                      <a:pt x="31291" y="676265"/>
                      <a:pt x="10250" y="639937"/>
                    </a:cubicBezTo>
                    <a:cubicBezTo>
                      <a:pt x="-10791" y="603609"/>
                      <a:pt x="1601" y="557098"/>
                      <a:pt x="37930" y="536057"/>
                    </a:cubicBezTo>
                    <a:lnTo>
                      <a:pt x="237021" y="421109"/>
                    </a:lnTo>
                    <a:lnTo>
                      <a:pt x="237021" y="76200"/>
                    </a:lnTo>
                    <a:cubicBezTo>
                      <a:pt x="237021" y="34118"/>
                      <a:pt x="271140" y="0"/>
                      <a:pt x="313221" y="0"/>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93" name="Freeform: Shape 1092">
                <a:extLst>
                  <a:ext uri="{FF2B5EF4-FFF2-40B4-BE49-F238E27FC236}">
                    <a16:creationId xmlns:a16="http://schemas.microsoft.com/office/drawing/2014/main" id="{E4B52887-1780-3F5D-3E97-AF471C711BCF}"/>
                  </a:ext>
                </a:extLst>
              </p:cNvPr>
              <p:cNvSpPr/>
              <p:nvPr/>
            </p:nvSpPr>
            <p:spPr>
              <a:xfrm>
                <a:off x="-5181567" y="2103618"/>
                <a:ext cx="1476857" cy="1821005"/>
              </a:xfrm>
              <a:custGeom>
                <a:avLst/>
                <a:gdLst>
                  <a:gd name="connsiteX0" fmla="*/ 1419537 w 1476857"/>
                  <a:gd name="connsiteY0" fmla="*/ 0 h 1821005"/>
                  <a:gd name="connsiteX1" fmla="*/ 599320 w 1476857"/>
                  <a:gd name="connsiteY1" fmla="*/ 1575330 h 1821005"/>
                  <a:gd name="connsiteX2" fmla="*/ 639468 w 1476857"/>
                  <a:gd name="connsiteY2" fmla="*/ 1761068 h 1821005"/>
                  <a:gd name="connsiteX3" fmla="*/ 570050 w 1476857"/>
                  <a:gd name="connsiteY3" fmla="*/ 1815998 h 1821005"/>
                  <a:gd name="connsiteX4" fmla="*/ 28115 w 1476857"/>
                  <a:gd name="connsiteY4" fmla="*/ 1557556 h 1821005"/>
                  <a:gd name="connsiteX5" fmla="*/ 11628 w 1476857"/>
                  <a:gd name="connsiteY5" fmla="*/ 1481290 h 1821005"/>
                  <a:gd name="connsiteX6" fmla="*/ 398409 w 1476857"/>
                  <a:gd name="connsiteY6" fmla="*/ 1022061 h 1821005"/>
                  <a:gd name="connsiteX7" fmla="*/ 484325 w 1476857"/>
                  <a:gd name="connsiteY7" fmla="*/ 1043435 h 1821005"/>
                  <a:gd name="connsiteX8" fmla="*/ 524301 w 1476857"/>
                  <a:gd name="connsiteY8" fmla="*/ 1228353 h 1821005"/>
                  <a:gd name="connsiteX9" fmla="*/ 1419537 w 1476857"/>
                  <a:gd name="connsiteY9" fmla="*/ 0 h 1821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76857" h="1821005">
                    <a:moveTo>
                      <a:pt x="1419537" y="0"/>
                    </a:moveTo>
                    <a:cubicBezTo>
                      <a:pt x="1624925" y="712555"/>
                      <a:pt x="1261479" y="1373991"/>
                      <a:pt x="599320" y="1575330"/>
                    </a:cubicBezTo>
                    <a:lnTo>
                      <a:pt x="639468" y="1761068"/>
                    </a:lnTo>
                    <a:cubicBezTo>
                      <a:pt x="647955" y="1800291"/>
                      <a:pt x="607950" y="1834077"/>
                      <a:pt x="570050" y="1815998"/>
                    </a:cubicBezTo>
                    <a:lnTo>
                      <a:pt x="28115" y="1557556"/>
                    </a:lnTo>
                    <a:cubicBezTo>
                      <a:pt x="-1060" y="1543650"/>
                      <a:pt x="-9194" y="1506007"/>
                      <a:pt x="11628" y="1481290"/>
                    </a:cubicBezTo>
                    <a:lnTo>
                      <a:pt x="398409" y="1022061"/>
                    </a:lnTo>
                    <a:cubicBezTo>
                      <a:pt x="425460" y="989943"/>
                      <a:pt x="475867" y="1004192"/>
                      <a:pt x="484325" y="1043435"/>
                    </a:cubicBezTo>
                    <a:lnTo>
                      <a:pt x="524301" y="1228353"/>
                    </a:lnTo>
                    <a:cubicBezTo>
                      <a:pt x="1203386" y="920839"/>
                      <a:pt x="1404916" y="359768"/>
                      <a:pt x="1419537" y="0"/>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94" name="Freeform: Shape 1093">
                <a:extLst>
                  <a:ext uri="{FF2B5EF4-FFF2-40B4-BE49-F238E27FC236}">
                    <a16:creationId xmlns:a16="http://schemas.microsoft.com/office/drawing/2014/main" id="{16D75FC5-5EF1-62E3-4260-FAB391C56FE3}"/>
                  </a:ext>
                </a:extLst>
              </p:cNvPr>
              <p:cNvSpPr/>
              <p:nvPr/>
            </p:nvSpPr>
            <p:spPr>
              <a:xfrm>
                <a:off x="-8058530" y="2208583"/>
                <a:ext cx="2528192" cy="2186151"/>
              </a:xfrm>
              <a:custGeom>
                <a:avLst/>
                <a:gdLst>
                  <a:gd name="connsiteX0" fmla="*/ 137960 w 2528192"/>
                  <a:gd name="connsiteY0" fmla="*/ 0 h 2186151"/>
                  <a:gd name="connsiteX1" fmla="*/ 702936 w 2528192"/>
                  <a:gd name="connsiteY1" fmla="*/ 0 h 2186151"/>
                  <a:gd name="connsiteX2" fmla="*/ 702936 w 2528192"/>
                  <a:gd name="connsiteY2" fmla="*/ 541411 h 2186151"/>
                  <a:gd name="connsiteX3" fmla="*/ 1051579 w 2528192"/>
                  <a:gd name="connsiteY3" fmla="*/ 706412 h 2186151"/>
                  <a:gd name="connsiteX4" fmla="*/ 1264091 w 2528192"/>
                  <a:gd name="connsiteY4" fmla="*/ 532181 h 2186151"/>
                  <a:gd name="connsiteX5" fmla="*/ 1476604 w 2528192"/>
                  <a:gd name="connsiteY5" fmla="*/ 706412 h 2186151"/>
                  <a:gd name="connsiteX6" fmla="*/ 1825247 w 2528192"/>
                  <a:gd name="connsiteY6" fmla="*/ 541411 h 2186151"/>
                  <a:gd name="connsiteX7" fmla="*/ 1825247 w 2528192"/>
                  <a:gd name="connsiteY7" fmla="*/ 0 h 2186151"/>
                  <a:gd name="connsiteX8" fmla="*/ 2390232 w 2528192"/>
                  <a:gd name="connsiteY8" fmla="*/ 0 h 2186151"/>
                  <a:gd name="connsiteX9" fmla="*/ 2528192 w 2528192"/>
                  <a:gd name="connsiteY9" fmla="*/ 137960 h 2186151"/>
                  <a:gd name="connsiteX10" fmla="*/ 2528192 w 2528192"/>
                  <a:gd name="connsiteY10" fmla="*/ 2048190 h 2186151"/>
                  <a:gd name="connsiteX11" fmla="*/ 2390232 w 2528192"/>
                  <a:gd name="connsiteY11" fmla="*/ 2186150 h 2186151"/>
                  <a:gd name="connsiteX12" fmla="*/ 137960 w 2528192"/>
                  <a:gd name="connsiteY12" fmla="*/ 2186150 h 2186151"/>
                  <a:gd name="connsiteX13" fmla="*/ 0 w 2528192"/>
                  <a:gd name="connsiteY13" fmla="*/ 2048190 h 2186151"/>
                  <a:gd name="connsiteX14" fmla="*/ 0 w 2528192"/>
                  <a:gd name="connsiteY14" fmla="*/ 137970 h 2186151"/>
                  <a:gd name="connsiteX15" fmla="*/ 137960 w 2528192"/>
                  <a:gd name="connsiteY15" fmla="*/ 0 h 2186151"/>
                  <a:gd name="connsiteX16" fmla="*/ 452009 w 2528192"/>
                  <a:gd name="connsiteY16" fmla="*/ 1428731 h 2186151"/>
                  <a:gd name="connsiteX17" fmla="*/ 413909 w 2528192"/>
                  <a:gd name="connsiteY17" fmla="*/ 1466831 h 2186151"/>
                  <a:gd name="connsiteX18" fmla="*/ 413909 w 2528192"/>
                  <a:gd name="connsiteY18" fmla="*/ 1734141 h 2186151"/>
                  <a:gd name="connsiteX19" fmla="*/ 452009 w 2528192"/>
                  <a:gd name="connsiteY19" fmla="*/ 1772241 h 2186151"/>
                  <a:gd name="connsiteX20" fmla="*/ 982923 w 2528192"/>
                  <a:gd name="connsiteY20" fmla="*/ 1772241 h 2186151"/>
                  <a:gd name="connsiteX21" fmla="*/ 1021023 w 2528192"/>
                  <a:gd name="connsiteY21" fmla="*/ 1734141 h 2186151"/>
                  <a:gd name="connsiteX22" fmla="*/ 1021023 w 2528192"/>
                  <a:gd name="connsiteY22" fmla="*/ 1466831 h 2186151"/>
                  <a:gd name="connsiteX23" fmla="*/ 982923 w 2528192"/>
                  <a:gd name="connsiteY23" fmla="*/ 1428731 h 2186151"/>
                  <a:gd name="connsiteX24" fmla="*/ 452009 w 2528192"/>
                  <a:gd name="connsiteY24" fmla="*/ 1428731 h 218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28192" h="2186151">
                    <a:moveTo>
                      <a:pt x="137960" y="0"/>
                    </a:moveTo>
                    <a:lnTo>
                      <a:pt x="702936" y="0"/>
                    </a:lnTo>
                    <a:lnTo>
                      <a:pt x="702936" y="541411"/>
                    </a:lnTo>
                    <a:cubicBezTo>
                      <a:pt x="702936" y="721205"/>
                      <a:pt x="912533" y="820408"/>
                      <a:pt x="1051579" y="706412"/>
                    </a:cubicBezTo>
                    <a:lnTo>
                      <a:pt x="1264091" y="532181"/>
                    </a:lnTo>
                    <a:lnTo>
                      <a:pt x="1476604" y="706412"/>
                    </a:lnTo>
                    <a:cubicBezTo>
                      <a:pt x="1615650" y="820408"/>
                      <a:pt x="1825247" y="721214"/>
                      <a:pt x="1825247" y="541411"/>
                    </a:cubicBezTo>
                    <a:lnTo>
                      <a:pt x="1825247" y="0"/>
                    </a:lnTo>
                    <a:lnTo>
                      <a:pt x="2390232" y="0"/>
                    </a:lnTo>
                    <a:cubicBezTo>
                      <a:pt x="2466108" y="0"/>
                      <a:pt x="2528192" y="62084"/>
                      <a:pt x="2528192" y="137960"/>
                    </a:cubicBezTo>
                    <a:lnTo>
                      <a:pt x="2528192" y="2048190"/>
                    </a:lnTo>
                    <a:cubicBezTo>
                      <a:pt x="2528192" y="2124066"/>
                      <a:pt x="2466108" y="2186150"/>
                      <a:pt x="2390232" y="2186150"/>
                    </a:cubicBezTo>
                    <a:lnTo>
                      <a:pt x="137960" y="2186150"/>
                    </a:lnTo>
                    <a:cubicBezTo>
                      <a:pt x="62084" y="2186159"/>
                      <a:pt x="0" y="2124075"/>
                      <a:pt x="0" y="2048190"/>
                    </a:cubicBezTo>
                    <a:lnTo>
                      <a:pt x="0" y="137970"/>
                    </a:lnTo>
                    <a:cubicBezTo>
                      <a:pt x="0" y="62084"/>
                      <a:pt x="62084" y="0"/>
                      <a:pt x="137960" y="0"/>
                    </a:cubicBezTo>
                    <a:close/>
                    <a:moveTo>
                      <a:pt x="452009" y="1428731"/>
                    </a:moveTo>
                    <a:cubicBezTo>
                      <a:pt x="431054" y="1428731"/>
                      <a:pt x="413909" y="1445876"/>
                      <a:pt x="413909" y="1466831"/>
                    </a:cubicBezTo>
                    <a:lnTo>
                      <a:pt x="413909" y="1734141"/>
                    </a:lnTo>
                    <a:cubicBezTo>
                      <a:pt x="413909" y="1755096"/>
                      <a:pt x="431054" y="1772241"/>
                      <a:pt x="452009" y="1772241"/>
                    </a:cubicBezTo>
                    <a:lnTo>
                      <a:pt x="982923" y="1772241"/>
                    </a:lnTo>
                    <a:cubicBezTo>
                      <a:pt x="1003878" y="1772241"/>
                      <a:pt x="1021023" y="1755096"/>
                      <a:pt x="1021023" y="1734141"/>
                    </a:cubicBezTo>
                    <a:lnTo>
                      <a:pt x="1021023" y="1466831"/>
                    </a:lnTo>
                    <a:cubicBezTo>
                      <a:pt x="1021023" y="1445876"/>
                      <a:pt x="1003878" y="1428731"/>
                      <a:pt x="982923" y="1428731"/>
                    </a:cubicBezTo>
                    <a:lnTo>
                      <a:pt x="452009" y="1428731"/>
                    </a:lnTo>
                    <a:close/>
                  </a:path>
                </a:pathLst>
              </a:custGeom>
              <a:solidFill>
                <a:srgbClr val="0078D4"/>
              </a:solidFill>
              <a:ln w="203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1136" name="Group 1135">
            <a:extLst>
              <a:ext uri="{FF2B5EF4-FFF2-40B4-BE49-F238E27FC236}">
                <a16:creationId xmlns:a16="http://schemas.microsoft.com/office/drawing/2014/main" id="{9C788DFD-DE2E-86D1-85DA-36758AFDDCB8}"/>
              </a:ext>
            </a:extLst>
          </p:cNvPr>
          <p:cNvGrpSpPr/>
          <p:nvPr/>
        </p:nvGrpSpPr>
        <p:grpSpPr>
          <a:xfrm>
            <a:off x="4652210" y="3283456"/>
            <a:ext cx="1033012" cy="1033002"/>
            <a:chOff x="5543030" y="2349032"/>
            <a:chExt cx="1105938" cy="1105928"/>
          </a:xfrm>
        </p:grpSpPr>
        <p:grpSp>
          <p:nvGrpSpPr>
            <p:cNvPr id="1137" name="Group 1136">
              <a:extLst>
                <a:ext uri="{FF2B5EF4-FFF2-40B4-BE49-F238E27FC236}">
                  <a16:creationId xmlns:a16="http://schemas.microsoft.com/office/drawing/2014/main" id="{22FF6BFF-469E-A999-53BC-B7BFA73E0056}"/>
                </a:ext>
              </a:extLst>
            </p:cNvPr>
            <p:cNvGrpSpPr/>
            <p:nvPr/>
          </p:nvGrpSpPr>
          <p:grpSpPr>
            <a:xfrm>
              <a:off x="5543030" y="2349032"/>
              <a:ext cx="1105938" cy="1105928"/>
              <a:chOff x="7709989" y="1883478"/>
              <a:chExt cx="665418" cy="665412"/>
            </a:xfrm>
          </p:grpSpPr>
          <p:sp>
            <p:nvSpPr>
              <p:cNvPr id="1145" name="Oval 34_1">
                <a:extLst>
                  <a:ext uri="{FF2B5EF4-FFF2-40B4-BE49-F238E27FC236}">
                    <a16:creationId xmlns:a16="http://schemas.microsoft.com/office/drawing/2014/main" id="{4CB40412-233A-A158-DF3A-F98BE3FB0147}"/>
                  </a:ext>
                </a:extLst>
              </p:cNvPr>
              <p:cNvSpPr/>
              <p:nvPr/>
            </p:nvSpPr>
            <p:spPr bwMode="auto">
              <a:xfrm>
                <a:off x="7709989" y="1883478"/>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146" name="Oval 1145">
                <a:extLst>
                  <a:ext uri="{FF2B5EF4-FFF2-40B4-BE49-F238E27FC236}">
                    <a16:creationId xmlns:a16="http://schemas.microsoft.com/office/drawing/2014/main" id="{EFDC35CC-CD48-A6B6-0690-D3E0C65DF1B9}"/>
                  </a:ext>
                </a:extLst>
              </p:cNvPr>
              <p:cNvSpPr/>
              <p:nvPr/>
            </p:nvSpPr>
            <p:spPr bwMode="auto">
              <a:xfrm>
                <a:off x="7795471" y="1968959"/>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138" name="Group 1137">
              <a:extLst>
                <a:ext uri="{FF2B5EF4-FFF2-40B4-BE49-F238E27FC236}">
                  <a16:creationId xmlns:a16="http://schemas.microsoft.com/office/drawing/2014/main" id="{B82889F6-5417-1682-AFA9-7A8B6FA7F4E5}"/>
                </a:ext>
              </a:extLst>
            </p:cNvPr>
            <p:cNvGrpSpPr/>
            <p:nvPr/>
          </p:nvGrpSpPr>
          <p:grpSpPr>
            <a:xfrm>
              <a:off x="5876243" y="2682240"/>
              <a:ext cx="439512" cy="439512"/>
              <a:chOff x="3657600" y="990600"/>
              <a:chExt cx="4876800" cy="4876800"/>
            </a:xfrm>
          </p:grpSpPr>
          <p:sp>
            <p:nvSpPr>
              <p:cNvPr id="1139" name="Freeform: Shape 1138">
                <a:extLst>
                  <a:ext uri="{FF2B5EF4-FFF2-40B4-BE49-F238E27FC236}">
                    <a16:creationId xmlns:a16="http://schemas.microsoft.com/office/drawing/2014/main" id="{193F3F0F-D117-0419-F81C-0B9B95B08157}"/>
                  </a:ext>
                </a:extLst>
              </p:cNvPr>
              <p:cNvSpPr/>
              <p:nvPr/>
            </p:nvSpPr>
            <p:spPr>
              <a:xfrm>
                <a:off x="3657600" y="3632200"/>
                <a:ext cx="2235200" cy="2235200"/>
              </a:xfrm>
              <a:custGeom>
                <a:avLst/>
                <a:gdLst>
                  <a:gd name="connsiteX0" fmla="*/ 2235200 w 2235200"/>
                  <a:gd name="connsiteY0" fmla="*/ 152400 h 2235200"/>
                  <a:gd name="connsiteX1" fmla="*/ 2082800 w 2235200"/>
                  <a:gd name="connsiteY1" fmla="*/ 0 h 2235200"/>
                  <a:gd name="connsiteX2" fmla="*/ 1320800 w 2235200"/>
                  <a:gd name="connsiteY2" fmla="*/ 0 h 2235200"/>
                  <a:gd name="connsiteX3" fmla="*/ 1320800 w 2235200"/>
                  <a:gd name="connsiteY3" fmla="*/ 609600 h 2235200"/>
                  <a:gd name="connsiteX4" fmla="*/ 1117600 w 2235200"/>
                  <a:gd name="connsiteY4" fmla="*/ 812800 h 2235200"/>
                  <a:gd name="connsiteX5" fmla="*/ 914400 w 2235200"/>
                  <a:gd name="connsiteY5" fmla="*/ 609600 h 2235200"/>
                  <a:gd name="connsiteX6" fmla="*/ 914400 w 2235200"/>
                  <a:gd name="connsiteY6" fmla="*/ 0 h 2235200"/>
                  <a:gd name="connsiteX7" fmla="*/ 152400 w 2235200"/>
                  <a:gd name="connsiteY7" fmla="*/ 0 h 2235200"/>
                  <a:gd name="connsiteX8" fmla="*/ 0 w 2235200"/>
                  <a:gd name="connsiteY8" fmla="*/ 152400 h 2235200"/>
                  <a:gd name="connsiteX9" fmla="*/ 0 w 2235200"/>
                  <a:gd name="connsiteY9" fmla="*/ 2082800 h 2235200"/>
                  <a:gd name="connsiteX10" fmla="*/ 152400 w 2235200"/>
                  <a:gd name="connsiteY10" fmla="*/ 2235200 h 2235200"/>
                  <a:gd name="connsiteX11" fmla="*/ 2082800 w 2235200"/>
                  <a:gd name="connsiteY11" fmla="*/ 2235200 h 2235200"/>
                  <a:gd name="connsiteX12" fmla="*/ 2235200 w 2235200"/>
                  <a:gd name="connsiteY12" fmla="*/ 2082800 h 223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35200" h="2235200">
                    <a:moveTo>
                      <a:pt x="2235200" y="152400"/>
                    </a:moveTo>
                    <a:cubicBezTo>
                      <a:pt x="2235200" y="68478"/>
                      <a:pt x="2166518" y="0"/>
                      <a:pt x="2082800" y="0"/>
                    </a:cubicBezTo>
                    <a:lnTo>
                      <a:pt x="1320800" y="0"/>
                    </a:lnTo>
                    <a:lnTo>
                      <a:pt x="1320800" y="609600"/>
                    </a:lnTo>
                    <a:cubicBezTo>
                      <a:pt x="1320800" y="721766"/>
                      <a:pt x="1229766" y="812800"/>
                      <a:pt x="1117600" y="812800"/>
                    </a:cubicBezTo>
                    <a:cubicBezTo>
                      <a:pt x="1005434" y="812800"/>
                      <a:pt x="914400" y="721766"/>
                      <a:pt x="914400" y="609600"/>
                    </a:cubicBezTo>
                    <a:lnTo>
                      <a:pt x="914400" y="0"/>
                    </a:lnTo>
                    <a:lnTo>
                      <a:pt x="152400" y="0"/>
                    </a:lnTo>
                    <a:cubicBezTo>
                      <a:pt x="68478" y="0"/>
                      <a:pt x="0" y="68478"/>
                      <a:pt x="0" y="152400"/>
                    </a:cubicBezTo>
                    <a:lnTo>
                      <a:pt x="0" y="2082800"/>
                    </a:lnTo>
                    <a:cubicBezTo>
                      <a:pt x="0" y="2166722"/>
                      <a:pt x="68478" y="2235200"/>
                      <a:pt x="152400" y="2235200"/>
                    </a:cubicBezTo>
                    <a:lnTo>
                      <a:pt x="2082800" y="2235200"/>
                    </a:lnTo>
                    <a:cubicBezTo>
                      <a:pt x="2166518" y="2235200"/>
                      <a:pt x="2235200" y="2166722"/>
                      <a:pt x="2235200" y="2082800"/>
                    </a:cubicBezTo>
                    <a:close/>
                  </a:path>
                </a:pathLst>
              </a:custGeom>
              <a:solidFill>
                <a:srgbClr val="0078D4"/>
              </a:solidFill>
              <a:ln w="203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40" name="Freeform: Shape 1139">
                <a:extLst>
                  <a:ext uri="{FF2B5EF4-FFF2-40B4-BE49-F238E27FC236}">
                    <a16:creationId xmlns:a16="http://schemas.microsoft.com/office/drawing/2014/main" id="{A0F38141-2897-A946-1B14-F8029DCA7286}"/>
                  </a:ext>
                </a:extLst>
              </p:cNvPr>
              <p:cNvSpPr/>
              <p:nvPr/>
            </p:nvSpPr>
            <p:spPr>
              <a:xfrm>
                <a:off x="6299200" y="3632200"/>
                <a:ext cx="2235200" cy="2235200"/>
              </a:xfrm>
              <a:custGeom>
                <a:avLst/>
                <a:gdLst>
                  <a:gd name="connsiteX0" fmla="*/ 2235200 w 2235200"/>
                  <a:gd name="connsiteY0" fmla="*/ 152400 h 2235200"/>
                  <a:gd name="connsiteX1" fmla="*/ 2082800 w 2235200"/>
                  <a:gd name="connsiteY1" fmla="*/ 0 h 2235200"/>
                  <a:gd name="connsiteX2" fmla="*/ 1320800 w 2235200"/>
                  <a:gd name="connsiteY2" fmla="*/ 0 h 2235200"/>
                  <a:gd name="connsiteX3" fmla="*/ 1320800 w 2235200"/>
                  <a:gd name="connsiteY3" fmla="*/ 609600 h 2235200"/>
                  <a:gd name="connsiteX4" fmla="*/ 1117600 w 2235200"/>
                  <a:gd name="connsiteY4" fmla="*/ 812800 h 2235200"/>
                  <a:gd name="connsiteX5" fmla="*/ 914400 w 2235200"/>
                  <a:gd name="connsiteY5" fmla="*/ 609600 h 2235200"/>
                  <a:gd name="connsiteX6" fmla="*/ 914400 w 2235200"/>
                  <a:gd name="connsiteY6" fmla="*/ 0 h 2235200"/>
                  <a:gd name="connsiteX7" fmla="*/ 152400 w 2235200"/>
                  <a:gd name="connsiteY7" fmla="*/ 0 h 2235200"/>
                  <a:gd name="connsiteX8" fmla="*/ 0 w 2235200"/>
                  <a:gd name="connsiteY8" fmla="*/ 152400 h 2235200"/>
                  <a:gd name="connsiteX9" fmla="*/ 0 w 2235200"/>
                  <a:gd name="connsiteY9" fmla="*/ 2082800 h 2235200"/>
                  <a:gd name="connsiteX10" fmla="*/ 152400 w 2235200"/>
                  <a:gd name="connsiteY10" fmla="*/ 2235200 h 2235200"/>
                  <a:gd name="connsiteX11" fmla="*/ 2082800 w 2235200"/>
                  <a:gd name="connsiteY11" fmla="*/ 2235200 h 2235200"/>
                  <a:gd name="connsiteX12" fmla="*/ 2235200 w 2235200"/>
                  <a:gd name="connsiteY12" fmla="*/ 2082800 h 223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35200" h="2235200">
                    <a:moveTo>
                      <a:pt x="2235200" y="152400"/>
                    </a:moveTo>
                    <a:cubicBezTo>
                      <a:pt x="2235200" y="68478"/>
                      <a:pt x="2166519" y="0"/>
                      <a:pt x="2082800" y="0"/>
                    </a:cubicBezTo>
                    <a:lnTo>
                      <a:pt x="1320800" y="0"/>
                    </a:lnTo>
                    <a:lnTo>
                      <a:pt x="1320800" y="609600"/>
                    </a:lnTo>
                    <a:cubicBezTo>
                      <a:pt x="1320800" y="721766"/>
                      <a:pt x="1229766" y="812800"/>
                      <a:pt x="1117600" y="812800"/>
                    </a:cubicBezTo>
                    <a:cubicBezTo>
                      <a:pt x="1005434" y="812800"/>
                      <a:pt x="914400" y="721766"/>
                      <a:pt x="914400" y="609600"/>
                    </a:cubicBezTo>
                    <a:lnTo>
                      <a:pt x="914400" y="0"/>
                    </a:lnTo>
                    <a:lnTo>
                      <a:pt x="152400" y="0"/>
                    </a:lnTo>
                    <a:cubicBezTo>
                      <a:pt x="68478" y="0"/>
                      <a:pt x="0" y="68478"/>
                      <a:pt x="0" y="152400"/>
                    </a:cubicBezTo>
                    <a:lnTo>
                      <a:pt x="0" y="2082800"/>
                    </a:lnTo>
                    <a:cubicBezTo>
                      <a:pt x="0" y="2166722"/>
                      <a:pt x="68478" y="2235200"/>
                      <a:pt x="152400" y="2235200"/>
                    </a:cubicBezTo>
                    <a:lnTo>
                      <a:pt x="2082800" y="2235200"/>
                    </a:lnTo>
                    <a:cubicBezTo>
                      <a:pt x="2166519" y="2235200"/>
                      <a:pt x="2235200" y="2166722"/>
                      <a:pt x="2235200" y="2082800"/>
                    </a:cubicBezTo>
                    <a:close/>
                  </a:path>
                </a:pathLst>
              </a:custGeom>
              <a:solidFill>
                <a:srgbClr val="0078D4"/>
              </a:solidFill>
              <a:ln w="203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43" name="Freeform: Shape 1142">
                <a:extLst>
                  <a:ext uri="{FF2B5EF4-FFF2-40B4-BE49-F238E27FC236}">
                    <a16:creationId xmlns:a16="http://schemas.microsoft.com/office/drawing/2014/main" id="{5969DEC0-9272-92CA-9633-116D9AA70E69}"/>
                  </a:ext>
                </a:extLst>
              </p:cNvPr>
              <p:cNvSpPr/>
              <p:nvPr/>
            </p:nvSpPr>
            <p:spPr>
              <a:xfrm>
                <a:off x="4978400" y="990600"/>
                <a:ext cx="2235200" cy="2235200"/>
              </a:xfrm>
              <a:custGeom>
                <a:avLst/>
                <a:gdLst>
                  <a:gd name="connsiteX0" fmla="*/ 2235200 w 2235200"/>
                  <a:gd name="connsiteY0" fmla="*/ 152400 h 2235200"/>
                  <a:gd name="connsiteX1" fmla="*/ 2082800 w 2235200"/>
                  <a:gd name="connsiteY1" fmla="*/ 0 h 2235200"/>
                  <a:gd name="connsiteX2" fmla="*/ 1320800 w 2235200"/>
                  <a:gd name="connsiteY2" fmla="*/ 0 h 2235200"/>
                  <a:gd name="connsiteX3" fmla="*/ 1320800 w 2235200"/>
                  <a:gd name="connsiteY3" fmla="*/ 609600 h 2235200"/>
                  <a:gd name="connsiteX4" fmla="*/ 1117600 w 2235200"/>
                  <a:gd name="connsiteY4" fmla="*/ 812800 h 2235200"/>
                  <a:gd name="connsiteX5" fmla="*/ 914400 w 2235200"/>
                  <a:gd name="connsiteY5" fmla="*/ 609600 h 2235200"/>
                  <a:gd name="connsiteX6" fmla="*/ 914400 w 2235200"/>
                  <a:gd name="connsiteY6" fmla="*/ 0 h 2235200"/>
                  <a:gd name="connsiteX7" fmla="*/ 152400 w 2235200"/>
                  <a:gd name="connsiteY7" fmla="*/ 0 h 2235200"/>
                  <a:gd name="connsiteX8" fmla="*/ 0 w 2235200"/>
                  <a:gd name="connsiteY8" fmla="*/ 152400 h 2235200"/>
                  <a:gd name="connsiteX9" fmla="*/ 0 w 2235200"/>
                  <a:gd name="connsiteY9" fmla="*/ 2082800 h 2235200"/>
                  <a:gd name="connsiteX10" fmla="*/ 152400 w 2235200"/>
                  <a:gd name="connsiteY10" fmla="*/ 2235200 h 2235200"/>
                  <a:gd name="connsiteX11" fmla="*/ 2082800 w 2235200"/>
                  <a:gd name="connsiteY11" fmla="*/ 2235200 h 2235200"/>
                  <a:gd name="connsiteX12" fmla="*/ 2235200 w 2235200"/>
                  <a:gd name="connsiteY12" fmla="*/ 2082800 h 223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35200" h="2235200">
                    <a:moveTo>
                      <a:pt x="2235200" y="152400"/>
                    </a:moveTo>
                    <a:cubicBezTo>
                      <a:pt x="2235200" y="68682"/>
                      <a:pt x="2166519" y="0"/>
                      <a:pt x="2082800" y="0"/>
                    </a:cubicBezTo>
                    <a:lnTo>
                      <a:pt x="1320800" y="0"/>
                    </a:lnTo>
                    <a:lnTo>
                      <a:pt x="1320800" y="609600"/>
                    </a:lnTo>
                    <a:cubicBezTo>
                      <a:pt x="1320800" y="721766"/>
                      <a:pt x="1229766" y="812800"/>
                      <a:pt x="1117600" y="812800"/>
                    </a:cubicBezTo>
                    <a:cubicBezTo>
                      <a:pt x="1005434" y="812800"/>
                      <a:pt x="914400" y="721766"/>
                      <a:pt x="914400" y="609600"/>
                    </a:cubicBezTo>
                    <a:lnTo>
                      <a:pt x="914400" y="0"/>
                    </a:lnTo>
                    <a:lnTo>
                      <a:pt x="152400" y="0"/>
                    </a:lnTo>
                    <a:cubicBezTo>
                      <a:pt x="68478" y="0"/>
                      <a:pt x="0" y="68682"/>
                      <a:pt x="0" y="152400"/>
                    </a:cubicBezTo>
                    <a:lnTo>
                      <a:pt x="0" y="2082800"/>
                    </a:lnTo>
                    <a:cubicBezTo>
                      <a:pt x="0" y="2166722"/>
                      <a:pt x="68478" y="2235200"/>
                      <a:pt x="152400" y="2235200"/>
                    </a:cubicBezTo>
                    <a:lnTo>
                      <a:pt x="2082800" y="2235200"/>
                    </a:lnTo>
                    <a:cubicBezTo>
                      <a:pt x="2166519" y="2235200"/>
                      <a:pt x="2235200" y="2166722"/>
                      <a:pt x="2235200" y="2082800"/>
                    </a:cubicBezTo>
                    <a:close/>
                  </a:path>
                </a:pathLst>
              </a:custGeom>
              <a:solidFill>
                <a:srgbClr val="B85CBC"/>
              </a:solidFill>
              <a:ln w="2032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1147" name="Group 1146">
            <a:extLst>
              <a:ext uri="{FF2B5EF4-FFF2-40B4-BE49-F238E27FC236}">
                <a16:creationId xmlns:a16="http://schemas.microsoft.com/office/drawing/2014/main" id="{C780A9CE-A5D6-B432-60FC-2329F6091DF4}"/>
              </a:ext>
            </a:extLst>
          </p:cNvPr>
          <p:cNvGrpSpPr/>
          <p:nvPr/>
        </p:nvGrpSpPr>
        <p:grpSpPr>
          <a:xfrm>
            <a:off x="4652210" y="4832067"/>
            <a:ext cx="1033012" cy="1033002"/>
            <a:chOff x="9269829" y="2349032"/>
            <a:chExt cx="1105938" cy="1105928"/>
          </a:xfrm>
        </p:grpSpPr>
        <p:grpSp>
          <p:nvGrpSpPr>
            <p:cNvPr id="1148" name="Group 1147">
              <a:extLst>
                <a:ext uri="{FF2B5EF4-FFF2-40B4-BE49-F238E27FC236}">
                  <a16:creationId xmlns:a16="http://schemas.microsoft.com/office/drawing/2014/main" id="{2EFAA4E0-2E47-0C9F-2826-A7B20D2138F5}"/>
                </a:ext>
              </a:extLst>
            </p:cNvPr>
            <p:cNvGrpSpPr/>
            <p:nvPr/>
          </p:nvGrpSpPr>
          <p:grpSpPr>
            <a:xfrm>
              <a:off x="9269829" y="2349032"/>
              <a:ext cx="1105938" cy="1105928"/>
              <a:chOff x="7709989" y="1883478"/>
              <a:chExt cx="665418" cy="665412"/>
            </a:xfrm>
          </p:grpSpPr>
          <p:sp>
            <p:nvSpPr>
              <p:cNvPr id="1162" name="Oval 34_1">
                <a:extLst>
                  <a:ext uri="{FF2B5EF4-FFF2-40B4-BE49-F238E27FC236}">
                    <a16:creationId xmlns:a16="http://schemas.microsoft.com/office/drawing/2014/main" id="{CABCA1E2-CDA0-529A-8C75-D0281D8B6274}"/>
                  </a:ext>
                </a:extLst>
              </p:cNvPr>
              <p:cNvSpPr/>
              <p:nvPr/>
            </p:nvSpPr>
            <p:spPr bwMode="auto">
              <a:xfrm>
                <a:off x="7709989" y="1883478"/>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163" name="Oval 1162">
                <a:extLst>
                  <a:ext uri="{FF2B5EF4-FFF2-40B4-BE49-F238E27FC236}">
                    <a16:creationId xmlns:a16="http://schemas.microsoft.com/office/drawing/2014/main" id="{275273AF-98A7-47CA-BC4C-800B1ACF9243}"/>
                  </a:ext>
                </a:extLst>
              </p:cNvPr>
              <p:cNvSpPr/>
              <p:nvPr/>
            </p:nvSpPr>
            <p:spPr bwMode="auto">
              <a:xfrm>
                <a:off x="7795471" y="1968959"/>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149" name="Group 1148">
              <a:extLst>
                <a:ext uri="{FF2B5EF4-FFF2-40B4-BE49-F238E27FC236}">
                  <a16:creationId xmlns:a16="http://schemas.microsoft.com/office/drawing/2014/main" id="{D6135F5B-03E4-095C-37FB-84F975C62BE9}"/>
                </a:ext>
              </a:extLst>
            </p:cNvPr>
            <p:cNvGrpSpPr/>
            <p:nvPr/>
          </p:nvGrpSpPr>
          <p:grpSpPr>
            <a:xfrm>
              <a:off x="9579514" y="2651125"/>
              <a:ext cx="486570" cy="463642"/>
              <a:chOff x="-5746908" y="1134606"/>
              <a:chExt cx="4572000" cy="4356565"/>
            </a:xfrm>
          </p:grpSpPr>
          <p:sp>
            <p:nvSpPr>
              <p:cNvPr id="1150" name="Freeform: Shape 1149">
                <a:extLst>
                  <a:ext uri="{FF2B5EF4-FFF2-40B4-BE49-F238E27FC236}">
                    <a16:creationId xmlns:a16="http://schemas.microsoft.com/office/drawing/2014/main" id="{9D43012D-D7A0-A102-2D5A-FF75B8D20ECF}"/>
                  </a:ext>
                </a:extLst>
              </p:cNvPr>
              <p:cNvSpPr/>
              <p:nvPr/>
            </p:nvSpPr>
            <p:spPr>
              <a:xfrm>
                <a:off x="-5746908" y="1134606"/>
                <a:ext cx="4572000" cy="4356564"/>
              </a:xfrm>
              <a:custGeom>
                <a:avLst/>
                <a:gdLst>
                  <a:gd name="connsiteX0" fmla="*/ 2286000 w 4572000"/>
                  <a:gd name="connsiteY0" fmla="*/ 0 h 4356564"/>
                  <a:gd name="connsiteX1" fmla="*/ 4572000 w 4572000"/>
                  <a:gd name="connsiteY1" fmla="*/ 906304 h 4356564"/>
                  <a:gd name="connsiteX2" fmla="*/ 4572000 w 4572000"/>
                  <a:gd name="connsiteY2" fmla="*/ 4356564 h 4356564"/>
                  <a:gd name="connsiteX3" fmla="*/ 4221471 w 4572000"/>
                  <a:gd name="connsiteY3" fmla="*/ 4356564 h 4356564"/>
                  <a:gd name="connsiteX4" fmla="*/ 4221471 w 4572000"/>
                  <a:gd name="connsiteY4" fmla="*/ 1252433 h 4356564"/>
                  <a:gd name="connsiteX5" fmla="*/ 350539 w 4572000"/>
                  <a:gd name="connsiteY5" fmla="*/ 1252433 h 4356564"/>
                  <a:gd name="connsiteX6" fmla="*/ 350539 w 4572000"/>
                  <a:gd name="connsiteY6" fmla="*/ 4356554 h 4356564"/>
                  <a:gd name="connsiteX7" fmla="*/ 0 w 4572000"/>
                  <a:gd name="connsiteY7" fmla="*/ 4356554 h 4356564"/>
                  <a:gd name="connsiteX8" fmla="*/ 0 w 4572000"/>
                  <a:gd name="connsiteY8" fmla="*/ 906313 h 4356564"/>
                  <a:gd name="connsiteX9" fmla="*/ 2286000 w 4572000"/>
                  <a:gd name="connsiteY9" fmla="*/ 0 h 4356564"/>
                  <a:gd name="connsiteX10" fmla="*/ 1793520 w 4572000"/>
                  <a:gd name="connsiteY10" fmla="*/ 683190 h 4356564"/>
                  <a:gd name="connsiteX11" fmla="*/ 1736370 w 4572000"/>
                  <a:gd name="connsiteY11" fmla="*/ 740340 h 4356564"/>
                  <a:gd name="connsiteX12" fmla="*/ 1736370 w 4572000"/>
                  <a:gd name="connsiteY12" fmla="*/ 910304 h 4356564"/>
                  <a:gd name="connsiteX13" fmla="*/ 1793520 w 4572000"/>
                  <a:gd name="connsiteY13" fmla="*/ 967454 h 4356564"/>
                  <a:gd name="connsiteX14" fmla="*/ 2778481 w 4572000"/>
                  <a:gd name="connsiteY14" fmla="*/ 967454 h 4356564"/>
                  <a:gd name="connsiteX15" fmla="*/ 2835631 w 4572000"/>
                  <a:gd name="connsiteY15" fmla="*/ 910304 h 4356564"/>
                  <a:gd name="connsiteX16" fmla="*/ 2835631 w 4572000"/>
                  <a:gd name="connsiteY16" fmla="*/ 740340 h 4356564"/>
                  <a:gd name="connsiteX17" fmla="*/ 2778481 w 4572000"/>
                  <a:gd name="connsiteY17" fmla="*/ 683190 h 4356564"/>
                  <a:gd name="connsiteX18" fmla="*/ 1793520 w 4572000"/>
                  <a:gd name="connsiteY18" fmla="*/ 683190 h 4356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72000" h="4356564">
                    <a:moveTo>
                      <a:pt x="2286000" y="0"/>
                    </a:moveTo>
                    <a:lnTo>
                      <a:pt x="4572000" y="906304"/>
                    </a:lnTo>
                    <a:lnTo>
                      <a:pt x="4572000" y="4356564"/>
                    </a:lnTo>
                    <a:lnTo>
                      <a:pt x="4221471" y="4356564"/>
                    </a:lnTo>
                    <a:lnTo>
                      <a:pt x="4221471" y="1252433"/>
                    </a:lnTo>
                    <a:lnTo>
                      <a:pt x="350539" y="1252433"/>
                    </a:lnTo>
                    <a:lnTo>
                      <a:pt x="350539" y="4356554"/>
                    </a:lnTo>
                    <a:lnTo>
                      <a:pt x="0" y="4356554"/>
                    </a:lnTo>
                    <a:lnTo>
                      <a:pt x="0" y="906313"/>
                    </a:lnTo>
                    <a:lnTo>
                      <a:pt x="2286000" y="0"/>
                    </a:lnTo>
                    <a:close/>
                    <a:moveTo>
                      <a:pt x="1793520" y="683190"/>
                    </a:moveTo>
                    <a:cubicBezTo>
                      <a:pt x="1762087" y="683190"/>
                      <a:pt x="1736370" y="708898"/>
                      <a:pt x="1736370" y="740340"/>
                    </a:cubicBezTo>
                    <a:lnTo>
                      <a:pt x="1736370" y="910304"/>
                    </a:lnTo>
                    <a:cubicBezTo>
                      <a:pt x="1736370" y="941737"/>
                      <a:pt x="1762087" y="967454"/>
                      <a:pt x="1793520" y="967454"/>
                    </a:cubicBezTo>
                    <a:lnTo>
                      <a:pt x="2778481" y="967454"/>
                    </a:lnTo>
                    <a:cubicBezTo>
                      <a:pt x="2809913" y="967454"/>
                      <a:pt x="2835631" y="941746"/>
                      <a:pt x="2835631" y="910304"/>
                    </a:cubicBezTo>
                    <a:lnTo>
                      <a:pt x="2835631" y="740340"/>
                    </a:lnTo>
                    <a:cubicBezTo>
                      <a:pt x="2835631" y="708908"/>
                      <a:pt x="2809913" y="683190"/>
                      <a:pt x="2778481" y="683190"/>
                    </a:cubicBezTo>
                    <a:lnTo>
                      <a:pt x="1793520" y="683190"/>
                    </a:lnTo>
                    <a:close/>
                  </a:path>
                </a:pathLst>
              </a:custGeom>
              <a:solidFill>
                <a:srgbClr val="0078D4"/>
              </a:solidFill>
              <a:ln w="203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53" name="Freeform: Shape 1152">
                <a:extLst>
                  <a:ext uri="{FF2B5EF4-FFF2-40B4-BE49-F238E27FC236}">
                    <a16:creationId xmlns:a16="http://schemas.microsoft.com/office/drawing/2014/main" id="{BE91BB0F-E79E-0EDD-6296-75C33D451216}"/>
                  </a:ext>
                </a:extLst>
              </p:cNvPr>
              <p:cNvSpPr/>
              <p:nvPr/>
            </p:nvSpPr>
            <p:spPr>
              <a:xfrm>
                <a:off x="-5205840" y="3196341"/>
                <a:ext cx="1099794" cy="1099785"/>
              </a:xfrm>
              <a:custGeom>
                <a:avLst/>
                <a:gdLst>
                  <a:gd name="connsiteX0" fmla="*/ 0 w 1099794"/>
                  <a:gd name="connsiteY0" fmla="*/ 0 h 1099785"/>
                  <a:gd name="connsiteX1" fmla="*/ 365769 w 1099794"/>
                  <a:gd name="connsiteY1" fmla="*/ 0 h 1099785"/>
                  <a:gd name="connsiteX2" fmla="*/ 365769 w 1099794"/>
                  <a:gd name="connsiteY2" fmla="*/ 448704 h 1099785"/>
                  <a:gd name="connsiteX3" fmla="*/ 734006 w 1099794"/>
                  <a:gd name="connsiteY3" fmla="*/ 448704 h 1099785"/>
                  <a:gd name="connsiteX4" fmla="*/ 734006 w 1099794"/>
                  <a:gd name="connsiteY4" fmla="*/ 0 h 1099785"/>
                  <a:gd name="connsiteX5" fmla="*/ 1099785 w 1099794"/>
                  <a:gd name="connsiteY5" fmla="*/ 0 h 1099785"/>
                  <a:gd name="connsiteX6" fmla="*/ 1099794 w 1099794"/>
                  <a:gd name="connsiteY6" fmla="*/ 0 h 1099785"/>
                  <a:gd name="connsiteX7" fmla="*/ 1099794 w 1099794"/>
                  <a:gd name="connsiteY7" fmla="*/ 1026471 h 1099785"/>
                  <a:gd name="connsiteX8" fmla="*/ 1026480 w 1099794"/>
                  <a:gd name="connsiteY8" fmla="*/ 1099785 h 1099785"/>
                  <a:gd name="connsiteX9" fmla="*/ 73323 w 1099794"/>
                  <a:gd name="connsiteY9" fmla="*/ 1099785 h 1099785"/>
                  <a:gd name="connsiteX10" fmla="*/ 0 w 1099794"/>
                  <a:gd name="connsiteY10" fmla="*/ 1026471 h 1099785"/>
                  <a:gd name="connsiteX11" fmla="*/ 0 w 1099794"/>
                  <a:gd name="connsiteY11" fmla="*/ 0 h 1099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794" h="1099785">
                    <a:moveTo>
                      <a:pt x="0" y="0"/>
                    </a:moveTo>
                    <a:lnTo>
                      <a:pt x="365769" y="0"/>
                    </a:lnTo>
                    <a:lnTo>
                      <a:pt x="365769" y="448704"/>
                    </a:lnTo>
                    <a:lnTo>
                      <a:pt x="734006" y="448704"/>
                    </a:lnTo>
                    <a:lnTo>
                      <a:pt x="734006" y="0"/>
                    </a:lnTo>
                    <a:lnTo>
                      <a:pt x="1099785" y="0"/>
                    </a:lnTo>
                    <a:lnTo>
                      <a:pt x="1099794" y="0"/>
                    </a:lnTo>
                    <a:lnTo>
                      <a:pt x="1099794" y="1026471"/>
                    </a:lnTo>
                    <a:cubicBezTo>
                      <a:pt x="1099794" y="1066848"/>
                      <a:pt x="1066866" y="1099785"/>
                      <a:pt x="1026480" y="1099785"/>
                    </a:cubicBezTo>
                    <a:lnTo>
                      <a:pt x="73323" y="1099785"/>
                    </a:lnTo>
                    <a:cubicBezTo>
                      <a:pt x="32937" y="1099785"/>
                      <a:pt x="0" y="1066857"/>
                      <a:pt x="0" y="1026471"/>
                    </a:cubicBezTo>
                    <a:lnTo>
                      <a:pt x="0" y="0"/>
                    </a:ln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55" name="Freeform: Shape 1154">
                <a:extLst>
                  <a:ext uri="{FF2B5EF4-FFF2-40B4-BE49-F238E27FC236}">
                    <a16:creationId xmlns:a16="http://schemas.microsoft.com/office/drawing/2014/main" id="{C7BAFEE5-92D7-106E-5CD2-3AA333DFCFA1}"/>
                  </a:ext>
                </a:extLst>
              </p:cNvPr>
              <p:cNvSpPr/>
              <p:nvPr/>
            </p:nvSpPr>
            <p:spPr>
              <a:xfrm>
                <a:off x="-2815761" y="3196341"/>
                <a:ext cx="1099786" cy="1099785"/>
              </a:xfrm>
              <a:custGeom>
                <a:avLst/>
                <a:gdLst>
                  <a:gd name="connsiteX0" fmla="*/ 0 w 1099786"/>
                  <a:gd name="connsiteY0" fmla="*/ 0 h 1099785"/>
                  <a:gd name="connsiteX1" fmla="*/ 365780 w 1099786"/>
                  <a:gd name="connsiteY1" fmla="*/ 0 h 1099785"/>
                  <a:gd name="connsiteX2" fmla="*/ 365780 w 1099786"/>
                  <a:gd name="connsiteY2" fmla="*/ 448704 h 1099785"/>
                  <a:gd name="connsiteX3" fmla="*/ 734016 w 1099786"/>
                  <a:gd name="connsiteY3" fmla="*/ 448704 h 1099785"/>
                  <a:gd name="connsiteX4" fmla="*/ 734016 w 1099786"/>
                  <a:gd name="connsiteY4" fmla="*/ 0 h 1099785"/>
                  <a:gd name="connsiteX5" fmla="*/ 1099786 w 1099786"/>
                  <a:gd name="connsiteY5" fmla="*/ 0 h 1099785"/>
                  <a:gd name="connsiteX6" fmla="*/ 1099786 w 1099786"/>
                  <a:gd name="connsiteY6" fmla="*/ 1026471 h 1099785"/>
                  <a:gd name="connsiteX7" fmla="*/ 1026471 w 1099786"/>
                  <a:gd name="connsiteY7" fmla="*/ 1099785 h 1099785"/>
                  <a:gd name="connsiteX8" fmla="*/ 73314 w 1099786"/>
                  <a:gd name="connsiteY8" fmla="*/ 1099785 h 1099785"/>
                  <a:gd name="connsiteX9" fmla="*/ 0 w 1099786"/>
                  <a:gd name="connsiteY9" fmla="*/ 1026471 h 1099785"/>
                  <a:gd name="connsiteX10" fmla="*/ 0 w 1099786"/>
                  <a:gd name="connsiteY10" fmla="*/ 0 h 1099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9786" h="1099785">
                    <a:moveTo>
                      <a:pt x="0" y="0"/>
                    </a:moveTo>
                    <a:lnTo>
                      <a:pt x="365780" y="0"/>
                    </a:lnTo>
                    <a:lnTo>
                      <a:pt x="365780" y="448704"/>
                    </a:lnTo>
                    <a:lnTo>
                      <a:pt x="734016" y="448704"/>
                    </a:lnTo>
                    <a:lnTo>
                      <a:pt x="734016" y="0"/>
                    </a:lnTo>
                    <a:lnTo>
                      <a:pt x="1099786" y="0"/>
                    </a:lnTo>
                    <a:lnTo>
                      <a:pt x="1099786" y="1026471"/>
                    </a:lnTo>
                    <a:cubicBezTo>
                      <a:pt x="1099786" y="1066848"/>
                      <a:pt x="1066858" y="1099785"/>
                      <a:pt x="1026471" y="1099785"/>
                    </a:cubicBezTo>
                    <a:lnTo>
                      <a:pt x="73314" y="1099785"/>
                    </a:lnTo>
                    <a:cubicBezTo>
                      <a:pt x="32938" y="1099785"/>
                      <a:pt x="0" y="1066857"/>
                      <a:pt x="0" y="1026471"/>
                    </a:cubicBezTo>
                    <a:lnTo>
                      <a:pt x="0" y="0"/>
                    </a:ln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56" name="Freeform: Shape 1155">
                <a:extLst>
                  <a:ext uri="{FF2B5EF4-FFF2-40B4-BE49-F238E27FC236}">
                    <a16:creationId xmlns:a16="http://schemas.microsoft.com/office/drawing/2014/main" id="{E3CD3C9E-33F9-F07E-0D98-6EDCD1240D11}"/>
                  </a:ext>
                </a:extLst>
              </p:cNvPr>
              <p:cNvSpPr/>
              <p:nvPr/>
            </p:nvSpPr>
            <p:spPr>
              <a:xfrm>
                <a:off x="-5205840" y="4391376"/>
                <a:ext cx="1099794" cy="1099795"/>
              </a:xfrm>
              <a:custGeom>
                <a:avLst/>
                <a:gdLst>
                  <a:gd name="connsiteX0" fmla="*/ 0 w 1099794"/>
                  <a:gd name="connsiteY0" fmla="*/ 0 h 1099795"/>
                  <a:gd name="connsiteX1" fmla="*/ 365769 w 1099794"/>
                  <a:gd name="connsiteY1" fmla="*/ 0 h 1099795"/>
                  <a:gd name="connsiteX2" fmla="*/ 365769 w 1099794"/>
                  <a:gd name="connsiteY2" fmla="*/ 448704 h 1099795"/>
                  <a:gd name="connsiteX3" fmla="*/ 734006 w 1099794"/>
                  <a:gd name="connsiteY3" fmla="*/ 448704 h 1099795"/>
                  <a:gd name="connsiteX4" fmla="*/ 734006 w 1099794"/>
                  <a:gd name="connsiteY4" fmla="*/ 0 h 1099795"/>
                  <a:gd name="connsiteX5" fmla="*/ 1099785 w 1099794"/>
                  <a:gd name="connsiteY5" fmla="*/ 0 h 1099795"/>
                  <a:gd name="connsiteX6" fmla="*/ 1099794 w 1099794"/>
                  <a:gd name="connsiteY6" fmla="*/ 0 h 1099795"/>
                  <a:gd name="connsiteX7" fmla="*/ 1099794 w 1099794"/>
                  <a:gd name="connsiteY7" fmla="*/ 1026471 h 1099795"/>
                  <a:gd name="connsiteX8" fmla="*/ 1026480 w 1099794"/>
                  <a:gd name="connsiteY8" fmla="*/ 1099795 h 1099795"/>
                  <a:gd name="connsiteX9" fmla="*/ 73323 w 1099794"/>
                  <a:gd name="connsiteY9" fmla="*/ 1099795 h 1099795"/>
                  <a:gd name="connsiteX10" fmla="*/ 0 w 1099794"/>
                  <a:gd name="connsiteY10" fmla="*/ 1026471 h 1099795"/>
                  <a:gd name="connsiteX11" fmla="*/ 0 w 1099794"/>
                  <a:gd name="connsiteY11" fmla="*/ 0 h 1099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794" h="1099795">
                    <a:moveTo>
                      <a:pt x="0" y="0"/>
                    </a:moveTo>
                    <a:lnTo>
                      <a:pt x="365769" y="0"/>
                    </a:lnTo>
                    <a:lnTo>
                      <a:pt x="365769" y="448704"/>
                    </a:lnTo>
                    <a:lnTo>
                      <a:pt x="734006" y="448704"/>
                    </a:lnTo>
                    <a:lnTo>
                      <a:pt x="734006" y="0"/>
                    </a:lnTo>
                    <a:lnTo>
                      <a:pt x="1099785" y="0"/>
                    </a:lnTo>
                    <a:lnTo>
                      <a:pt x="1099794" y="0"/>
                    </a:lnTo>
                    <a:lnTo>
                      <a:pt x="1099794" y="1026471"/>
                    </a:lnTo>
                    <a:cubicBezTo>
                      <a:pt x="1099794" y="1066857"/>
                      <a:pt x="1066866" y="1099795"/>
                      <a:pt x="1026480" y="1099795"/>
                    </a:cubicBezTo>
                    <a:lnTo>
                      <a:pt x="73323" y="1099795"/>
                    </a:lnTo>
                    <a:cubicBezTo>
                      <a:pt x="32937" y="1099795"/>
                      <a:pt x="0" y="1066857"/>
                      <a:pt x="0" y="1026471"/>
                    </a:cubicBezTo>
                    <a:lnTo>
                      <a:pt x="0" y="0"/>
                    </a:lnTo>
                    <a:close/>
                  </a:path>
                </a:pathLst>
              </a:custGeom>
              <a:solidFill>
                <a:srgbClr val="0078D4"/>
              </a:solidFill>
              <a:ln w="203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57" name="Freeform: Shape 1156">
                <a:extLst>
                  <a:ext uri="{FF2B5EF4-FFF2-40B4-BE49-F238E27FC236}">
                    <a16:creationId xmlns:a16="http://schemas.microsoft.com/office/drawing/2014/main" id="{50296E8D-75A8-CEBD-E5F1-674E9CC30CF5}"/>
                  </a:ext>
                </a:extLst>
              </p:cNvPr>
              <p:cNvSpPr/>
              <p:nvPr/>
            </p:nvSpPr>
            <p:spPr>
              <a:xfrm>
                <a:off x="-4010795" y="4391376"/>
                <a:ext cx="1099795" cy="1099795"/>
              </a:xfrm>
              <a:custGeom>
                <a:avLst/>
                <a:gdLst>
                  <a:gd name="connsiteX0" fmla="*/ 0 w 1099795"/>
                  <a:gd name="connsiteY0" fmla="*/ 0 h 1099795"/>
                  <a:gd name="connsiteX1" fmla="*/ 365770 w 1099795"/>
                  <a:gd name="connsiteY1" fmla="*/ 0 h 1099795"/>
                  <a:gd name="connsiteX2" fmla="*/ 365770 w 1099795"/>
                  <a:gd name="connsiteY2" fmla="*/ 448704 h 1099795"/>
                  <a:gd name="connsiteX3" fmla="*/ 734006 w 1099795"/>
                  <a:gd name="connsiteY3" fmla="*/ 448704 h 1099795"/>
                  <a:gd name="connsiteX4" fmla="*/ 734006 w 1099795"/>
                  <a:gd name="connsiteY4" fmla="*/ 0 h 1099795"/>
                  <a:gd name="connsiteX5" fmla="*/ 1099795 w 1099795"/>
                  <a:gd name="connsiteY5" fmla="*/ 0 h 1099795"/>
                  <a:gd name="connsiteX6" fmla="*/ 1099795 w 1099795"/>
                  <a:gd name="connsiteY6" fmla="*/ 1026471 h 1099795"/>
                  <a:gd name="connsiteX7" fmla="*/ 1026472 w 1099795"/>
                  <a:gd name="connsiteY7" fmla="*/ 1099795 h 1099795"/>
                  <a:gd name="connsiteX8" fmla="*/ 73314 w 1099795"/>
                  <a:gd name="connsiteY8" fmla="*/ 1099795 h 1099795"/>
                  <a:gd name="connsiteX9" fmla="*/ 0 w 1099795"/>
                  <a:gd name="connsiteY9" fmla="*/ 1026471 h 1099795"/>
                  <a:gd name="connsiteX10" fmla="*/ 0 w 1099795"/>
                  <a:gd name="connsiteY10" fmla="*/ 0 h 1099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9795" h="1099795">
                    <a:moveTo>
                      <a:pt x="0" y="0"/>
                    </a:moveTo>
                    <a:lnTo>
                      <a:pt x="365770" y="0"/>
                    </a:lnTo>
                    <a:lnTo>
                      <a:pt x="365770" y="448704"/>
                    </a:lnTo>
                    <a:lnTo>
                      <a:pt x="734006" y="448704"/>
                    </a:lnTo>
                    <a:lnTo>
                      <a:pt x="734006" y="0"/>
                    </a:lnTo>
                    <a:lnTo>
                      <a:pt x="1099795" y="0"/>
                    </a:lnTo>
                    <a:lnTo>
                      <a:pt x="1099795" y="1026471"/>
                    </a:lnTo>
                    <a:cubicBezTo>
                      <a:pt x="1099795" y="1066857"/>
                      <a:pt x="1066857" y="1099795"/>
                      <a:pt x="1026472" y="1099795"/>
                    </a:cubicBezTo>
                    <a:lnTo>
                      <a:pt x="73314" y="1099795"/>
                    </a:lnTo>
                    <a:cubicBezTo>
                      <a:pt x="32938" y="1099795"/>
                      <a:pt x="0" y="1066857"/>
                      <a:pt x="0" y="1026471"/>
                    </a:cubicBezTo>
                    <a:lnTo>
                      <a:pt x="0" y="0"/>
                    </a:ln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61" name="Freeform: Shape 1160">
                <a:extLst>
                  <a:ext uri="{FF2B5EF4-FFF2-40B4-BE49-F238E27FC236}">
                    <a16:creationId xmlns:a16="http://schemas.microsoft.com/office/drawing/2014/main" id="{E2A9C486-0CF6-9A68-33F3-0AA770857B24}"/>
                  </a:ext>
                </a:extLst>
              </p:cNvPr>
              <p:cNvSpPr/>
              <p:nvPr/>
            </p:nvSpPr>
            <p:spPr>
              <a:xfrm>
                <a:off x="-2815761" y="4391376"/>
                <a:ext cx="1099786" cy="1099795"/>
              </a:xfrm>
              <a:custGeom>
                <a:avLst/>
                <a:gdLst>
                  <a:gd name="connsiteX0" fmla="*/ 0 w 1099786"/>
                  <a:gd name="connsiteY0" fmla="*/ 0 h 1099795"/>
                  <a:gd name="connsiteX1" fmla="*/ 365780 w 1099786"/>
                  <a:gd name="connsiteY1" fmla="*/ 0 h 1099795"/>
                  <a:gd name="connsiteX2" fmla="*/ 365780 w 1099786"/>
                  <a:gd name="connsiteY2" fmla="*/ 448704 h 1099795"/>
                  <a:gd name="connsiteX3" fmla="*/ 734016 w 1099786"/>
                  <a:gd name="connsiteY3" fmla="*/ 448704 h 1099795"/>
                  <a:gd name="connsiteX4" fmla="*/ 734016 w 1099786"/>
                  <a:gd name="connsiteY4" fmla="*/ 0 h 1099795"/>
                  <a:gd name="connsiteX5" fmla="*/ 1099786 w 1099786"/>
                  <a:gd name="connsiteY5" fmla="*/ 0 h 1099795"/>
                  <a:gd name="connsiteX6" fmla="*/ 1099786 w 1099786"/>
                  <a:gd name="connsiteY6" fmla="*/ 1026471 h 1099795"/>
                  <a:gd name="connsiteX7" fmla="*/ 1026471 w 1099786"/>
                  <a:gd name="connsiteY7" fmla="*/ 1099795 h 1099795"/>
                  <a:gd name="connsiteX8" fmla="*/ 73314 w 1099786"/>
                  <a:gd name="connsiteY8" fmla="*/ 1099795 h 1099795"/>
                  <a:gd name="connsiteX9" fmla="*/ 0 w 1099786"/>
                  <a:gd name="connsiteY9" fmla="*/ 1026471 h 1099795"/>
                  <a:gd name="connsiteX10" fmla="*/ 0 w 1099786"/>
                  <a:gd name="connsiteY10" fmla="*/ 0 h 1099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9786" h="1099795">
                    <a:moveTo>
                      <a:pt x="0" y="0"/>
                    </a:moveTo>
                    <a:lnTo>
                      <a:pt x="365780" y="0"/>
                    </a:lnTo>
                    <a:lnTo>
                      <a:pt x="365780" y="448704"/>
                    </a:lnTo>
                    <a:lnTo>
                      <a:pt x="734016" y="448704"/>
                    </a:lnTo>
                    <a:lnTo>
                      <a:pt x="734016" y="0"/>
                    </a:lnTo>
                    <a:lnTo>
                      <a:pt x="1099786" y="0"/>
                    </a:lnTo>
                    <a:lnTo>
                      <a:pt x="1099786" y="1026471"/>
                    </a:lnTo>
                    <a:cubicBezTo>
                      <a:pt x="1099786" y="1066857"/>
                      <a:pt x="1066858" y="1099795"/>
                      <a:pt x="1026471" y="1099795"/>
                    </a:cubicBezTo>
                    <a:lnTo>
                      <a:pt x="73314" y="1099795"/>
                    </a:lnTo>
                    <a:cubicBezTo>
                      <a:pt x="32938" y="1099795"/>
                      <a:pt x="0" y="1066857"/>
                      <a:pt x="0" y="1026471"/>
                    </a:cubicBezTo>
                    <a:lnTo>
                      <a:pt x="0" y="0"/>
                    </a:lnTo>
                    <a:close/>
                  </a:path>
                </a:pathLst>
              </a:custGeom>
              <a:solidFill>
                <a:srgbClr val="0078D4"/>
              </a:solidFill>
              <a:ln w="203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sp>
        <p:nvSpPr>
          <p:cNvPr id="1165" name="Rectangle: Rounded Corners 13">
            <a:extLst>
              <a:ext uri="{FF2B5EF4-FFF2-40B4-BE49-F238E27FC236}">
                <a16:creationId xmlns:a16="http://schemas.microsoft.com/office/drawing/2014/main" id="{BF3B2D8C-4DE7-96B2-9E64-B01644C1C92B}"/>
              </a:ext>
            </a:extLst>
          </p:cNvPr>
          <p:cNvSpPr>
            <a:spLocks/>
          </p:cNvSpPr>
          <p:nvPr/>
        </p:nvSpPr>
        <p:spPr>
          <a:xfrm>
            <a:off x="5802123" y="2128236"/>
            <a:ext cx="1779911" cy="246221"/>
          </a:xfrm>
          <a:prstGeom prst="rect">
            <a:avLst/>
          </a:prstGeom>
          <a:no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UI" pitchFamily="34" charset="0"/>
              </a:rPr>
              <a:t>New Inventory</a:t>
            </a:r>
          </a:p>
        </p:txBody>
      </p:sp>
      <p:sp>
        <p:nvSpPr>
          <p:cNvPr id="1166" name="Rectangle: Rounded Corners 13">
            <a:extLst>
              <a:ext uri="{FF2B5EF4-FFF2-40B4-BE49-F238E27FC236}">
                <a16:creationId xmlns:a16="http://schemas.microsoft.com/office/drawing/2014/main" id="{78AE3533-E057-15BE-6DAD-A7A507966A95}"/>
              </a:ext>
            </a:extLst>
          </p:cNvPr>
          <p:cNvSpPr>
            <a:spLocks/>
          </p:cNvSpPr>
          <p:nvPr/>
        </p:nvSpPr>
        <p:spPr>
          <a:xfrm>
            <a:off x="5802123" y="3676847"/>
            <a:ext cx="1779911" cy="246221"/>
          </a:xfrm>
          <a:prstGeom prst="rect">
            <a:avLst/>
          </a:prstGeom>
          <a:no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UI" pitchFamily="34" charset="0"/>
              </a:rPr>
              <a:t>Existing Inventory</a:t>
            </a:r>
          </a:p>
        </p:txBody>
      </p:sp>
      <p:sp>
        <p:nvSpPr>
          <p:cNvPr id="1167" name="Rectangle: Rounded Corners 13">
            <a:extLst>
              <a:ext uri="{FF2B5EF4-FFF2-40B4-BE49-F238E27FC236}">
                <a16:creationId xmlns:a16="http://schemas.microsoft.com/office/drawing/2014/main" id="{F3A7024D-8978-DA94-9D23-E383E3853DDC}"/>
              </a:ext>
            </a:extLst>
          </p:cNvPr>
          <p:cNvSpPr>
            <a:spLocks/>
          </p:cNvSpPr>
          <p:nvPr/>
        </p:nvSpPr>
        <p:spPr>
          <a:xfrm>
            <a:off x="5802123" y="5225458"/>
            <a:ext cx="1779911" cy="246221"/>
          </a:xfrm>
          <a:prstGeom prst="rect">
            <a:avLst/>
          </a:prstGeom>
          <a:no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UI Semibold"/>
                <a:ea typeface="+mn-ea"/>
                <a:cs typeface="Segoe UI" pitchFamily="34" charset="0"/>
              </a:rPr>
              <a:t>Shadow Inventory</a:t>
            </a:r>
          </a:p>
        </p:txBody>
      </p:sp>
      <p:sp>
        <p:nvSpPr>
          <p:cNvPr id="1170" name="Content Placeholder 62">
            <a:extLst>
              <a:ext uri="{FF2B5EF4-FFF2-40B4-BE49-F238E27FC236}">
                <a16:creationId xmlns:a16="http://schemas.microsoft.com/office/drawing/2014/main" id="{2F20F245-B0BD-6993-8CD7-50FA83E66F05}"/>
              </a:ext>
            </a:extLst>
          </p:cNvPr>
          <p:cNvSpPr txBox="1">
            <a:spLocks/>
          </p:cNvSpPr>
          <p:nvPr/>
        </p:nvSpPr>
        <p:spPr>
          <a:xfrm>
            <a:off x="7426000" y="1886228"/>
            <a:ext cx="1310039" cy="184666"/>
          </a:xfrm>
          <a:prstGeom prst="rect">
            <a:avLst/>
          </a:prstGeom>
        </p:spPr>
        <p:txBody>
          <a:bodyPr vert="horz" wrap="none" lIns="0" tIns="0" rIns="0" bIns="0" rtlCol="0" anchor="ctr">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Visual Studio Code</a:t>
            </a:r>
          </a:p>
        </p:txBody>
      </p:sp>
      <p:pic>
        <p:nvPicPr>
          <p:cNvPr id="1174" name="Picture 1173" descr="A blue logo with a black background&#10;&#10;Description automatically generated">
            <a:extLst>
              <a:ext uri="{FF2B5EF4-FFF2-40B4-BE49-F238E27FC236}">
                <a16:creationId xmlns:a16="http://schemas.microsoft.com/office/drawing/2014/main" id="{A9ED7E51-B0C7-3C8F-016F-C66B8A959D22}"/>
              </a:ext>
            </a:extLst>
          </p:cNvPr>
          <p:cNvPicPr>
            <a:picLocks noChangeAspect="1"/>
          </p:cNvPicPr>
          <p:nvPr/>
        </p:nvPicPr>
        <p:blipFill>
          <a:blip r:embed="rId6"/>
          <a:stretch>
            <a:fillRect/>
          </a:stretch>
        </p:blipFill>
        <p:spPr>
          <a:xfrm>
            <a:off x="7903242" y="2188706"/>
            <a:ext cx="355554" cy="355554"/>
          </a:xfrm>
          <a:prstGeom prst="rect">
            <a:avLst/>
          </a:prstGeom>
        </p:spPr>
      </p:pic>
      <p:grpSp>
        <p:nvGrpSpPr>
          <p:cNvPr id="1181" name="Group 1180">
            <a:extLst>
              <a:ext uri="{FF2B5EF4-FFF2-40B4-BE49-F238E27FC236}">
                <a16:creationId xmlns:a16="http://schemas.microsoft.com/office/drawing/2014/main" id="{46145CFC-68B1-C31A-654E-ACD4642068CF}"/>
              </a:ext>
            </a:extLst>
          </p:cNvPr>
          <p:cNvGrpSpPr/>
          <p:nvPr/>
        </p:nvGrpSpPr>
        <p:grpSpPr>
          <a:xfrm>
            <a:off x="7662547" y="4984857"/>
            <a:ext cx="500137" cy="727422"/>
            <a:chOff x="8690901" y="10655823"/>
            <a:chExt cx="500137" cy="727422"/>
          </a:xfrm>
        </p:grpSpPr>
        <p:sp>
          <p:nvSpPr>
            <p:cNvPr id="1171" name="Content Placeholder 62">
              <a:extLst>
                <a:ext uri="{FF2B5EF4-FFF2-40B4-BE49-F238E27FC236}">
                  <a16:creationId xmlns:a16="http://schemas.microsoft.com/office/drawing/2014/main" id="{04325E8F-5B11-7E6F-E264-3BA529B86627}"/>
                </a:ext>
              </a:extLst>
            </p:cNvPr>
            <p:cNvSpPr txBox="1">
              <a:spLocks/>
            </p:cNvSpPr>
            <p:nvPr/>
          </p:nvSpPr>
          <p:spPr>
            <a:xfrm>
              <a:off x="8690901" y="10655823"/>
              <a:ext cx="500137" cy="184666"/>
            </a:xfrm>
            <a:prstGeom prst="rect">
              <a:avLst/>
            </a:prstGeom>
          </p:spPr>
          <p:txBody>
            <a:bodyPr vert="horz" wrap="none" lIns="0" tIns="0" rIns="0" bIns="0" rtlCol="0" anchor="ctr">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GitHub</a:t>
              </a:r>
            </a:p>
          </p:txBody>
        </p:sp>
        <p:pic>
          <p:nvPicPr>
            <p:cNvPr id="1201" name="Graphic 1200">
              <a:extLst>
                <a:ext uri="{FF2B5EF4-FFF2-40B4-BE49-F238E27FC236}">
                  <a16:creationId xmlns:a16="http://schemas.microsoft.com/office/drawing/2014/main" id="{E0745493-9AD9-147F-7128-6281C2F38E2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719538" y="10940385"/>
              <a:ext cx="442862" cy="442860"/>
            </a:xfrm>
            <a:prstGeom prst="rect">
              <a:avLst/>
            </a:prstGeom>
          </p:spPr>
        </p:pic>
      </p:grpSp>
      <p:grpSp>
        <p:nvGrpSpPr>
          <p:cNvPr id="1179" name="Group 1178">
            <a:extLst>
              <a:ext uri="{FF2B5EF4-FFF2-40B4-BE49-F238E27FC236}">
                <a16:creationId xmlns:a16="http://schemas.microsoft.com/office/drawing/2014/main" id="{449EE69E-04AA-2BE3-A24F-88AD60A29589}"/>
              </a:ext>
            </a:extLst>
          </p:cNvPr>
          <p:cNvGrpSpPr/>
          <p:nvPr/>
        </p:nvGrpSpPr>
        <p:grpSpPr>
          <a:xfrm>
            <a:off x="10623712" y="1874390"/>
            <a:ext cx="660694" cy="720832"/>
            <a:chOff x="4826949" y="10683338"/>
            <a:chExt cx="660694" cy="720832"/>
          </a:xfrm>
        </p:grpSpPr>
        <p:sp>
          <p:nvSpPr>
            <p:cNvPr id="1196" name="Content Placeholder 62">
              <a:extLst>
                <a:ext uri="{FF2B5EF4-FFF2-40B4-BE49-F238E27FC236}">
                  <a16:creationId xmlns:a16="http://schemas.microsoft.com/office/drawing/2014/main" id="{988CAFD9-9A66-5F49-EFAC-738FDEFEA745}"/>
                </a:ext>
              </a:extLst>
            </p:cNvPr>
            <p:cNvSpPr txBox="1">
              <a:spLocks/>
            </p:cNvSpPr>
            <p:nvPr/>
          </p:nvSpPr>
          <p:spPr>
            <a:xfrm>
              <a:off x="4826949" y="10683338"/>
              <a:ext cx="660694" cy="184666"/>
            </a:xfrm>
            <a:prstGeom prst="rect">
              <a:avLst/>
            </a:prstGeom>
          </p:spPr>
          <p:txBody>
            <a:bodyPr vert="horz" wrap="none" lIns="0" tIns="0" rIns="0" bIns="0" rtlCol="0" anchor="ctr">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Azure CLI</a:t>
              </a:r>
            </a:p>
          </p:txBody>
        </p:sp>
        <p:pic>
          <p:nvPicPr>
            <p:cNvPr id="1202" name="Picture 16" descr="Azure Tools">
              <a:extLst>
                <a:ext uri="{FF2B5EF4-FFF2-40B4-BE49-F238E27FC236}">
                  <a16:creationId xmlns:a16="http://schemas.microsoft.com/office/drawing/2014/main" id="{5996B1BB-CC5E-992B-ACE1-55D3F6C9D51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936531" y="10962640"/>
              <a:ext cx="441530" cy="4415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78" name="Group 1177">
            <a:extLst>
              <a:ext uri="{FF2B5EF4-FFF2-40B4-BE49-F238E27FC236}">
                <a16:creationId xmlns:a16="http://schemas.microsoft.com/office/drawing/2014/main" id="{C3D4BC95-AAA4-42B3-86CE-5E1DCCD8A221}"/>
              </a:ext>
            </a:extLst>
          </p:cNvPr>
          <p:cNvGrpSpPr/>
          <p:nvPr/>
        </p:nvGrpSpPr>
        <p:grpSpPr>
          <a:xfrm>
            <a:off x="8948736" y="1874390"/>
            <a:ext cx="1354923" cy="710643"/>
            <a:chOff x="2802301" y="10661302"/>
            <a:chExt cx="1354923" cy="710643"/>
          </a:xfrm>
        </p:grpSpPr>
        <p:sp>
          <p:nvSpPr>
            <p:cNvPr id="1169" name="Content Placeholder 62">
              <a:extLst>
                <a:ext uri="{FF2B5EF4-FFF2-40B4-BE49-F238E27FC236}">
                  <a16:creationId xmlns:a16="http://schemas.microsoft.com/office/drawing/2014/main" id="{8F416D67-C42F-B31E-9B83-9C73466A1A30}"/>
                </a:ext>
              </a:extLst>
            </p:cNvPr>
            <p:cNvSpPr txBox="1">
              <a:spLocks/>
            </p:cNvSpPr>
            <p:nvPr/>
          </p:nvSpPr>
          <p:spPr>
            <a:xfrm>
              <a:off x="2802301" y="10661302"/>
              <a:ext cx="1354923" cy="184666"/>
            </a:xfrm>
            <a:prstGeom prst="rect">
              <a:avLst/>
            </a:prstGeom>
          </p:spPr>
          <p:txBody>
            <a:bodyPr vert="horz" wrap="none" lIns="0" tIns="0" rIns="0" bIns="0" rtlCol="0" anchor="ctr">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Visual Studio 2022*</a:t>
              </a:r>
            </a:p>
          </p:txBody>
        </p:sp>
        <p:pic>
          <p:nvPicPr>
            <p:cNvPr id="1173" name="Picture 1172" descr="A purple ribbon in a shape of a infinity symbol&#10;&#10;Description automatically generated">
              <a:extLst>
                <a:ext uri="{FF2B5EF4-FFF2-40B4-BE49-F238E27FC236}">
                  <a16:creationId xmlns:a16="http://schemas.microsoft.com/office/drawing/2014/main" id="{73F8951E-3249-A10F-0DC7-3819360F267A}"/>
                </a:ext>
              </a:extLst>
            </p:cNvPr>
            <p:cNvPicPr>
              <a:picLocks noChangeAspect="1"/>
            </p:cNvPicPr>
            <p:nvPr/>
          </p:nvPicPr>
          <p:blipFill>
            <a:blip r:embed="rId9"/>
            <a:stretch>
              <a:fillRect/>
            </a:stretch>
          </p:blipFill>
          <p:spPr>
            <a:xfrm>
              <a:off x="3262061" y="10936541"/>
              <a:ext cx="435404" cy="435404"/>
            </a:xfrm>
            <a:prstGeom prst="rect">
              <a:avLst/>
            </a:prstGeom>
          </p:spPr>
        </p:pic>
      </p:grpSp>
      <p:grpSp>
        <p:nvGrpSpPr>
          <p:cNvPr id="1182" name="Group 1181">
            <a:extLst>
              <a:ext uri="{FF2B5EF4-FFF2-40B4-BE49-F238E27FC236}">
                <a16:creationId xmlns:a16="http://schemas.microsoft.com/office/drawing/2014/main" id="{D150315B-F0EF-B267-9399-EAA8AFDD3D33}"/>
              </a:ext>
            </a:extLst>
          </p:cNvPr>
          <p:cNvGrpSpPr/>
          <p:nvPr/>
        </p:nvGrpSpPr>
        <p:grpSpPr>
          <a:xfrm>
            <a:off x="9657164" y="4968071"/>
            <a:ext cx="1368320" cy="713706"/>
            <a:chOff x="9975038" y="10655823"/>
            <a:chExt cx="1368320" cy="713706"/>
          </a:xfrm>
        </p:grpSpPr>
        <p:sp>
          <p:nvSpPr>
            <p:cNvPr id="1172" name="Content Placeholder 62">
              <a:extLst>
                <a:ext uri="{FF2B5EF4-FFF2-40B4-BE49-F238E27FC236}">
                  <a16:creationId xmlns:a16="http://schemas.microsoft.com/office/drawing/2014/main" id="{FED66BDF-FCF0-5D8C-4E74-B32AAA595413}"/>
                </a:ext>
              </a:extLst>
            </p:cNvPr>
            <p:cNvSpPr txBox="1">
              <a:spLocks/>
            </p:cNvSpPr>
            <p:nvPr/>
          </p:nvSpPr>
          <p:spPr>
            <a:xfrm>
              <a:off x="9975038" y="10655823"/>
              <a:ext cx="1368320" cy="184666"/>
            </a:xfrm>
            <a:prstGeom prst="rect">
              <a:avLst/>
            </a:prstGeom>
          </p:spPr>
          <p:txBody>
            <a:bodyPr vert="horz" wrap="square" lIns="0" tIns="0" rIns="0" bIns="0" rtlCol="0" anchor="b">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Azure</a:t>
              </a:r>
            </a:p>
          </p:txBody>
        </p:sp>
        <p:pic>
          <p:nvPicPr>
            <p:cNvPr id="1203" name="Picture 16" descr="Azure Tools">
              <a:extLst>
                <a:ext uri="{FF2B5EF4-FFF2-40B4-BE49-F238E27FC236}">
                  <a16:creationId xmlns:a16="http://schemas.microsoft.com/office/drawing/2014/main" id="{5F532EEA-44C2-7C37-1833-F21F13F1A3D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438433" y="10927999"/>
              <a:ext cx="441530" cy="4415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80" name="Group 1179">
            <a:extLst>
              <a:ext uri="{FF2B5EF4-FFF2-40B4-BE49-F238E27FC236}">
                <a16:creationId xmlns:a16="http://schemas.microsoft.com/office/drawing/2014/main" id="{DF1D788A-46A1-3291-49C8-111A00D5F0C7}"/>
              </a:ext>
            </a:extLst>
          </p:cNvPr>
          <p:cNvGrpSpPr/>
          <p:nvPr/>
        </p:nvGrpSpPr>
        <p:grpSpPr>
          <a:xfrm>
            <a:off x="7198729" y="3327443"/>
            <a:ext cx="1368320" cy="898021"/>
            <a:chOff x="4909349" y="10470488"/>
            <a:chExt cx="1368320" cy="898021"/>
          </a:xfrm>
        </p:grpSpPr>
        <p:sp>
          <p:nvSpPr>
            <p:cNvPr id="1197" name="Content Placeholder 62">
              <a:extLst>
                <a:ext uri="{FF2B5EF4-FFF2-40B4-BE49-F238E27FC236}">
                  <a16:creationId xmlns:a16="http://schemas.microsoft.com/office/drawing/2014/main" id="{6B6E34BD-BA71-60A4-7174-55DBB5248C0A}"/>
                </a:ext>
              </a:extLst>
            </p:cNvPr>
            <p:cNvSpPr txBox="1">
              <a:spLocks/>
            </p:cNvSpPr>
            <p:nvPr/>
          </p:nvSpPr>
          <p:spPr>
            <a:xfrm>
              <a:off x="4909349" y="10470488"/>
              <a:ext cx="1368320" cy="369332"/>
            </a:xfrm>
            <a:prstGeom prst="rect">
              <a:avLst/>
            </a:prstGeom>
          </p:spPr>
          <p:txBody>
            <a:bodyPr vert="horz" wrap="square" lIns="0" tIns="0" rIns="0" bIns="0" rtlCol="0" anchor="b">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Azure API Management</a:t>
              </a:r>
            </a:p>
          </p:txBody>
        </p:sp>
        <p:pic>
          <p:nvPicPr>
            <p:cNvPr id="1204" name="Picture 12" descr="Azure API Management">
              <a:extLst>
                <a:ext uri="{FF2B5EF4-FFF2-40B4-BE49-F238E27FC236}">
                  <a16:creationId xmlns:a16="http://schemas.microsoft.com/office/drawing/2014/main" id="{9B731B5B-64C6-6D44-0A2D-9F58DA7C5C49}"/>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373096" y="10927681"/>
              <a:ext cx="440828" cy="440828"/>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194" name="Connector: Elbow 1193">
            <a:extLst>
              <a:ext uri="{FF2B5EF4-FFF2-40B4-BE49-F238E27FC236}">
                <a16:creationId xmlns:a16="http://schemas.microsoft.com/office/drawing/2014/main" id="{30552589-70D0-68E5-4A5A-A6B280356245}"/>
              </a:ext>
            </a:extLst>
          </p:cNvPr>
          <p:cNvCxnSpPr>
            <a:cxnSpLocks/>
            <a:endCxn id="1095" idx="2"/>
          </p:cNvCxnSpPr>
          <p:nvPr/>
        </p:nvCxnSpPr>
        <p:spPr>
          <a:xfrm flipV="1">
            <a:off x="3666578" y="2251346"/>
            <a:ext cx="985632" cy="695523"/>
          </a:xfrm>
          <a:prstGeom prst="bentConnector3">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00" name="Straight Connector 1199">
            <a:extLst>
              <a:ext uri="{FF2B5EF4-FFF2-40B4-BE49-F238E27FC236}">
                <a16:creationId xmlns:a16="http://schemas.microsoft.com/office/drawing/2014/main" id="{827CD3DD-880D-79C3-A105-A46B3052311A}"/>
              </a:ext>
            </a:extLst>
          </p:cNvPr>
          <p:cNvCxnSpPr/>
          <p:nvPr/>
        </p:nvCxnSpPr>
        <p:spPr>
          <a:xfrm>
            <a:off x="3829050" y="3825875"/>
            <a:ext cx="825500" cy="0"/>
          </a:xfrm>
          <a:prstGeom prst="line">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09" name="Connector: Elbow 1208">
            <a:extLst>
              <a:ext uri="{FF2B5EF4-FFF2-40B4-BE49-F238E27FC236}">
                <a16:creationId xmlns:a16="http://schemas.microsoft.com/office/drawing/2014/main" id="{AB1D6455-45BF-2D3F-3E33-2858381265E6}"/>
              </a:ext>
            </a:extLst>
          </p:cNvPr>
          <p:cNvCxnSpPr>
            <a:cxnSpLocks/>
            <a:stCxn id="1162" idx="2"/>
          </p:cNvCxnSpPr>
          <p:nvPr/>
        </p:nvCxnSpPr>
        <p:spPr>
          <a:xfrm rot="10800000">
            <a:off x="3633242" y="4720900"/>
            <a:ext cx="1018969" cy="627669"/>
          </a:xfrm>
          <a:prstGeom prst="bentConnector3">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Content Placeholder 62">
            <a:extLst>
              <a:ext uri="{FF2B5EF4-FFF2-40B4-BE49-F238E27FC236}">
                <a16:creationId xmlns:a16="http://schemas.microsoft.com/office/drawing/2014/main" id="{DCC452E5-3D20-E074-DFFD-A08716D664C9}"/>
              </a:ext>
            </a:extLst>
          </p:cNvPr>
          <p:cNvSpPr txBox="1">
            <a:spLocks/>
          </p:cNvSpPr>
          <p:nvPr/>
        </p:nvSpPr>
        <p:spPr>
          <a:xfrm>
            <a:off x="8608847" y="4964770"/>
            <a:ext cx="990912" cy="184666"/>
          </a:xfrm>
          <a:prstGeom prst="rect">
            <a:avLst/>
          </a:prstGeom>
        </p:spPr>
        <p:txBody>
          <a:bodyPr vert="horz" wrap="none" lIns="0" tIns="0" rIns="0" bIns="0" rtlCol="0" anchor="ctr">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Azure DevOps</a:t>
            </a:r>
          </a:p>
        </p:txBody>
      </p:sp>
      <p:pic>
        <p:nvPicPr>
          <p:cNvPr id="1026" name="Picture 2" descr="Azure Devops Logo PNG vector in SVG, PDF, AI, CDR format">
            <a:extLst>
              <a:ext uri="{FF2B5EF4-FFF2-40B4-BE49-F238E27FC236}">
                <a16:creationId xmlns:a16="http://schemas.microsoft.com/office/drawing/2014/main" id="{E65FB341-586B-FD47-8A9E-7D74CF08A31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36039" y="5187757"/>
            <a:ext cx="756543" cy="56784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62">
            <a:extLst>
              <a:ext uri="{FF2B5EF4-FFF2-40B4-BE49-F238E27FC236}">
                <a16:creationId xmlns:a16="http://schemas.microsoft.com/office/drawing/2014/main" id="{4661C048-56B4-652F-D9B5-AFC08D62B25D}"/>
              </a:ext>
            </a:extLst>
          </p:cNvPr>
          <p:cNvSpPr txBox="1">
            <a:spLocks/>
          </p:cNvSpPr>
          <p:nvPr/>
        </p:nvSpPr>
        <p:spPr>
          <a:xfrm>
            <a:off x="8181160" y="3513825"/>
            <a:ext cx="1038133" cy="184666"/>
          </a:xfrm>
          <a:prstGeom prst="rect">
            <a:avLst/>
          </a:prstGeom>
        </p:spPr>
        <p:txBody>
          <a:bodyPr vert="horz" wrap="square" lIns="0" tIns="0" rIns="0" bIns="0" rtlCol="0" anchor="b">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Apigee</a:t>
            </a:r>
          </a:p>
        </p:txBody>
      </p:sp>
      <p:sp>
        <p:nvSpPr>
          <p:cNvPr id="5" name="Content Placeholder 62">
            <a:extLst>
              <a:ext uri="{FF2B5EF4-FFF2-40B4-BE49-F238E27FC236}">
                <a16:creationId xmlns:a16="http://schemas.microsoft.com/office/drawing/2014/main" id="{84F25C4C-3695-CEEC-41C0-8238D6BD580D}"/>
              </a:ext>
            </a:extLst>
          </p:cNvPr>
          <p:cNvSpPr txBox="1">
            <a:spLocks/>
          </p:cNvSpPr>
          <p:nvPr/>
        </p:nvSpPr>
        <p:spPr>
          <a:xfrm>
            <a:off x="9084872" y="3520866"/>
            <a:ext cx="622738" cy="184666"/>
          </a:xfrm>
          <a:prstGeom prst="rect">
            <a:avLst/>
          </a:prstGeom>
        </p:spPr>
        <p:txBody>
          <a:bodyPr vert="horz" wrap="square" lIns="0" tIns="0" rIns="0" bIns="0" rtlCol="0" anchor="b">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Kong</a:t>
            </a:r>
          </a:p>
        </p:txBody>
      </p:sp>
      <p:sp>
        <p:nvSpPr>
          <p:cNvPr id="7" name="Content Placeholder 62">
            <a:extLst>
              <a:ext uri="{FF2B5EF4-FFF2-40B4-BE49-F238E27FC236}">
                <a16:creationId xmlns:a16="http://schemas.microsoft.com/office/drawing/2014/main" id="{C07E61F9-B514-9881-1943-48AFC2C07433}"/>
              </a:ext>
            </a:extLst>
          </p:cNvPr>
          <p:cNvSpPr txBox="1">
            <a:spLocks/>
          </p:cNvSpPr>
          <p:nvPr/>
        </p:nvSpPr>
        <p:spPr>
          <a:xfrm>
            <a:off x="9863542" y="3520866"/>
            <a:ext cx="622738" cy="184666"/>
          </a:xfrm>
          <a:prstGeom prst="rect">
            <a:avLst/>
          </a:prstGeom>
        </p:spPr>
        <p:txBody>
          <a:bodyPr vert="horz" wrap="square" lIns="0" tIns="0" rIns="0" bIns="0" rtlCol="0" anchor="b">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Mulesoft</a:t>
            </a:r>
          </a:p>
        </p:txBody>
      </p:sp>
      <p:sp>
        <p:nvSpPr>
          <p:cNvPr id="9" name="AutoShape 2">
            <a:extLst>
              <a:ext uri="{FF2B5EF4-FFF2-40B4-BE49-F238E27FC236}">
                <a16:creationId xmlns:a16="http://schemas.microsoft.com/office/drawing/2014/main" id="{B12ACC1B-7FE2-5530-6B09-ABA84A9FA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1" name="AutoShape 4">
            <a:extLst>
              <a:ext uri="{FF2B5EF4-FFF2-40B4-BE49-F238E27FC236}">
                <a16:creationId xmlns:a16="http://schemas.microsoft.com/office/drawing/2014/main" id="{0097ECE9-57C4-DE82-8682-B1B2E7F6ECC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2" name="AutoShape 6">
            <a:extLst>
              <a:ext uri="{FF2B5EF4-FFF2-40B4-BE49-F238E27FC236}">
                <a16:creationId xmlns:a16="http://schemas.microsoft.com/office/drawing/2014/main" id="{2D8C8DA8-7637-6527-C36D-2BFE340E947C}"/>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pic>
        <p:nvPicPr>
          <p:cNvPr id="20" name="Graphic 19">
            <a:extLst>
              <a:ext uri="{FF2B5EF4-FFF2-40B4-BE49-F238E27FC236}">
                <a16:creationId xmlns:a16="http://schemas.microsoft.com/office/drawing/2014/main" id="{718653E5-1072-5F8D-CA4F-537C44B14C9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442655" y="3719258"/>
            <a:ext cx="519062" cy="519062"/>
          </a:xfrm>
          <a:prstGeom prst="rect">
            <a:avLst/>
          </a:prstGeom>
        </p:spPr>
      </p:pic>
      <p:pic>
        <p:nvPicPr>
          <p:cNvPr id="26" name="Picture 25" descr="A blue and green logo&#10;&#10;Description automatically generated">
            <a:extLst>
              <a:ext uri="{FF2B5EF4-FFF2-40B4-BE49-F238E27FC236}">
                <a16:creationId xmlns:a16="http://schemas.microsoft.com/office/drawing/2014/main" id="{338F986D-3F1E-CA99-BDFD-73EA49EF436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160559" y="3719223"/>
            <a:ext cx="501066" cy="447029"/>
          </a:xfrm>
          <a:prstGeom prst="rect">
            <a:avLst/>
          </a:prstGeom>
        </p:spPr>
      </p:pic>
      <p:sp>
        <p:nvSpPr>
          <p:cNvPr id="29" name="Content Placeholder 62">
            <a:extLst>
              <a:ext uri="{FF2B5EF4-FFF2-40B4-BE49-F238E27FC236}">
                <a16:creationId xmlns:a16="http://schemas.microsoft.com/office/drawing/2014/main" id="{3A8E1C48-81FB-9A43-B10F-6E9BF2F300AF}"/>
              </a:ext>
            </a:extLst>
          </p:cNvPr>
          <p:cNvSpPr txBox="1">
            <a:spLocks/>
          </p:cNvSpPr>
          <p:nvPr/>
        </p:nvSpPr>
        <p:spPr>
          <a:xfrm>
            <a:off x="10559226" y="3396734"/>
            <a:ext cx="1033752" cy="369332"/>
          </a:xfrm>
          <a:prstGeom prst="rect">
            <a:avLst/>
          </a:prstGeom>
        </p:spPr>
        <p:txBody>
          <a:bodyPr vert="horz" wrap="square" lIns="0" tIns="0" rIns="0" bIns="0" rtlCol="0" anchor="b">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Amazon AWS Gateway</a:t>
            </a:r>
          </a:p>
        </p:txBody>
      </p:sp>
      <p:pic>
        <p:nvPicPr>
          <p:cNvPr id="1040" name="Picture 16" descr="MuleSoft Expertise | Integration and API Integration Strategy">
            <a:extLst>
              <a:ext uri="{FF2B5EF4-FFF2-40B4-BE49-F238E27FC236}">
                <a16:creationId xmlns:a16="http://schemas.microsoft.com/office/drawing/2014/main" id="{4A03A0F0-4C12-45FB-65A4-91BB4603086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937980" y="3757605"/>
            <a:ext cx="464488" cy="461879"/>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three logos for aws, amazon and web services">
            <a:extLst>
              <a:ext uri="{FF2B5EF4-FFF2-40B4-BE49-F238E27FC236}">
                <a16:creationId xmlns:a16="http://schemas.microsoft.com/office/drawing/2014/main" id="{6E8D3B74-1D5A-E3B7-BB38-85C4740E451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816570" y="3766066"/>
            <a:ext cx="519063" cy="519063"/>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Rounded Corners 13">
            <a:extLst>
              <a:ext uri="{FF2B5EF4-FFF2-40B4-BE49-F238E27FC236}">
                <a16:creationId xmlns:a16="http://schemas.microsoft.com/office/drawing/2014/main" id="{E8F8B5FF-2C5E-F9CD-FD58-3653C4C84F1E}"/>
              </a:ext>
            </a:extLst>
          </p:cNvPr>
          <p:cNvSpPr>
            <a:spLocks/>
          </p:cNvSpPr>
          <p:nvPr/>
        </p:nvSpPr>
        <p:spPr>
          <a:xfrm>
            <a:off x="5591182" y="1194523"/>
            <a:ext cx="5335227" cy="246221"/>
          </a:xfrm>
          <a:prstGeom prst="rect">
            <a:avLst/>
          </a:prstGeom>
          <a:no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UI" pitchFamily="34" charset="0"/>
              </a:rPr>
              <a:t>Get started with hands-on labs: aka.ms/</a:t>
            </a:r>
            <a:r>
              <a:rPr kumimoji="0" lang="en-US" sz="1600" b="0" i="0" u="none" strike="noStrike" kern="1200" cap="none" spc="0" normalizeH="0" baseline="0" noProof="0" err="1">
                <a:ln>
                  <a:noFill/>
                </a:ln>
                <a:solidFill>
                  <a:srgbClr val="0078D4"/>
                </a:solidFill>
                <a:effectLst/>
                <a:uLnTx/>
                <a:uFillTx/>
                <a:latin typeface="Segoe UI Semibold"/>
                <a:ea typeface="+mn-ea"/>
                <a:cs typeface="Segoe UI" pitchFamily="34" charset="0"/>
              </a:rPr>
              <a:t>apicenter</a:t>
            </a:r>
            <a:r>
              <a:rPr kumimoji="0" lang="en-US" sz="1600" b="0" i="0" u="none" strike="noStrike" kern="1200" cap="none" spc="0" normalizeH="0" baseline="0" noProof="0">
                <a:ln>
                  <a:noFill/>
                </a:ln>
                <a:solidFill>
                  <a:srgbClr val="0078D4"/>
                </a:solidFill>
                <a:effectLst/>
                <a:uLnTx/>
                <a:uFillTx/>
                <a:latin typeface="Segoe UI Semibold"/>
                <a:ea typeface="+mn-ea"/>
                <a:cs typeface="Segoe UI" pitchFamily="34" charset="0"/>
              </a:rPr>
              <a:t>/labs</a:t>
            </a:r>
          </a:p>
        </p:txBody>
      </p:sp>
    </p:spTree>
    <p:extLst>
      <p:ext uri="{BB962C8B-B14F-4D97-AF65-F5344CB8AC3E}">
        <p14:creationId xmlns:p14="http://schemas.microsoft.com/office/powerpoint/2010/main" val="3788133014"/>
      </p:ext>
    </p:extLst>
  </p:cSld>
  <p:clrMapOvr>
    <a:masterClrMapping/>
  </p:clrMapOvr>
  <p:transition advTm="78526">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D8560-FBC2-E741-9466-F227ADFD24BB}"/>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3E4F308E-3545-5381-2097-1E6D46A4B227}"/>
              </a:ext>
            </a:extLst>
          </p:cNvPr>
          <p:cNvGrpSpPr/>
          <p:nvPr/>
        </p:nvGrpSpPr>
        <p:grpSpPr>
          <a:xfrm>
            <a:off x="23656" y="46984"/>
            <a:ext cx="12168344" cy="6848349"/>
            <a:chOff x="-57150" y="-3"/>
            <a:chExt cx="12168344" cy="6848349"/>
          </a:xfrm>
        </p:grpSpPr>
        <p:pic>
          <p:nvPicPr>
            <p:cNvPr id="30" name="Picture 29" descr="A blue and white background&#10;&#10;Description automatically generated">
              <a:extLst>
                <a:ext uri="{FF2B5EF4-FFF2-40B4-BE49-F238E27FC236}">
                  <a16:creationId xmlns:a16="http://schemas.microsoft.com/office/drawing/2014/main" id="{C4A50D0D-61F8-53AA-1B03-F97EB9700364}"/>
                </a:ext>
              </a:extLst>
            </p:cNvPr>
            <p:cNvPicPr>
              <a:picLocks noChangeAspect="1"/>
            </p:cNvPicPr>
            <p:nvPr/>
          </p:nvPicPr>
          <p:blipFill rotWithShape="1">
            <a:blip r:embed="rId3">
              <a:extLst>
                <a:ext uri="{28A0092B-C50C-407E-A947-70E740481C1C}">
                  <a14:useLocalDpi xmlns:a14="http://schemas.microsoft.com/office/drawing/2010/main" val="0"/>
                </a:ext>
              </a:extLst>
            </a:blip>
            <a:srcRect l="1598" t="1598" r="1598" b="1598"/>
            <a:stretch/>
          </p:blipFill>
          <p:spPr>
            <a:xfrm>
              <a:off x="-57150" y="9654"/>
              <a:ext cx="12168344" cy="6838692"/>
            </a:xfrm>
            <a:prstGeom prst="rect">
              <a:avLst/>
            </a:prstGeom>
          </p:spPr>
        </p:pic>
        <p:pic>
          <p:nvPicPr>
            <p:cNvPr id="31" name="Graphic 30">
              <a:extLst>
                <a:ext uri="{FF2B5EF4-FFF2-40B4-BE49-F238E27FC236}">
                  <a16:creationId xmlns:a16="http://schemas.microsoft.com/office/drawing/2014/main" id="{D6D9816D-FB20-A2F1-52BA-FA27C919C398}"/>
                </a:ext>
              </a:extLst>
            </p:cNvPr>
            <p:cNvPicPr>
              <a:picLocks noChangeAspect="1"/>
            </p:cNvPicPr>
            <p:nvPr/>
          </p:nvPicPr>
          <p:blipFill rotWithShape="1">
            <a:blip>
              <a:alphaModFix amt="43000"/>
              <a:extLst>
                <a:ext uri="{96DAC541-7B7A-43D3-8B79-37D633B846F1}">
                  <asvg:svgBlip xmlns:asvg="http://schemas.microsoft.com/office/drawing/2016/SVG/main" r:embed="rId4"/>
                </a:ext>
              </a:extLst>
            </a:blip>
            <a:stretch/>
          </p:blipFill>
          <p:spPr>
            <a:xfrm>
              <a:off x="2" y="-3"/>
              <a:ext cx="5570288" cy="5181098"/>
            </a:xfrm>
            <a:prstGeom prst="rect">
              <a:avLst/>
            </a:prstGeom>
          </p:spPr>
        </p:pic>
      </p:grpSp>
      <p:pic>
        <p:nvPicPr>
          <p:cNvPr id="1494" name="Graphic 1493">
            <a:extLst>
              <a:ext uri="{FF2B5EF4-FFF2-40B4-BE49-F238E27FC236}">
                <a16:creationId xmlns:a16="http://schemas.microsoft.com/office/drawing/2014/main" id="{D6EBF1A3-27E5-783C-9AB5-4C2067CDB288}"/>
              </a:ext>
            </a:extLst>
          </p:cNvPr>
          <p:cNvPicPr>
            <a:picLocks noChangeAspect="1"/>
          </p:cNvPicPr>
          <p:nvPr/>
        </p:nvPicPr>
        <p:blipFill rotWithShape="1">
          <a:blip>
            <a:alphaModFix amt="27000"/>
            <a:extLst>
              <a:ext uri="{96DAC541-7B7A-43D3-8B79-37D633B846F1}">
                <asvg:svgBlip xmlns:asvg="http://schemas.microsoft.com/office/drawing/2016/SVG/main" r:embed="rId5"/>
              </a:ext>
            </a:extLst>
          </a:blip>
          <a:srcRect l="5443" t="23955" r="5443" b="23955"/>
          <a:stretch/>
        </p:blipFill>
        <p:spPr>
          <a:xfrm>
            <a:off x="0" y="2087749"/>
            <a:ext cx="12192000" cy="3643309"/>
          </a:xfrm>
          <a:prstGeom prst="rect">
            <a:avLst/>
          </a:prstGeom>
        </p:spPr>
      </p:pic>
      <p:sp>
        <p:nvSpPr>
          <p:cNvPr id="17" name="Title 16">
            <a:extLst>
              <a:ext uri="{FF2B5EF4-FFF2-40B4-BE49-F238E27FC236}">
                <a16:creationId xmlns:a16="http://schemas.microsoft.com/office/drawing/2014/main" id="{E6D6487B-E172-D10F-C46E-6CEB85213FF7}"/>
              </a:ext>
            </a:extLst>
          </p:cNvPr>
          <p:cNvSpPr>
            <a:spLocks noGrp="1"/>
          </p:cNvSpPr>
          <p:nvPr>
            <p:ph type="title"/>
          </p:nvPr>
        </p:nvSpPr>
        <p:spPr>
          <a:xfrm>
            <a:off x="584200" y="487681"/>
            <a:ext cx="11023600" cy="922020"/>
          </a:xfrm>
        </p:spPr>
        <p:txBody>
          <a:bodyPr lIns="0" tIns="0" rIns="0" bIns="0" anchor="t"/>
          <a:lstStyle/>
          <a:p>
            <a:r>
              <a:rPr lang="en-US">
                <a:cs typeface="Segoe UI"/>
              </a:rPr>
              <a:t>Streamline API Governance</a:t>
            </a:r>
            <a:endParaRPr lang="en-US">
              <a:latin typeface="+mn-lt"/>
              <a:cs typeface="Segoe UI"/>
            </a:endParaRPr>
          </a:p>
        </p:txBody>
      </p:sp>
      <p:pic>
        <p:nvPicPr>
          <p:cNvPr id="1441" name="Graphic 1440">
            <a:extLst>
              <a:ext uri="{FF2B5EF4-FFF2-40B4-BE49-F238E27FC236}">
                <a16:creationId xmlns:a16="http://schemas.microsoft.com/office/drawing/2014/main" id="{EB98E81E-4B19-D918-785A-0A05886C934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136105" y="1785258"/>
            <a:ext cx="3919792" cy="3975920"/>
          </a:xfrm>
          <a:prstGeom prst="rect">
            <a:avLst/>
          </a:prstGeom>
        </p:spPr>
      </p:pic>
      <p:grpSp>
        <p:nvGrpSpPr>
          <p:cNvPr id="1490" name="Group 1489">
            <a:extLst>
              <a:ext uri="{FF2B5EF4-FFF2-40B4-BE49-F238E27FC236}">
                <a16:creationId xmlns:a16="http://schemas.microsoft.com/office/drawing/2014/main" id="{038E134D-817F-1413-ED78-B5898D2F71C5}"/>
              </a:ext>
            </a:extLst>
          </p:cNvPr>
          <p:cNvGrpSpPr/>
          <p:nvPr/>
        </p:nvGrpSpPr>
        <p:grpSpPr>
          <a:xfrm>
            <a:off x="584200" y="1358900"/>
            <a:ext cx="2785195" cy="2211937"/>
            <a:chOff x="584200" y="1358900"/>
            <a:chExt cx="2785195" cy="2211937"/>
          </a:xfrm>
        </p:grpSpPr>
        <p:sp>
          <p:nvSpPr>
            <p:cNvPr id="1476" name="Rectangle: Rounded Corners 1475">
              <a:extLst>
                <a:ext uri="{FF2B5EF4-FFF2-40B4-BE49-F238E27FC236}">
                  <a16:creationId xmlns:a16="http://schemas.microsoft.com/office/drawing/2014/main" id="{E2A4E3F3-48C8-848F-C69B-4144F9A1D16E}"/>
                </a:ext>
              </a:extLst>
            </p:cNvPr>
            <p:cNvSpPr/>
            <p:nvPr/>
          </p:nvSpPr>
          <p:spPr bwMode="auto">
            <a:xfrm>
              <a:off x="584200" y="1358900"/>
              <a:ext cx="2785195" cy="2211937"/>
            </a:xfrm>
            <a:prstGeom prst="roundRect">
              <a:avLst>
                <a:gd name="adj" fmla="val 5000"/>
              </a:avLst>
            </a:pr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77" name="Rounded Rectangle 16_1">
              <a:extLst>
                <a:ext uri="{FF2B5EF4-FFF2-40B4-BE49-F238E27FC236}">
                  <a16:creationId xmlns:a16="http://schemas.microsoft.com/office/drawing/2014/main" id="{9087636F-1943-D822-55FA-A2ADF0849316}"/>
                </a:ext>
              </a:extLst>
            </p:cNvPr>
            <p:cNvSpPr/>
            <p:nvPr/>
          </p:nvSpPr>
          <p:spPr bwMode="auto">
            <a:xfrm>
              <a:off x="683576" y="1454150"/>
              <a:ext cx="2585404" cy="2021434"/>
            </a:xfrm>
            <a:prstGeom prst="roundRect">
              <a:avLst>
                <a:gd name="adj" fmla="val 4000"/>
              </a:avLst>
            </a:pr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493" name="Group 1492">
            <a:extLst>
              <a:ext uri="{FF2B5EF4-FFF2-40B4-BE49-F238E27FC236}">
                <a16:creationId xmlns:a16="http://schemas.microsoft.com/office/drawing/2014/main" id="{707D3E57-D8C7-D0A0-0D1A-1BABC6156F1C}"/>
              </a:ext>
            </a:extLst>
          </p:cNvPr>
          <p:cNvGrpSpPr/>
          <p:nvPr/>
        </p:nvGrpSpPr>
        <p:grpSpPr>
          <a:xfrm>
            <a:off x="8822605" y="1358900"/>
            <a:ext cx="2785195" cy="2211937"/>
            <a:chOff x="8822605" y="1358900"/>
            <a:chExt cx="2785195" cy="2211937"/>
          </a:xfrm>
        </p:grpSpPr>
        <p:sp>
          <p:nvSpPr>
            <p:cNvPr id="1481" name="Rectangle: Rounded Corners 1480">
              <a:extLst>
                <a:ext uri="{FF2B5EF4-FFF2-40B4-BE49-F238E27FC236}">
                  <a16:creationId xmlns:a16="http://schemas.microsoft.com/office/drawing/2014/main" id="{FB8AFA4F-5BE1-DC9A-5AB0-645AB45D5B67}"/>
                </a:ext>
              </a:extLst>
            </p:cNvPr>
            <p:cNvSpPr/>
            <p:nvPr/>
          </p:nvSpPr>
          <p:spPr bwMode="auto">
            <a:xfrm>
              <a:off x="8822605" y="1358900"/>
              <a:ext cx="2785195" cy="2211937"/>
            </a:xfrm>
            <a:prstGeom prst="roundRect">
              <a:avLst>
                <a:gd name="adj" fmla="val 5000"/>
              </a:avLst>
            </a:pr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82" name="Rounded Rectangle 16_1">
              <a:extLst>
                <a:ext uri="{FF2B5EF4-FFF2-40B4-BE49-F238E27FC236}">
                  <a16:creationId xmlns:a16="http://schemas.microsoft.com/office/drawing/2014/main" id="{891620FF-1303-9888-BD3A-B93ADE3B4850}"/>
                </a:ext>
              </a:extLst>
            </p:cNvPr>
            <p:cNvSpPr/>
            <p:nvPr/>
          </p:nvSpPr>
          <p:spPr bwMode="auto">
            <a:xfrm>
              <a:off x="8921981" y="1454150"/>
              <a:ext cx="2585404" cy="2021434"/>
            </a:xfrm>
            <a:prstGeom prst="roundRect">
              <a:avLst>
                <a:gd name="adj" fmla="val 4000"/>
              </a:avLst>
            </a:pr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491" name="Group 1490">
            <a:extLst>
              <a:ext uri="{FF2B5EF4-FFF2-40B4-BE49-F238E27FC236}">
                <a16:creationId xmlns:a16="http://schemas.microsoft.com/office/drawing/2014/main" id="{185992CF-FFEF-B13D-2519-8247BE2A997C}"/>
              </a:ext>
            </a:extLst>
          </p:cNvPr>
          <p:cNvGrpSpPr/>
          <p:nvPr/>
        </p:nvGrpSpPr>
        <p:grpSpPr>
          <a:xfrm>
            <a:off x="584200" y="3975599"/>
            <a:ext cx="2785195" cy="2211937"/>
            <a:chOff x="584200" y="3975599"/>
            <a:chExt cx="2785195" cy="2211937"/>
          </a:xfrm>
        </p:grpSpPr>
        <p:sp>
          <p:nvSpPr>
            <p:cNvPr id="1484" name="Rectangle: Rounded Corners 1483">
              <a:extLst>
                <a:ext uri="{FF2B5EF4-FFF2-40B4-BE49-F238E27FC236}">
                  <a16:creationId xmlns:a16="http://schemas.microsoft.com/office/drawing/2014/main" id="{8290E70B-C2C6-EDB2-E48A-59FCD09C002A}"/>
                </a:ext>
              </a:extLst>
            </p:cNvPr>
            <p:cNvSpPr/>
            <p:nvPr/>
          </p:nvSpPr>
          <p:spPr bwMode="auto">
            <a:xfrm>
              <a:off x="584200" y="3975599"/>
              <a:ext cx="2785195" cy="2211937"/>
            </a:xfrm>
            <a:prstGeom prst="roundRect">
              <a:avLst>
                <a:gd name="adj" fmla="val 5000"/>
              </a:avLst>
            </a:pr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85" name="Rounded Rectangle 16_1">
              <a:extLst>
                <a:ext uri="{FF2B5EF4-FFF2-40B4-BE49-F238E27FC236}">
                  <a16:creationId xmlns:a16="http://schemas.microsoft.com/office/drawing/2014/main" id="{1D0A6115-818F-2613-27F6-DB8E7547743D}"/>
                </a:ext>
              </a:extLst>
            </p:cNvPr>
            <p:cNvSpPr/>
            <p:nvPr/>
          </p:nvSpPr>
          <p:spPr bwMode="auto">
            <a:xfrm>
              <a:off x="683576" y="4070849"/>
              <a:ext cx="2585404" cy="2021434"/>
            </a:xfrm>
            <a:prstGeom prst="roundRect">
              <a:avLst>
                <a:gd name="adj" fmla="val 4000"/>
              </a:avLst>
            </a:pr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492" name="Group 1491">
            <a:extLst>
              <a:ext uri="{FF2B5EF4-FFF2-40B4-BE49-F238E27FC236}">
                <a16:creationId xmlns:a16="http://schemas.microsoft.com/office/drawing/2014/main" id="{FA8B6BD5-05E5-F596-8F58-EF21AB5E8214}"/>
              </a:ext>
            </a:extLst>
          </p:cNvPr>
          <p:cNvGrpSpPr/>
          <p:nvPr/>
        </p:nvGrpSpPr>
        <p:grpSpPr>
          <a:xfrm>
            <a:off x="8822605" y="3975599"/>
            <a:ext cx="2785195" cy="2211937"/>
            <a:chOff x="8822605" y="3975599"/>
            <a:chExt cx="2785195" cy="2211937"/>
          </a:xfrm>
        </p:grpSpPr>
        <p:sp>
          <p:nvSpPr>
            <p:cNvPr id="1487" name="Rectangle: Rounded Corners 1486">
              <a:extLst>
                <a:ext uri="{FF2B5EF4-FFF2-40B4-BE49-F238E27FC236}">
                  <a16:creationId xmlns:a16="http://schemas.microsoft.com/office/drawing/2014/main" id="{7779C4F7-F652-A68F-8C92-9DBAFC0E35DC}"/>
                </a:ext>
              </a:extLst>
            </p:cNvPr>
            <p:cNvSpPr/>
            <p:nvPr/>
          </p:nvSpPr>
          <p:spPr bwMode="auto">
            <a:xfrm>
              <a:off x="8822605" y="3975599"/>
              <a:ext cx="2785195" cy="2211937"/>
            </a:xfrm>
            <a:prstGeom prst="roundRect">
              <a:avLst>
                <a:gd name="adj" fmla="val 5000"/>
              </a:avLst>
            </a:pr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88" name="Rounded Rectangle 16_1">
              <a:extLst>
                <a:ext uri="{FF2B5EF4-FFF2-40B4-BE49-F238E27FC236}">
                  <a16:creationId xmlns:a16="http://schemas.microsoft.com/office/drawing/2014/main" id="{E4BA45D8-BC73-75F6-FB4D-C4AD8908500C}"/>
                </a:ext>
              </a:extLst>
            </p:cNvPr>
            <p:cNvSpPr/>
            <p:nvPr/>
          </p:nvSpPr>
          <p:spPr bwMode="auto">
            <a:xfrm>
              <a:off x="8921981" y="4070849"/>
              <a:ext cx="2585404" cy="2021434"/>
            </a:xfrm>
            <a:prstGeom prst="roundRect">
              <a:avLst>
                <a:gd name="adj" fmla="val 4000"/>
              </a:avLst>
            </a:pr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sp>
        <p:nvSpPr>
          <p:cNvPr id="1280" name="Content Placeholder 64">
            <a:extLst>
              <a:ext uri="{FF2B5EF4-FFF2-40B4-BE49-F238E27FC236}">
                <a16:creationId xmlns:a16="http://schemas.microsoft.com/office/drawing/2014/main" id="{6EE040C8-5AAD-574E-9E49-35E8A5C446BF}"/>
              </a:ext>
            </a:extLst>
          </p:cNvPr>
          <p:cNvSpPr txBox="1">
            <a:spLocks/>
          </p:cNvSpPr>
          <p:nvPr/>
        </p:nvSpPr>
        <p:spPr>
          <a:xfrm>
            <a:off x="797094" y="1801438"/>
            <a:ext cx="2124677" cy="1092607"/>
          </a:xfrm>
          <a:prstGeom prst="rect">
            <a:avLst/>
          </a:prstGeom>
          <a:effectLst/>
        </p:spPr>
        <p:txBody>
          <a:bodyPr vert="horz" wrap="square" lIns="0" tIns="0" rIns="0" bIns="0" rtlCol="0">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555"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Shift-left API design conformance with </a:t>
            </a:r>
            <a:r>
              <a:rPr kumimoji="0" lang="en-US" sz="11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linting in Visual Studio Code.</a:t>
            </a:r>
          </a:p>
          <a:p>
            <a:pPr marL="0" marR="0" lvl="0" indent="0" algn="l" defTabSz="932555"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Automate design compliance checks for API managers when new specifications are registered.</a:t>
            </a:r>
          </a:p>
        </p:txBody>
      </p:sp>
      <p:sp>
        <p:nvSpPr>
          <p:cNvPr id="1281" name="Rectangle: Rounded Corners 13">
            <a:extLst>
              <a:ext uri="{FF2B5EF4-FFF2-40B4-BE49-F238E27FC236}">
                <a16:creationId xmlns:a16="http://schemas.microsoft.com/office/drawing/2014/main" id="{17D09D05-9BE1-D3BF-45E7-F509A4EEDB9C}"/>
              </a:ext>
            </a:extLst>
          </p:cNvPr>
          <p:cNvSpPr/>
          <p:nvPr/>
        </p:nvSpPr>
        <p:spPr>
          <a:xfrm>
            <a:off x="797094" y="1561016"/>
            <a:ext cx="2124677" cy="18466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pitchFamily="34" charset="0"/>
              </a:rPr>
              <a:t>API design conformance</a:t>
            </a:r>
          </a:p>
        </p:txBody>
      </p:sp>
      <p:sp>
        <p:nvSpPr>
          <p:cNvPr id="1284" name="Content Placeholder 63">
            <a:extLst>
              <a:ext uri="{FF2B5EF4-FFF2-40B4-BE49-F238E27FC236}">
                <a16:creationId xmlns:a16="http://schemas.microsoft.com/office/drawing/2014/main" id="{82DD9BC5-83B4-C36D-BF1B-E5EF0274BB32}"/>
              </a:ext>
            </a:extLst>
          </p:cNvPr>
          <p:cNvSpPr txBox="1">
            <a:spLocks/>
          </p:cNvSpPr>
          <p:nvPr/>
        </p:nvSpPr>
        <p:spPr>
          <a:xfrm>
            <a:off x="797094" y="4602803"/>
            <a:ext cx="2124677" cy="1015663"/>
          </a:xfrm>
          <a:prstGeom prst="rect">
            <a:avLst/>
          </a:prstGeom>
          <a:effectLst/>
        </p:spPr>
        <p:txBody>
          <a:bodyPr vert="horz" wrap="square" lIns="0" tIns="0" rIns="0" bIns="0" rtlCol="0">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555"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Build custom workflows with </a:t>
            </a:r>
            <a:r>
              <a:rPr kumimoji="0" lang="en-US" sz="11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Logic Apps</a:t>
            </a:r>
            <a:r>
              <a:rPr kumimoji="0" lang="en-US" sz="11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 and </a:t>
            </a:r>
            <a:r>
              <a:rPr kumimoji="0" lang="en-US" sz="11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Event Grid </a:t>
            </a:r>
            <a:r>
              <a:rPr kumimoji="0" lang="en-US" sz="11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to automate API processes, </a:t>
            </a:r>
            <a:br>
              <a:rPr kumimoji="0" lang="en-US" sz="11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br>
            <a:r>
              <a:rPr kumimoji="0" lang="en-US" sz="11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including approvals, missing metadata, noncompliant API design, and more. </a:t>
            </a:r>
          </a:p>
        </p:txBody>
      </p:sp>
      <p:sp>
        <p:nvSpPr>
          <p:cNvPr id="1286" name="Rectangle: Rounded Corners 13">
            <a:extLst>
              <a:ext uri="{FF2B5EF4-FFF2-40B4-BE49-F238E27FC236}">
                <a16:creationId xmlns:a16="http://schemas.microsoft.com/office/drawing/2014/main" id="{E46E67DF-F0A5-8E47-3DE0-32E77D424770}"/>
              </a:ext>
            </a:extLst>
          </p:cNvPr>
          <p:cNvSpPr/>
          <p:nvPr/>
        </p:nvSpPr>
        <p:spPr>
          <a:xfrm>
            <a:off x="797094" y="4270048"/>
            <a:ext cx="2124677" cy="18466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pitchFamily="34" charset="0"/>
              </a:rPr>
              <a:t>Automate API processes</a:t>
            </a:r>
          </a:p>
        </p:txBody>
      </p:sp>
      <p:sp>
        <p:nvSpPr>
          <p:cNvPr id="1285" name="Content Placeholder 65">
            <a:extLst>
              <a:ext uri="{FF2B5EF4-FFF2-40B4-BE49-F238E27FC236}">
                <a16:creationId xmlns:a16="http://schemas.microsoft.com/office/drawing/2014/main" id="{16634F66-B9D2-CDE0-403F-560B68303640}"/>
              </a:ext>
            </a:extLst>
          </p:cNvPr>
          <p:cNvSpPr txBox="1">
            <a:spLocks/>
          </p:cNvSpPr>
          <p:nvPr/>
        </p:nvSpPr>
        <p:spPr>
          <a:xfrm>
            <a:off x="9316474" y="4418137"/>
            <a:ext cx="2124677" cy="677108"/>
          </a:xfrm>
          <a:prstGeom prst="rect">
            <a:avLst/>
          </a:prstGeom>
          <a:effectLst/>
        </p:spPr>
        <p:txBody>
          <a:bodyPr vert="horz" wrap="square" lIns="0" tIns="0" rIns="0" bIns="0" rtlCol="0">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b="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b="1"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b="1"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b="1"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b="1"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555"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Segoe UI Semilight" panose="020B0402040204020203" pitchFamily="34" charset="0"/>
              </a:rPr>
              <a:t>Partnership with Microsoft’s </a:t>
            </a:r>
            <a:r>
              <a:rPr kumimoji="0" lang="en-US" sz="1100" b="0" i="0" u="none" strike="noStrike" kern="1200" cap="none" spc="0" normalizeH="0" baseline="0" noProof="0" dirty="0">
                <a:ln>
                  <a:noFill/>
                </a:ln>
                <a:solidFill>
                  <a:srgbClr val="0078D4"/>
                </a:solidFill>
                <a:effectLst/>
                <a:uLnTx/>
                <a:uFillTx/>
                <a:latin typeface="Segoe UI Semibold"/>
                <a:ea typeface="+mn-ea"/>
                <a:cs typeface="Segoe UI Semilight" panose="020B0402040204020203" pitchFamily="34" charset="0"/>
              </a:rPr>
              <a:t>Platform Engineering </a:t>
            </a:r>
            <a:r>
              <a:rPr kumimoji="0" lang="en-US" sz="1100" b="0" i="0" u="none" strike="noStrike" kern="1200" cap="none" spc="0" normalizeH="0" baseline="0" noProof="0" dirty="0">
                <a:ln>
                  <a:noFill/>
                </a:ln>
                <a:solidFill>
                  <a:srgbClr val="000000"/>
                </a:solidFill>
                <a:effectLst/>
                <a:uLnTx/>
                <a:uFillTx/>
                <a:latin typeface="Segoe UI"/>
                <a:ea typeface="+mn-ea"/>
                <a:cs typeface="Segoe UI Semilight" panose="020B0402040204020203" pitchFamily="34" charset="0"/>
              </a:rPr>
              <a:t>team on platform API integration and API ‘start right’ templates.</a:t>
            </a:r>
          </a:p>
        </p:txBody>
      </p:sp>
      <p:sp>
        <p:nvSpPr>
          <p:cNvPr id="1287" name="Rectangle: Rounded Corners 13">
            <a:extLst>
              <a:ext uri="{FF2B5EF4-FFF2-40B4-BE49-F238E27FC236}">
                <a16:creationId xmlns:a16="http://schemas.microsoft.com/office/drawing/2014/main" id="{F7023BD9-7795-263E-30B5-EA6CDD4B6D9B}"/>
              </a:ext>
            </a:extLst>
          </p:cNvPr>
          <p:cNvSpPr/>
          <p:nvPr/>
        </p:nvSpPr>
        <p:spPr>
          <a:xfrm>
            <a:off x="9316474" y="4177715"/>
            <a:ext cx="2124677" cy="18466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pitchFamily="34" charset="0"/>
              </a:rPr>
              <a:t>API platform engineering*</a:t>
            </a:r>
          </a:p>
        </p:txBody>
      </p:sp>
      <p:sp>
        <p:nvSpPr>
          <p:cNvPr id="1282" name="Content Placeholder 62">
            <a:extLst>
              <a:ext uri="{FF2B5EF4-FFF2-40B4-BE49-F238E27FC236}">
                <a16:creationId xmlns:a16="http://schemas.microsoft.com/office/drawing/2014/main" id="{9E5A0BEB-610F-B450-8D4B-47E6D533E50E}"/>
              </a:ext>
            </a:extLst>
          </p:cNvPr>
          <p:cNvSpPr txBox="1">
            <a:spLocks/>
          </p:cNvSpPr>
          <p:nvPr/>
        </p:nvSpPr>
        <p:spPr>
          <a:xfrm>
            <a:off x="9316474" y="1801438"/>
            <a:ext cx="2124677" cy="1431161"/>
          </a:xfrm>
          <a:prstGeom prst="rect">
            <a:avLst/>
          </a:prstGeom>
          <a:effectLst/>
        </p:spPr>
        <p:txBody>
          <a:bodyPr vert="horz" wrap="square" lIns="0" tIns="0" rIns="0" bIns="0" rtlCol="0">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555"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Core metadata tracking includes </a:t>
            </a:r>
            <a:r>
              <a:rPr kumimoji="0" lang="en-US" sz="11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API owner, lifecycle, environment, versions, specification documents, and deployments.</a:t>
            </a:r>
          </a:p>
          <a:p>
            <a:pPr marL="0" marR="0" lvl="0" indent="0" algn="l" defTabSz="932555"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Semilight" panose="020B0402040204020203" pitchFamily="34" charset="0"/>
              </a:rPr>
              <a:t>Add custom metadata for organizational checklists such as compliance status, live site, etc. </a:t>
            </a:r>
          </a:p>
        </p:txBody>
      </p:sp>
      <p:sp>
        <p:nvSpPr>
          <p:cNvPr id="1283" name="Rectangle: Rounded Corners 13">
            <a:extLst>
              <a:ext uri="{FF2B5EF4-FFF2-40B4-BE49-F238E27FC236}">
                <a16:creationId xmlns:a16="http://schemas.microsoft.com/office/drawing/2014/main" id="{1002B77A-E854-5268-844F-A05878F9569D}"/>
              </a:ext>
            </a:extLst>
          </p:cNvPr>
          <p:cNvSpPr/>
          <p:nvPr/>
        </p:nvSpPr>
        <p:spPr>
          <a:xfrm>
            <a:off x="9316474" y="1561016"/>
            <a:ext cx="2124677" cy="18466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pitchFamily="34" charset="0"/>
              </a:rPr>
              <a:t>Track API metadata</a:t>
            </a:r>
          </a:p>
        </p:txBody>
      </p:sp>
      <p:sp>
        <p:nvSpPr>
          <p:cNvPr id="1613" name="Arc 1612">
            <a:extLst>
              <a:ext uri="{FF2B5EF4-FFF2-40B4-BE49-F238E27FC236}">
                <a16:creationId xmlns:a16="http://schemas.microsoft.com/office/drawing/2014/main" id="{449BC4A2-8202-8A30-CB4D-1D956AB1BDCD}"/>
              </a:ext>
            </a:extLst>
          </p:cNvPr>
          <p:cNvSpPr/>
          <p:nvPr/>
        </p:nvSpPr>
        <p:spPr bwMode="auto">
          <a:xfrm>
            <a:off x="4378524" y="2057401"/>
            <a:ext cx="3384154" cy="3384150"/>
          </a:xfrm>
          <a:prstGeom prst="arc">
            <a:avLst>
              <a:gd name="adj1" fmla="val 11853497"/>
              <a:gd name="adj2" fmla="val 8800919"/>
            </a:avLst>
          </a:prstGeom>
          <a:noFill/>
          <a:ln w="69850" cap="rnd">
            <a:gradFill>
              <a:gsLst>
                <a:gs pos="0">
                  <a:srgbClr val="B85CBC">
                    <a:alpha val="50000"/>
                  </a:srgbClr>
                </a:gs>
                <a:gs pos="100000">
                  <a:srgbClr val="0078D4">
                    <a:alpha val="50000"/>
                  </a:srgb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1681" name="Picture 1680" descr="A blue and white background&#10;&#10;Description automatically generated">
            <a:extLst>
              <a:ext uri="{FF2B5EF4-FFF2-40B4-BE49-F238E27FC236}">
                <a16:creationId xmlns:a16="http://schemas.microsoft.com/office/drawing/2014/main" id="{D22B8064-5087-6A23-081F-7687B409A942}"/>
              </a:ext>
            </a:extLst>
          </p:cNvPr>
          <p:cNvPicPr>
            <a:picLocks noChangeAspect="1"/>
          </p:cNvPicPr>
          <p:nvPr/>
        </p:nvPicPr>
        <p:blipFill rotWithShape="1">
          <a:blip r:embed="rId3">
            <a:extLst>
              <a:ext uri="{28A0092B-C50C-407E-A947-70E740481C1C}">
                <a14:useLocalDpi xmlns:a14="http://schemas.microsoft.com/office/drawing/2010/main" val="0"/>
              </a:ext>
            </a:extLst>
          </a:blip>
          <a:srcRect l="39416" t="69030" r="55367" b="22794"/>
          <a:stretch/>
        </p:blipFill>
        <p:spPr>
          <a:xfrm>
            <a:off x="4697221" y="4827669"/>
            <a:ext cx="655829" cy="577568"/>
          </a:xfrm>
          <a:custGeom>
            <a:avLst/>
            <a:gdLst>
              <a:gd name="connsiteX0" fmla="*/ 183807 w 702401"/>
              <a:gd name="connsiteY0" fmla="*/ 0 h 577568"/>
              <a:gd name="connsiteX1" fmla="*/ 702401 w 702401"/>
              <a:gd name="connsiteY1" fmla="*/ 327578 h 577568"/>
              <a:gd name="connsiteX2" fmla="*/ 604775 w 702401"/>
              <a:gd name="connsiteY2" fmla="*/ 577568 h 577568"/>
              <a:gd name="connsiteX3" fmla="*/ 0 w 702401"/>
              <a:gd name="connsiteY3" fmla="*/ 195553 h 577568"/>
            </a:gdLst>
            <a:ahLst/>
            <a:cxnLst>
              <a:cxn ang="0">
                <a:pos x="connsiteX0" y="connsiteY0"/>
              </a:cxn>
              <a:cxn ang="0">
                <a:pos x="connsiteX1" y="connsiteY1"/>
              </a:cxn>
              <a:cxn ang="0">
                <a:pos x="connsiteX2" y="connsiteY2"/>
              </a:cxn>
              <a:cxn ang="0">
                <a:pos x="connsiteX3" y="connsiteY3"/>
              </a:cxn>
            </a:cxnLst>
            <a:rect l="l" t="t" r="r" b="b"/>
            <a:pathLst>
              <a:path w="702401" h="577568">
                <a:moveTo>
                  <a:pt x="183807" y="0"/>
                </a:moveTo>
                <a:cubicBezTo>
                  <a:pt x="334157" y="141320"/>
                  <a:pt x="510197" y="252518"/>
                  <a:pt x="702401" y="327578"/>
                </a:cubicBezTo>
                <a:lnTo>
                  <a:pt x="604775" y="577568"/>
                </a:lnTo>
                <a:cubicBezTo>
                  <a:pt x="380630" y="490034"/>
                  <a:pt x="175336" y="360357"/>
                  <a:pt x="0" y="195553"/>
                </a:cubicBezTo>
                <a:close/>
              </a:path>
            </a:pathLst>
          </a:custGeom>
        </p:spPr>
      </p:pic>
      <p:pic>
        <p:nvPicPr>
          <p:cNvPr id="1680" name="Picture 1679" descr="A blue and white background&#10;&#10;Description automatically generated">
            <a:extLst>
              <a:ext uri="{FF2B5EF4-FFF2-40B4-BE49-F238E27FC236}">
                <a16:creationId xmlns:a16="http://schemas.microsoft.com/office/drawing/2014/main" id="{729FA40F-FDE6-3186-C9E9-29D6328DC381}"/>
              </a:ext>
            </a:extLst>
          </p:cNvPr>
          <p:cNvPicPr>
            <a:picLocks noChangeAspect="1"/>
          </p:cNvPicPr>
          <p:nvPr/>
        </p:nvPicPr>
        <p:blipFill rotWithShape="1">
          <a:blip r:embed="rId3">
            <a:extLst>
              <a:ext uri="{28A0092B-C50C-407E-A947-70E740481C1C}">
                <a14:useLocalDpi xmlns:a14="http://schemas.microsoft.com/office/drawing/2010/main" val="0"/>
              </a:ext>
            </a:extLst>
          </a:blip>
          <a:srcRect l="55278" t="68801" r="39589" b="23483"/>
          <a:stretch/>
        </p:blipFill>
        <p:spPr>
          <a:xfrm>
            <a:off x="6786307" y="4809110"/>
            <a:ext cx="645196" cy="545070"/>
          </a:xfrm>
          <a:custGeom>
            <a:avLst/>
            <a:gdLst>
              <a:gd name="connsiteX0" fmla="*/ 504243 w 645196"/>
              <a:gd name="connsiteY0" fmla="*/ 0 h 545070"/>
              <a:gd name="connsiteX1" fmla="*/ 645196 w 645196"/>
              <a:gd name="connsiteY1" fmla="*/ 131507 h 545070"/>
              <a:gd name="connsiteX2" fmla="*/ 83815 w 645196"/>
              <a:gd name="connsiteY2" fmla="*/ 545070 h 545070"/>
              <a:gd name="connsiteX3" fmla="*/ 0 w 645196"/>
              <a:gd name="connsiteY3" fmla="*/ 371471 h 545070"/>
              <a:gd name="connsiteX4" fmla="*/ 504243 w 645196"/>
              <a:gd name="connsiteY4" fmla="*/ 0 h 545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196" h="545070">
                <a:moveTo>
                  <a:pt x="504243" y="0"/>
                </a:moveTo>
                <a:lnTo>
                  <a:pt x="645196" y="131507"/>
                </a:lnTo>
                <a:cubicBezTo>
                  <a:pt x="485275" y="302915"/>
                  <a:pt x="294924" y="443145"/>
                  <a:pt x="83815" y="545070"/>
                </a:cubicBezTo>
                <a:lnTo>
                  <a:pt x="0" y="371471"/>
                </a:lnTo>
                <a:cubicBezTo>
                  <a:pt x="189621" y="279920"/>
                  <a:pt x="360598" y="153962"/>
                  <a:pt x="504243" y="0"/>
                </a:cubicBezTo>
                <a:close/>
              </a:path>
            </a:pathLst>
          </a:custGeom>
        </p:spPr>
      </p:pic>
      <p:pic>
        <p:nvPicPr>
          <p:cNvPr id="1679" name="Picture 1678" descr="A blue and white background&#10;&#10;Description automatically generated">
            <a:extLst>
              <a:ext uri="{FF2B5EF4-FFF2-40B4-BE49-F238E27FC236}">
                <a16:creationId xmlns:a16="http://schemas.microsoft.com/office/drawing/2014/main" id="{F36372D6-5352-0426-5F1A-45892B5FA8CF}"/>
              </a:ext>
            </a:extLst>
          </p:cNvPr>
          <p:cNvPicPr>
            <a:picLocks noChangeAspect="1"/>
          </p:cNvPicPr>
          <p:nvPr/>
        </p:nvPicPr>
        <p:blipFill rotWithShape="1">
          <a:blip r:embed="rId3">
            <a:extLst>
              <a:ext uri="{28A0092B-C50C-407E-A947-70E740481C1C}">
                <a14:useLocalDpi xmlns:a14="http://schemas.microsoft.com/office/drawing/2010/main" val="0"/>
              </a:ext>
            </a:extLst>
          </a:blip>
          <a:srcRect l="55360" t="30802" r="39700" b="61180"/>
          <a:stretch/>
        </p:blipFill>
        <p:spPr>
          <a:xfrm>
            <a:off x="6796556" y="2124693"/>
            <a:ext cx="621013" cy="566370"/>
          </a:xfrm>
          <a:custGeom>
            <a:avLst/>
            <a:gdLst>
              <a:gd name="connsiteX0" fmla="*/ 88206 w 621013"/>
              <a:gd name="connsiteY0" fmla="*/ 0 h 566370"/>
              <a:gd name="connsiteX1" fmla="*/ 621013 w 621013"/>
              <a:gd name="connsiteY1" fmla="*/ 453753 h 566370"/>
              <a:gd name="connsiteX2" fmla="*/ 476735 w 621013"/>
              <a:gd name="connsiteY2" fmla="*/ 566370 h 566370"/>
              <a:gd name="connsiteX3" fmla="*/ 0 w 621013"/>
              <a:gd name="connsiteY3" fmla="*/ 160370 h 566370"/>
            </a:gdLst>
            <a:ahLst/>
            <a:cxnLst>
              <a:cxn ang="0">
                <a:pos x="connsiteX0" y="connsiteY0"/>
              </a:cxn>
              <a:cxn ang="0">
                <a:pos x="connsiteX1" y="connsiteY1"/>
              </a:cxn>
              <a:cxn ang="0">
                <a:pos x="connsiteX2" y="connsiteY2"/>
              </a:cxn>
              <a:cxn ang="0">
                <a:pos x="connsiteX3" y="connsiteY3"/>
              </a:cxn>
            </a:cxnLst>
            <a:rect l="l" t="t" r="r" b="b"/>
            <a:pathLst>
              <a:path w="621013" h="566370">
                <a:moveTo>
                  <a:pt x="88206" y="0"/>
                </a:moveTo>
                <a:cubicBezTo>
                  <a:pt x="294720" y="113585"/>
                  <a:pt x="475992" y="267961"/>
                  <a:pt x="621013" y="453753"/>
                </a:cubicBezTo>
                <a:lnTo>
                  <a:pt x="476735" y="566370"/>
                </a:lnTo>
                <a:cubicBezTo>
                  <a:pt x="346976" y="400131"/>
                  <a:pt x="184781" y="262001"/>
                  <a:pt x="0" y="160370"/>
                </a:cubicBezTo>
                <a:close/>
              </a:path>
            </a:pathLst>
          </a:custGeom>
        </p:spPr>
      </p:pic>
      <p:pic>
        <p:nvPicPr>
          <p:cNvPr id="1678" name="Picture 1677" descr="A blue and white background&#10;&#10;Description automatically generated">
            <a:extLst>
              <a:ext uri="{FF2B5EF4-FFF2-40B4-BE49-F238E27FC236}">
                <a16:creationId xmlns:a16="http://schemas.microsoft.com/office/drawing/2014/main" id="{0A3E024D-57F1-CA80-0C01-534686CCF7D6}"/>
              </a:ext>
            </a:extLst>
          </p:cNvPr>
          <p:cNvPicPr>
            <a:picLocks noChangeAspect="1"/>
          </p:cNvPicPr>
          <p:nvPr/>
        </p:nvPicPr>
        <p:blipFill rotWithShape="1">
          <a:blip r:embed="rId3">
            <a:extLst>
              <a:ext uri="{28A0092B-C50C-407E-A947-70E740481C1C}">
                <a14:useLocalDpi xmlns:a14="http://schemas.microsoft.com/office/drawing/2010/main" val="0"/>
              </a:ext>
            </a:extLst>
          </a:blip>
          <a:srcRect l="39070" t="31059" r="56205" b="61240"/>
          <a:stretch/>
        </p:blipFill>
        <p:spPr>
          <a:xfrm>
            <a:off x="4708402" y="2169028"/>
            <a:ext cx="593966" cy="544041"/>
          </a:xfrm>
          <a:custGeom>
            <a:avLst/>
            <a:gdLst>
              <a:gd name="connsiteX0" fmla="*/ 477777 w 593966"/>
              <a:gd name="connsiteY0" fmla="*/ 0 h 544041"/>
              <a:gd name="connsiteX1" fmla="*/ 593966 w 593966"/>
              <a:gd name="connsiteY1" fmla="*/ 213359 h 544041"/>
              <a:gd name="connsiteX2" fmla="*/ 183890 w 593966"/>
              <a:gd name="connsiteY2" fmla="*/ 544041 h 544041"/>
              <a:gd name="connsiteX3" fmla="*/ 0 w 593966"/>
              <a:gd name="connsiteY3" fmla="*/ 385275 h 544041"/>
              <a:gd name="connsiteX4" fmla="*/ 477777 w 593966"/>
              <a:gd name="connsiteY4" fmla="*/ 0 h 544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66" h="544041">
                <a:moveTo>
                  <a:pt x="477777" y="0"/>
                </a:moveTo>
                <a:lnTo>
                  <a:pt x="593966" y="213359"/>
                </a:lnTo>
                <a:cubicBezTo>
                  <a:pt x="438496" y="298023"/>
                  <a:pt x="299579" y="410045"/>
                  <a:pt x="183890" y="544041"/>
                </a:cubicBezTo>
                <a:lnTo>
                  <a:pt x="0" y="385275"/>
                </a:lnTo>
                <a:cubicBezTo>
                  <a:pt x="134787" y="229158"/>
                  <a:pt x="296640" y="98642"/>
                  <a:pt x="477777" y="0"/>
                </a:cubicBezTo>
                <a:close/>
              </a:path>
            </a:pathLst>
          </a:custGeom>
        </p:spPr>
      </p:pic>
      <p:pic>
        <p:nvPicPr>
          <p:cNvPr id="9" name="Graphic 8">
            <a:extLst>
              <a:ext uri="{FF2B5EF4-FFF2-40B4-BE49-F238E27FC236}">
                <a16:creationId xmlns:a16="http://schemas.microsoft.com/office/drawing/2014/main" id="{A37F4F01-6729-66FD-CB63-2C284170F1A5}"/>
              </a:ext>
            </a:extLst>
          </p:cNvPr>
          <p:cNvPicPr>
            <a:picLocks/>
          </p:cNvPicPr>
          <p:nvPr/>
        </p:nvPicPr>
        <p:blipFill rotWithShape="1">
          <a:blip>
            <a:extLst>
              <a:ext uri="{96DAC541-7B7A-43D3-8B79-37D633B846F1}">
                <asvg:svgBlip xmlns:asvg="http://schemas.microsoft.com/office/drawing/2016/SVG/main" r:embed="rId7"/>
              </a:ext>
            </a:extLst>
          </a:blip>
          <a:srcRect l="1935" t="1935" r="1935" b="1935"/>
          <a:stretch/>
        </p:blipFill>
        <p:spPr>
          <a:xfrm>
            <a:off x="4721425" y="2400300"/>
            <a:ext cx="2698350" cy="2698350"/>
          </a:xfrm>
          <a:prstGeom prst="rect">
            <a:avLst/>
          </a:prstGeom>
        </p:spPr>
      </p:pic>
      <p:grpSp>
        <p:nvGrpSpPr>
          <p:cNvPr id="1449" name="Group 1448">
            <a:extLst>
              <a:ext uri="{FF2B5EF4-FFF2-40B4-BE49-F238E27FC236}">
                <a16:creationId xmlns:a16="http://schemas.microsoft.com/office/drawing/2014/main" id="{65E55D02-B934-6CD2-D4DF-3DFF5369D1D9}"/>
              </a:ext>
            </a:extLst>
          </p:cNvPr>
          <p:cNvGrpSpPr/>
          <p:nvPr/>
        </p:nvGrpSpPr>
        <p:grpSpPr>
          <a:xfrm>
            <a:off x="5379417" y="3245006"/>
            <a:ext cx="1382365" cy="904164"/>
            <a:chOff x="5379417" y="3253999"/>
            <a:chExt cx="1382365" cy="904164"/>
          </a:xfrm>
        </p:grpSpPr>
        <p:grpSp>
          <p:nvGrpSpPr>
            <p:cNvPr id="1444" name="Group 1443">
              <a:extLst>
                <a:ext uri="{FF2B5EF4-FFF2-40B4-BE49-F238E27FC236}">
                  <a16:creationId xmlns:a16="http://schemas.microsoft.com/office/drawing/2014/main" id="{E3F1A072-E573-EC8B-B785-8996AB30FCD8}"/>
                </a:ext>
              </a:extLst>
            </p:cNvPr>
            <p:cNvGrpSpPr/>
            <p:nvPr/>
          </p:nvGrpSpPr>
          <p:grpSpPr>
            <a:xfrm>
              <a:off x="5778312" y="3253999"/>
              <a:ext cx="584576" cy="584576"/>
              <a:chOff x="7827099" y="2497002"/>
              <a:chExt cx="1621700" cy="1621700"/>
            </a:xfrm>
          </p:grpSpPr>
          <p:sp>
            <p:nvSpPr>
              <p:cNvPr id="1446" name="Oval 1445">
                <a:extLst>
                  <a:ext uri="{FF2B5EF4-FFF2-40B4-BE49-F238E27FC236}">
                    <a16:creationId xmlns:a16="http://schemas.microsoft.com/office/drawing/2014/main" id="{94F72786-D2F7-FEEC-BAB2-ADA33F95A328}"/>
                  </a:ext>
                </a:extLst>
              </p:cNvPr>
              <p:cNvSpPr/>
              <p:nvPr/>
            </p:nvSpPr>
            <p:spPr bwMode="auto">
              <a:xfrm flipH="1">
                <a:off x="7827099" y="2497002"/>
                <a:ext cx="1621700" cy="1621700"/>
              </a:xfrm>
              <a:prstGeom prst="ellipse">
                <a:avLst/>
              </a:prstGeom>
              <a:gradFill flip="none" rotWithShape="0">
                <a:gsLst>
                  <a:gs pos="0">
                    <a:schemeClr val="accent5">
                      <a:lumMod val="75000"/>
                    </a:schemeClr>
                  </a:gs>
                  <a:gs pos="100000">
                    <a:srgbClr val="0078D4"/>
                  </a:gs>
                </a:gsLst>
                <a:lin ang="1380000" scaled="0"/>
                <a:tileRect/>
              </a:gradFill>
              <a:ln>
                <a:noFill/>
                <a:headEnd type="none" w="med" len="med"/>
                <a:tailEnd type="none" w="med" len="med"/>
              </a:ln>
              <a:effectLst>
                <a:outerShdw blurRad="50800" dist="38100" dir="540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47" name="Oval 1446">
                <a:extLst>
                  <a:ext uri="{FF2B5EF4-FFF2-40B4-BE49-F238E27FC236}">
                    <a16:creationId xmlns:a16="http://schemas.microsoft.com/office/drawing/2014/main" id="{CF1E1082-1602-99C6-7F0E-A1A7A7A82510}"/>
                  </a:ext>
                </a:extLst>
              </p:cNvPr>
              <p:cNvSpPr/>
              <p:nvPr/>
            </p:nvSpPr>
            <p:spPr bwMode="auto">
              <a:xfrm flipH="1">
                <a:off x="7903107" y="2573009"/>
                <a:ext cx="1469684" cy="1469684"/>
              </a:xfrm>
              <a:prstGeom prst="ellipse">
                <a:avLst/>
              </a:prstGeom>
              <a:solidFill>
                <a:schemeClr val="tx1"/>
              </a:solidFill>
              <a:ln>
                <a:noFill/>
                <a:headEnd type="none" w="med" len="med"/>
                <a:tailEnd type="none" w="med" len="med"/>
              </a:ln>
              <a:effectLst>
                <a:outerShdw blurRad="88900" algn="ctr" rotWithShape="0">
                  <a:prstClr val="black">
                    <a:alpha val="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1448" name="Graphic 1447">
                <a:extLst>
                  <a:ext uri="{FF2B5EF4-FFF2-40B4-BE49-F238E27FC236}">
                    <a16:creationId xmlns:a16="http://schemas.microsoft.com/office/drawing/2014/main" id="{729FAE7C-1817-E2C1-EC8D-C56DBCC37E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39527" y="2720565"/>
                <a:ext cx="1127360" cy="1127358"/>
              </a:xfrm>
              <a:prstGeom prst="rect">
                <a:avLst/>
              </a:prstGeom>
            </p:spPr>
          </p:pic>
        </p:grpSp>
        <p:sp>
          <p:nvSpPr>
            <p:cNvPr id="1445" name="TextBox 1444">
              <a:extLst>
                <a:ext uri="{FF2B5EF4-FFF2-40B4-BE49-F238E27FC236}">
                  <a16:creationId xmlns:a16="http://schemas.microsoft.com/office/drawing/2014/main" id="{1AAD28F1-AA08-B901-3C3D-ED5122CA4C31}"/>
                </a:ext>
              </a:extLst>
            </p:cNvPr>
            <p:cNvSpPr txBox="1"/>
            <p:nvPr/>
          </p:nvSpPr>
          <p:spPr>
            <a:xfrm>
              <a:off x="5379417" y="3942719"/>
              <a:ext cx="1382365" cy="215444"/>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rPr>
                <a:t>Azure API Center</a:t>
              </a:r>
            </a:p>
          </p:txBody>
        </p:sp>
      </p:grpSp>
      <p:sp>
        <p:nvSpPr>
          <p:cNvPr id="1643" name="TextBox 1642">
            <a:extLst>
              <a:ext uri="{FF2B5EF4-FFF2-40B4-BE49-F238E27FC236}">
                <a16:creationId xmlns:a16="http://schemas.microsoft.com/office/drawing/2014/main" id="{F07AB1B7-DB87-7A01-9919-061A728BB38A}"/>
              </a:ext>
            </a:extLst>
          </p:cNvPr>
          <p:cNvSpPr txBox="1"/>
          <p:nvPr/>
        </p:nvSpPr>
        <p:spPr>
          <a:xfrm rot="19209887">
            <a:off x="4728552" y="2380987"/>
            <a:ext cx="907830" cy="482612"/>
          </a:xfrm>
          <a:prstGeom prst="rect">
            <a:avLst/>
          </a:prstGeom>
          <a:noFill/>
        </p:spPr>
        <p:txBody>
          <a:bodyPr wrap="square" lIns="0" tIns="0" rIns="0" bIns="0" anchor="ctr">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UI" pitchFamily="34" charset="0"/>
              </a:rPr>
              <a:t>Design</a:t>
            </a:r>
            <a:endParaRPr kumimoji="0" lang="en-US" sz="2000" b="0" i="0" u="none" strike="noStrike" kern="1200" cap="none" spc="0" normalizeH="0" baseline="0" noProof="0">
              <a:ln>
                <a:noFill/>
              </a:ln>
              <a:solidFill>
                <a:srgbClr val="FFFFFF"/>
              </a:solidFill>
              <a:effectLst/>
              <a:uLnTx/>
              <a:uFillTx/>
              <a:latin typeface="Segoe UI"/>
              <a:ea typeface="+mn-ea"/>
              <a:cs typeface="+mn-cs"/>
            </a:endParaRPr>
          </a:p>
        </p:txBody>
      </p:sp>
      <p:sp>
        <p:nvSpPr>
          <p:cNvPr id="1644" name="TextBox 1643">
            <a:extLst>
              <a:ext uri="{FF2B5EF4-FFF2-40B4-BE49-F238E27FC236}">
                <a16:creationId xmlns:a16="http://schemas.microsoft.com/office/drawing/2014/main" id="{644BFC21-0579-AC16-FB9F-61398C44F852}"/>
              </a:ext>
            </a:extLst>
          </p:cNvPr>
          <p:cNvSpPr txBox="1"/>
          <p:nvPr/>
        </p:nvSpPr>
        <p:spPr>
          <a:xfrm rot="2210322">
            <a:off x="6714091" y="2381487"/>
            <a:ext cx="668746" cy="184666"/>
          </a:xfrm>
          <a:prstGeom prst="rect">
            <a:avLst/>
          </a:prstGeom>
          <a:noFill/>
        </p:spPr>
        <p:txBody>
          <a:bodyPr wrap="square" lIns="0" tIns="0" rIns="0" bIns="0" anchor="ctr">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UI" pitchFamily="34" charset="0"/>
              </a:rPr>
              <a:t>Develop</a:t>
            </a: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645" name="TextBox 1644">
            <a:extLst>
              <a:ext uri="{FF2B5EF4-FFF2-40B4-BE49-F238E27FC236}">
                <a16:creationId xmlns:a16="http://schemas.microsoft.com/office/drawing/2014/main" id="{F2921596-73BA-19C7-BBBC-9065675C4352}"/>
              </a:ext>
            </a:extLst>
          </p:cNvPr>
          <p:cNvSpPr txBox="1"/>
          <p:nvPr/>
        </p:nvSpPr>
        <p:spPr>
          <a:xfrm rot="19233531">
            <a:off x="6673189" y="4850880"/>
            <a:ext cx="729984" cy="281223"/>
          </a:xfrm>
          <a:prstGeom prst="rect">
            <a:avLst/>
          </a:prstGeom>
          <a:noFill/>
        </p:spPr>
        <p:txBody>
          <a:bodyPr wrap="square" lIns="0" tIns="0" rIns="0" bIns="0" anchor="ctr">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UI" pitchFamily="34" charset="0"/>
              </a:rPr>
              <a:t>Deploy</a:t>
            </a:r>
            <a:endParaRPr kumimoji="0" lang="en-US" sz="1600" b="0" i="0" u="none" strike="noStrike" kern="1200" cap="none" spc="0" normalizeH="0" baseline="0" noProof="0">
              <a:ln>
                <a:noFill/>
              </a:ln>
              <a:solidFill>
                <a:srgbClr val="FFFFFF"/>
              </a:solidFill>
              <a:effectLst/>
              <a:uLnTx/>
              <a:uFillTx/>
              <a:latin typeface="Segoe UI"/>
              <a:ea typeface="+mn-ea"/>
              <a:cs typeface="+mn-cs"/>
            </a:endParaRPr>
          </a:p>
        </p:txBody>
      </p:sp>
      <p:sp>
        <p:nvSpPr>
          <p:cNvPr id="1646" name="TextBox 1645">
            <a:extLst>
              <a:ext uri="{FF2B5EF4-FFF2-40B4-BE49-F238E27FC236}">
                <a16:creationId xmlns:a16="http://schemas.microsoft.com/office/drawing/2014/main" id="{84F1609D-A908-E2DE-5755-3348B59D8E40}"/>
              </a:ext>
            </a:extLst>
          </p:cNvPr>
          <p:cNvSpPr txBox="1"/>
          <p:nvPr/>
        </p:nvSpPr>
        <p:spPr>
          <a:xfrm rot="2153276">
            <a:off x="4704149" y="4963976"/>
            <a:ext cx="787410" cy="184666"/>
          </a:xfrm>
          <a:prstGeom prst="rect">
            <a:avLst/>
          </a:prstGeom>
          <a:noFill/>
        </p:spPr>
        <p:txBody>
          <a:bodyPr wrap="square" lIns="0" tIns="0" rIns="0" bIns="0" anchor="ctr">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UI" pitchFamily="34" charset="0"/>
              </a:rPr>
              <a:t>Monitor</a:t>
            </a:r>
            <a:endParaRPr kumimoji="0" lang="en-US" sz="20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698" name="Group 1697">
            <a:extLst>
              <a:ext uri="{FF2B5EF4-FFF2-40B4-BE49-F238E27FC236}">
                <a16:creationId xmlns:a16="http://schemas.microsoft.com/office/drawing/2014/main" id="{3038906F-BE48-E077-388D-865B9D6F05AC}"/>
              </a:ext>
            </a:extLst>
          </p:cNvPr>
          <p:cNvGrpSpPr/>
          <p:nvPr/>
        </p:nvGrpSpPr>
        <p:grpSpPr>
          <a:xfrm>
            <a:off x="4163592" y="1543484"/>
            <a:ext cx="851182" cy="851173"/>
            <a:chOff x="4527538" y="2586038"/>
            <a:chExt cx="370004" cy="370000"/>
          </a:xfrm>
        </p:grpSpPr>
        <p:grpSp>
          <p:nvGrpSpPr>
            <p:cNvPr id="1697" name="Group 1696">
              <a:extLst>
                <a:ext uri="{FF2B5EF4-FFF2-40B4-BE49-F238E27FC236}">
                  <a16:creationId xmlns:a16="http://schemas.microsoft.com/office/drawing/2014/main" id="{680F0913-F37F-4AB1-40C1-C6B4DADC6932}"/>
                </a:ext>
              </a:extLst>
            </p:cNvPr>
            <p:cNvGrpSpPr/>
            <p:nvPr/>
          </p:nvGrpSpPr>
          <p:grpSpPr>
            <a:xfrm>
              <a:off x="4527538" y="2586038"/>
              <a:ext cx="370004" cy="370000"/>
              <a:chOff x="4527538" y="2586038"/>
              <a:chExt cx="370004" cy="370000"/>
            </a:xfrm>
          </p:grpSpPr>
          <p:sp>
            <p:nvSpPr>
              <p:cNvPr id="1619" name="Oval 34_1">
                <a:extLst>
                  <a:ext uri="{FF2B5EF4-FFF2-40B4-BE49-F238E27FC236}">
                    <a16:creationId xmlns:a16="http://schemas.microsoft.com/office/drawing/2014/main" id="{BB899FD3-44C2-A4C7-E1EB-4F01EB6BCF69}"/>
                  </a:ext>
                </a:extLst>
              </p:cNvPr>
              <p:cNvSpPr/>
              <p:nvPr/>
            </p:nvSpPr>
            <p:spPr bwMode="auto">
              <a:xfrm>
                <a:off x="4527538" y="2586038"/>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620" name="Oval 1619">
                <a:extLst>
                  <a:ext uri="{FF2B5EF4-FFF2-40B4-BE49-F238E27FC236}">
                    <a16:creationId xmlns:a16="http://schemas.microsoft.com/office/drawing/2014/main" id="{4C0B2F47-55BE-549E-38B9-2716DF4D7DCF}"/>
                  </a:ext>
                </a:extLst>
              </p:cNvPr>
              <p:cNvSpPr/>
              <p:nvPr/>
            </p:nvSpPr>
            <p:spPr bwMode="auto">
              <a:xfrm>
                <a:off x="4557703" y="2616200"/>
                <a:ext cx="309678" cy="309674"/>
              </a:xfrm>
              <a:prstGeom prst="ellipse">
                <a:avLst/>
              </a:prstGeom>
              <a:solidFill>
                <a:schemeClr val="tx1"/>
              </a:solidFill>
              <a:ln w="12700">
                <a:gradFill>
                  <a:gsLst>
                    <a:gs pos="0">
                      <a:srgbClr val="B85CBC">
                        <a:lumMod val="99000"/>
                      </a:srgbClr>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693" name="Group 1692">
              <a:extLst>
                <a:ext uri="{FF2B5EF4-FFF2-40B4-BE49-F238E27FC236}">
                  <a16:creationId xmlns:a16="http://schemas.microsoft.com/office/drawing/2014/main" id="{28CFC14A-17D9-B8D2-5839-60933301DA72}"/>
                </a:ext>
              </a:extLst>
            </p:cNvPr>
            <p:cNvGrpSpPr/>
            <p:nvPr/>
          </p:nvGrpSpPr>
          <p:grpSpPr>
            <a:xfrm>
              <a:off x="4628043" y="2681288"/>
              <a:ext cx="168994" cy="179500"/>
              <a:chOff x="-8646311" y="35433"/>
              <a:chExt cx="4591333" cy="4876774"/>
            </a:xfrm>
          </p:grpSpPr>
          <p:sp>
            <p:nvSpPr>
              <p:cNvPr id="1688" name="Freeform: Shape 1687">
                <a:extLst>
                  <a:ext uri="{FF2B5EF4-FFF2-40B4-BE49-F238E27FC236}">
                    <a16:creationId xmlns:a16="http://schemas.microsoft.com/office/drawing/2014/main" id="{213754B3-EADF-EA73-333D-115928C0B2B9}"/>
                  </a:ext>
                </a:extLst>
              </p:cNvPr>
              <p:cNvSpPr/>
              <p:nvPr/>
            </p:nvSpPr>
            <p:spPr>
              <a:xfrm>
                <a:off x="-8646302" y="1237462"/>
                <a:ext cx="3979544" cy="2272950"/>
              </a:xfrm>
              <a:custGeom>
                <a:avLst/>
                <a:gdLst>
                  <a:gd name="connsiteX0" fmla="*/ 3050762 w 3979544"/>
                  <a:gd name="connsiteY0" fmla="*/ 1256729 h 2272950"/>
                  <a:gd name="connsiteX1" fmla="*/ 2815781 w 3979544"/>
                  <a:gd name="connsiteY1" fmla="*/ 1738884 h 2272950"/>
                  <a:gd name="connsiteX2" fmla="*/ 2146459 w 3979544"/>
                  <a:gd name="connsiteY2" fmla="*/ 1964627 h 2272950"/>
                  <a:gd name="connsiteX3" fmla="*/ 1841373 w 3979544"/>
                  <a:gd name="connsiteY3" fmla="*/ 2018062 h 2272950"/>
                  <a:gd name="connsiteX4" fmla="*/ 1622012 w 3979544"/>
                  <a:gd name="connsiteY4" fmla="*/ 2100453 h 2272950"/>
                  <a:gd name="connsiteX5" fmla="*/ 1386269 w 3979544"/>
                  <a:gd name="connsiteY5" fmla="*/ 2002822 h 2272950"/>
                  <a:gd name="connsiteX6" fmla="*/ 1334262 w 3979544"/>
                  <a:gd name="connsiteY6" fmla="*/ 1598771 h 2272950"/>
                  <a:gd name="connsiteX7" fmla="*/ 1387507 w 3979544"/>
                  <a:gd name="connsiteY7" fmla="*/ 1514380 h 2272950"/>
                  <a:gd name="connsiteX8" fmla="*/ 1424369 w 3979544"/>
                  <a:gd name="connsiteY8" fmla="*/ 1242536 h 2272950"/>
                  <a:gd name="connsiteX9" fmla="*/ 1650111 w 3979544"/>
                  <a:gd name="connsiteY9" fmla="*/ 573215 h 2272950"/>
                  <a:gd name="connsiteX10" fmla="*/ 2133410 w 3979544"/>
                  <a:gd name="connsiteY10" fmla="*/ 337757 h 2272950"/>
                  <a:gd name="connsiteX11" fmla="*/ 2295811 w 3979544"/>
                  <a:gd name="connsiteY11" fmla="*/ 0 h 2272950"/>
                  <a:gd name="connsiteX12" fmla="*/ 381476 w 3979544"/>
                  <a:gd name="connsiteY12" fmla="*/ 0 h 2272950"/>
                  <a:gd name="connsiteX13" fmla="*/ 0 w 3979544"/>
                  <a:gd name="connsiteY13" fmla="*/ 381381 h 2272950"/>
                  <a:gd name="connsiteX14" fmla="*/ 0 w 3979544"/>
                  <a:gd name="connsiteY14" fmla="*/ 2272951 h 2272950"/>
                  <a:gd name="connsiteX15" fmla="*/ 3979545 w 3979544"/>
                  <a:gd name="connsiteY15" fmla="*/ 2272951 h 2272950"/>
                  <a:gd name="connsiteX16" fmla="*/ 3979545 w 3979544"/>
                  <a:gd name="connsiteY16" fmla="*/ 394716 h 2272950"/>
                  <a:gd name="connsiteX17" fmla="*/ 3495961 w 3979544"/>
                  <a:gd name="connsiteY17" fmla="*/ 987361 h 2272950"/>
                  <a:gd name="connsiteX18" fmla="*/ 3050762 w 3979544"/>
                  <a:gd name="connsiteY18" fmla="*/ 1256729 h 227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79544" h="2272950">
                    <a:moveTo>
                      <a:pt x="3050762" y="1256729"/>
                    </a:moveTo>
                    <a:cubicBezTo>
                      <a:pt x="3028855" y="1435703"/>
                      <a:pt x="2948368" y="1606296"/>
                      <a:pt x="2815781" y="1738884"/>
                    </a:cubicBezTo>
                    <a:cubicBezTo>
                      <a:pt x="2654618" y="1900142"/>
                      <a:pt x="2429351" y="1976057"/>
                      <a:pt x="2146459" y="1964627"/>
                    </a:cubicBezTo>
                    <a:cubicBezTo>
                      <a:pt x="1948053" y="1956721"/>
                      <a:pt x="1856423" y="2008632"/>
                      <a:pt x="1841373" y="2018062"/>
                    </a:cubicBezTo>
                    <a:cubicBezTo>
                      <a:pt x="1780604" y="2071307"/>
                      <a:pt x="1703451" y="2100453"/>
                      <a:pt x="1622012" y="2100453"/>
                    </a:cubicBezTo>
                    <a:cubicBezTo>
                      <a:pt x="1532954" y="2100453"/>
                      <a:pt x="1449229" y="2065782"/>
                      <a:pt x="1386269" y="2002822"/>
                    </a:cubicBezTo>
                    <a:cubicBezTo>
                      <a:pt x="1277588" y="1894142"/>
                      <a:pt x="1260062" y="1726502"/>
                      <a:pt x="1334262" y="1598771"/>
                    </a:cubicBezTo>
                    <a:lnTo>
                      <a:pt x="1387507" y="1514380"/>
                    </a:lnTo>
                    <a:cubicBezTo>
                      <a:pt x="1405604" y="1470279"/>
                      <a:pt x="1430083" y="1383221"/>
                      <a:pt x="1424369" y="1242536"/>
                    </a:cubicBezTo>
                    <a:cubicBezTo>
                      <a:pt x="1413034" y="959549"/>
                      <a:pt x="1488948" y="734378"/>
                      <a:pt x="1650111" y="573215"/>
                    </a:cubicBezTo>
                    <a:cubicBezTo>
                      <a:pt x="1782128" y="441293"/>
                      <a:pt x="1950911" y="359569"/>
                      <a:pt x="2133410" y="337757"/>
                    </a:cubicBezTo>
                    <a:cubicBezTo>
                      <a:pt x="2159222" y="213646"/>
                      <a:pt x="2215134" y="97536"/>
                      <a:pt x="2295811" y="0"/>
                    </a:cubicBezTo>
                    <a:lnTo>
                      <a:pt x="381476" y="0"/>
                    </a:lnTo>
                    <a:cubicBezTo>
                      <a:pt x="171164" y="0"/>
                      <a:pt x="0" y="171069"/>
                      <a:pt x="0" y="381381"/>
                    </a:cubicBezTo>
                    <a:lnTo>
                      <a:pt x="0" y="2272951"/>
                    </a:lnTo>
                    <a:lnTo>
                      <a:pt x="3979545" y="2272951"/>
                    </a:lnTo>
                    <a:lnTo>
                      <a:pt x="3979545" y="394716"/>
                    </a:lnTo>
                    <a:lnTo>
                      <a:pt x="3495961" y="987361"/>
                    </a:lnTo>
                    <a:cubicBezTo>
                      <a:pt x="3382232" y="1126331"/>
                      <a:pt x="3224308" y="1220915"/>
                      <a:pt x="3050762" y="1256729"/>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689" name="Freeform: Shape 1688">
                <a:extLst>
                  <a:ext uri="{FF2B5EF4-FFF2-40B4-BE49-F238E27FC236}">
                    <a16:creationId xmlns:a16="http://schemas.microsoft.com/office/drawing/2014/main" id="{1A64E397-E157-AA46-C183-303379D211F0}"/>
                  </a:ext>
                </a:extLst>
              </p:cNvPr>
              <p:cNvSpPr/>
              <p:nvPr/>
            </p:nvSpPr>
            <p:spPr>
              <a:xfrm>
                <a:off x="-8646311" y="3796163"/>
                <a:ext cx="3979544" cy="1116044"/>
              </a:xfrm>
              <a:custGeom>
                <a:avLst/>
                <a:gdLst>
                  <a:gd name="connsiteX0" fmla="*/ 10 w 3979544"/>
                  <a:gd name="connsiteY0" fmla="*/ 121920 h 1116044"/>
                  <a:gd name="connsiteX1" fmla="*/ 381486 w 3979544"/>
                  <a:gd name="connsiteY1" fmla="*/ 503206 h 1116044"/>
                  <a:gd name="connsiteX2" fmla="*/ 1465612 w 3979544"/>
                  <a:gd name="connsiteY2" fmla="*/ 503206 h 1116044"/>
                  <a:gd name="connsiteX3" fmla="*/ 1465612 w 3979544"/>
                  <a:gd name="connsiteY3" fmla="*/ 830294 h 1116044"/>
                  <a:gd name="connsiteX4" fmla="*/ 1225315 w 3979544"/>
                  <a:gd name="connsiteY4" fmla="*/ 830294 h 1116044"/>
                  <a:gd name="connsiteX5" fmla="*/ 1082440 w 3979544"/>
                  <a:gd name="connsiteY5" fmla="*/ 973169 h 1116044"/>
                  <a:gd name="connsiteX6" fmla="*/ 1225315 w 3979544"/>
                  <a:gd name="connsiteY6" fmla="*/ 1116044 h 1116044"/>
                  <a:gd name="connsiteX7" fmla="*/ 2754202 w 3979544"/>
                  <a:gd name="connsiteY7" fmla="*/ 1116044 h 1116044"/>
                  <a:gd name="connsiteX8" fmla="*/ 2897077 w 3979544"/>
                  <a:gd name="connsiteY8" fmla="*/ 973169 h 1116044"/>
                  <a:gd name="connsiteX9" fmla="*/ 2754202 w 3979544"/>
                  <a:gd name="connsiteY9" fmla="*/ 830294 h 1116044"/>
                  <a:gd name="connsiteX10" fmla="*/ 2513905 w 3979544"/>
                  <a:gd name="connsiteY10" fmla="*/ 830294 h 1116044"/>
                  <a:gd name="connsiteX11" fmla="*/ 2513905 w 3979544"/>
                  <a:gd name="connsiteY11" fmla="*/ 503206 h 1116044"/>
                  <a:gd name="connsiteX12" fmla="*/ 3598069 w 3979544"/>
                  <a:gd name="connsiteY12" fmla="*/ 503206 h 1116044"/>
                  <a:gd name="connsiteX13" fmla="*/ 3979545 w 3979544"/>
                  <a:gd name="connsiteY13" fmla="*/ 121920 h 1116044"/>
                  <a:gd name="connsiteX14" fmla="*/ 3979545 w 3979544"/>
                  <a:gd name="connsiteY14" fmla="*/ 0 h 1116044"/>
                  <a:gd name="connsiteX15" fmla="*/ 0 w 3979544"/>
                  <a:gd name="connsiteY15" fmla="*/ 0 h 1116044"/>
                  <a:gd name="connsiteX16" fmla="*/ 0 w 3979544"/>
                  <a:gd name="connsiteY16" fmla="*/ 121920 h 1116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9544" h="1116044">
                    <a:moveTo>
                      <a:pt x="10" y="121920"/>
                    </a:moveTo>
                    <a:cubicBezTo>
                      <a:pt x="10" y="332137"/>
                      <a:pt x="171174" y="503206"/>
                      <a:pt x="381486" y="503206"/>
                    </a:cubicBezTo>
                    <a:lnTo>
                      <a:pt x="1465612" y="503206"/>
                    </a:lnTo>
                    <a:lnTo>
                      <a:pt x="1465612" y="830294"/>
                    </a:lnTo>
                    <a:lnTo>
                      <a:pt x="1225315" y="830294"/>
                    </a:lnTo>
                    <a:cubicBezTo>
                      <a:pt x="1146410" y="830294"/>
                      <a:pt x="1082440" y="894264"/>
                      <a:pt x="1082440" y="973169"/>
                    </a:cubicBezTo>
                    <a:cubicBezTo>
                      <a:pt x="1082440" y="1052075"/>
                      <a:pt x="1146410" y="1116044"/>
                      <a:pt x="1225315" y="1116044"/>
                    </a:cubicBezTo>
                    <a:lnTo>
                      <a:pt x="2754202" y="1116044"/>
                    </a:lnTo>
                    <a:cubicBezTo>
                      <a:pt x="2833107" y="1116044"/>
                      <a:pt x="2897077" y="1052075"/>
                      <a:pt x="2897077" y="973169"/>
                    </a:cubicBezTo>
                    <a:cubicBezTo>
                      <a:pt x="2897077" y="894264"/>
                      <a:pt x="2833107" y="830294"/>
                      <a:pt x="2754202" y="830294"/>
                    </a:cubicBezTo>
                    <a:lnTo>
                      <a:pt x="2513905" y="830294"/>
                    </a:lnTo>
                    <a:lnTo>
                      <a:pt x="2513905" y="503206"/>
                    </a:lnTo>
                    <a:lnTo>
                      <a:pt x="3598069" y="503206"/>
                    </a:lnTo>
                    <a:cubicBezTo>
                      <a:pt x="3808381" y="503206"/>
                      <a:pt x="3979545" y="332137"/>
                      <a:pt x="3979545" y="121920"/>
                    </a:cubicBezTo>
                    <a:lnTo>
                      <a:pt x="3979545" y="0"/>
                    </a:lnTo>
                    <a:lnTo>
                      <a:pt x="0" y="0"/>
                    </a:lnTo>
                    <a:lnTo>
                      <a:pt x="0" y="121920"/>
                    </a:lnTo>
                    <a:close/>
                  </a:path>
                </a:pathLst>
              </a:custGeom>
              <a:solidFill>
                <a:srgbClr val="B85CBC"/>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690" name="Freeform: Shape 1689">
                <a:extLst>
                  <a:ext uri="{FF2B5EF4-FFF2-40B4-BE49-F238E27FC236}">
                    <a16:creationId xmlns:a16="http://schemas.microsoft.com/office/drawing/2014/main" id="{1252B965-C104-0BB7-CB9E-4EBC17B49C48}"/>
                  </a:ext>
                </a:extLst>
              </p:cNvPr>
              <p:cNvSpPr/>
              <p:nvPr/>
            </p:nvSpPr>
            <p:spPr>
              <a:xfrm>
                <a:off x="-7068400" y="1851672"/>
                <a:ext cx="1196857" cy="1197111"/>
              </a:xfrm>
              <a:custGeom>
                <a:avLst/>
                <a:gdLst>
                  <a:gd name="connsiteX0" fmla="*/ 13878 w 1196857"/>
                  <a:gd name="connsiteY0" fmla="*/ 1115883 h 1197111"/>
                  <a:gd name="connsiteX1" fmla="*/ 13802 w 1196857"/>
                  <a:gd name="connsiteY1" fmla="*/ 1115959 h 1197111"/>
                  <a:gd name="connsiteX2" fmla="*/ 13764 w 1196857"/>
                  <a:gd name="connsiteY2" fmla="*/ 1115997 h 1197111"/>
                  <a:gd name="connsiteX3" fmla="*/ 13726 w 1196857"/>
                  <a:gd name="connsiteY3" fmla="*/ 1116035 h 1197111"/>
                  <a:gd name="connsiteX4" fmla="*/ 13678 w 1196857"/>
                  <a:gd name="connsiteY4" fmla="*/ 1116083 h 1197111"/>
                  <a:gd name="connsiteX5" fmla="*/ 13630 w 1196857"/>
                  <a:gd name="connsiteY5" fmla="*/ 1116130 h 1197111"/>
                  <a:gd name="connsiteX6" fmla="*/ 13621 w 1196857"/>
                  <a:gd name="connsiteY6" fmla="*/ 1116139 h 1197111"/>
                  <a:gd name="connsiteX7" fmla="*/ 13573 w 1196857"/>
                  <a:gd name="connsiteY7" fmla="*/ 1116187 h 1197111"/>
                  <a:gd name="connsiteX8" fmla="*/ 13564 w 1196857"/>
                  <a:gd name="connsiteY8" fmla="*/ 1116197 h 1197111"/>
                  <a:gd name="connsiteX9" fmla="*/ 13526 w 1196857"/>
                  <a:gd name="connsiteY9" fmla="*/ 1116244 h 1197111"/>
                  <a:gd name="connsiteX10" fmla="*/ 13516 w 1196857"/>
                  <a:gd name="connsiteY10" fmla="*/ 1116254 h 1197111"/>
                  <a:gd name="connsiteX11" fmla="*/ 13469 w 1196857"/>
                  <a:gd name="connsiteY11" fmla="*/ 1116301 h 1197111"/>
                  <a:gd name="connsiteX12" fmla="*/ 13459 w 1196857"/>
                  <a:gd name="connsiteY12" fmla="*/ 1116311 h 1197111"/>
                  <a:gd name="connsiteX13" fmla="*/ 13411 w 1196857"/>
                  <a:gd name="connsiteY13" fmla="*/ 1116359 h 1197111"/>
                  <a:gd name="connsiteX14" fmla="*/ 13945 w 1196857"/>
                  <a:gd name="connsiteY14" fmla="*/ 1183167 h 1197111"/>
                  <a:gd name="connsiteX15" fmla="*/ 47625 w 1196857"/>
                  <a:gd name="connsiteY15" fmla="*/ 1197112 h 1197111"/>
                  <a:gd name="connsiteX16" fmla="*/ 81048 w 1196857"/>
                  <a:gd name="connsiteY16" fmla="*/ 1183415 h 1197111"/>
                  <a:gd name="connsiteX17" fmla="*/ 583654 w 1196857"/>
                  <a:gd name="connsiteY17" fmla="*/ 1061561 h 1197111"/>
                  <a:gd name="connsiteX18" fmla="*/ 1039387 w 1196857"/>
                  <a:gd name="connsiteY18" fmla="*/ 919267 h 1197111"/>
                  <a:gd name="connsiteX19" fmla="*/ 1039387 w 1196857"/>
                  <a:gd name="connsiteY19" fmla="*/ 157725 h 1197111"/>
                  <a:gd name="connsiteX20" fmla="*/ 658616 w 1196857"/>
                  <a:gd name="connsiteY20" fmla="*/ 0 h 1197111"/>
                  <a:gd name="connsiteX21" fmla="*/ 277844 w 1196857"/>
                  <a:gd name="connsiteY21" fmla="*/ 157725 h 1197111"/>
                  <a:gd name="connsiteX22" fmla="*/ 135550 w 1196857"/>
                  <a:gd name="connsiteY22" fmla="*/ 613458 h 1197111"/>
                  <a:gd name="connsiteX23" fmla="*/ 13945 w 1196857"/>
                  <a:gd name="connsiteY23" fmla="*/ 1115816 h 1197111"/>
                  <a:gd name="connsiteX24" fmla="*/ 13878 w 1196857"/>
                  <a:gd name="connsiteY24" fmla="*/ 1115883 h 11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96857" h="1197111">
                    <a:moveTo>
                      <a:pt x="13878" y="1115883"/>
                    </a:moveTo>
                    <a:cubicBezTo>
                      <a:pt x="13850" y="1115901"/>
                      <a:pt x="13821" y="1115930"/>
                      <a:pt x="13802" y="1115959"/>
                    </a:cubicBezTo>
                    <a:cubicBezTo>
                      <a:pt x="13783" y="1115968"/>
                      <a:pt x="13773" y="1115978"/>
                      <a:pt x="13764" y="1115997"/>
                    </a:cubicBezTo>
                    <a:lnTo>
                      <a:pt x="13726" y="1116035"/>
                    </a:lnTo>
                    <a:cubicBezTo>
                      <a:pt x="13707" y="1116044"/>
                      <a:pt x="13697" y="1116063"/>
                      <a:pt x="13678" y="1116083"/>
                    </a:cubicBezTo>
                    <a:cubicBezTo>
                      <a:pt x="13669" y="1116111"/>
                      <a:pt x="13659" y="1116111"/>
                      <a:pt x="13630" y="1116130"/>
                    </a:cubicBezTo>
                    <a:lnTo>
                      <a:pt x="13621" y="1116139"/>
                    </a:lnTo>
                    <a:cubicBezTo>
                      <a:pt x="13611" y="1116159"/>
                      <a:pt x="13592" y="1116168"/>
                      <a:pt x="13573" y="1116187"/>
                    </a:cubicBezTo>
                    <a:cubicBezTo>
                      <a:pt x="13573" y="1116187"/>
                      <a:pt x="13573" y="1116187"/>
                      <a:pt x="13564" y="1116197"/>
                    </a:cubicBezTo>
                    <a:cubicBezTo>
                      <a:pt x="13554" y="1116206"/>
                      <a:pt x="13535" y="1116225"/>
                      <a:pt x="13526" y="1116244"/>
                    </a:cubicBezTo>
                    <a:cubicBezTo>
                      <a:pt x="13526" y="1116244"/>
                      <a:pt x="13526" y="1116244"/>
                      <a:pt x="13516" y="1116254"/>
                    </a:cubicBezTo>
                    <a:cubicBezTo>
                      <a:pt x="13497" y="1116263"/>
                      <a:pt x="13488" y="1116283"/>
                      <a:pt x="13469" y="1116301"/>
                    </a:cubicBezTo>
                    <a:cubicBezTo>
                      <a:pt x="13469" y="1116301"/>
                      <a:pt x="13469" y="1116301"/>
                      <a:pt x="13459" y="1116311"/>
                    </a:cubicBezTo>
                    <a:lnTo>
                      <a:pt x="13411" y="1116359"/>
                    </a:lnTo>
                    <a:cubicBezTo>
                      <a:pt x="-4648" y="1134999"/>
                      <a:pt x="-4467" y="1164746"/>
                      <a:pt x="13945" y="1183167"/>
                    </a:cubicBezTo>
                    <a:cubicBezTo>
                      <a:pt x="23251" y="1192463"/>
                      <a:pt x="35433" y="1197112"/>
                      <a:pt x="47625" y="1197112"/>
                    </a:cubicBezTo>
                    <a:cubicBezTo>
                      <a:pt x="59703" y="1197112"/>
                      <a:pt x="71781" y="1192549"/>
                      <a:pt x="81048" y="1183415"/>
                    </a:cubicBezTo>
                    <a:cubicBezTo>
                      <a:pt x="83963" y="1180652"/>
                      <a:pt x="228238" y="1047274"/>
                      <a:pt x="583654" y="1061561"/>
                    </a:cubicBezTo>
                    <a:cubicBezTo>
                      <a:pt x="783612" y="1069619"/>
                      <a:pt x="936927" y="1021718"/>
                      <a:pt x="1039387" y="919267"/>
                    </a:cubicBezTo>
                    <a:cubicBezTo>
                      <a:pt x="1249347" y="709308"/>
                      <a:pt x="1249347" y="367684"/>
                      <a:pt x="1039387" y="157725"/>
                    </a:cubicBezTo>
                    <a:cubicBezTo>
                      <a:pt x="937679" y="56016"/>
                      <a:pt x="802453" y="0"/>
                      <a:pt x="658616" y="0"/>
                    </a:cubicBezTo>
                    <a:cubicBezTo>
                      <a:pt x="514779" y="0"/>
                      <a:pt x="379552" y="56007"/>
                      <a:pt x="277844" y="157725"/>
                    </a:cubicBezTo>
                    <a:cubicBezTo>
                      <a:pt x="175394" y="260175"/>
                      <a:pt x="127511" y="413509"/>
                      <a:pt x="135550" y="613458"/>
                    </a:cubicBezTo>
                    <a:cubicBezTo>
                      <a:pt x="149914" y="970807"/>
                      <a:pt x="15031" y="1114692"/>
                      <a:pt x="13945" y="1115816"/>
                    </a:cubicBezTo>
                    <a:cubicBezTo>
                      <a:pt x="13907" y="1115844"/>
                      <a:pt x="13897" y="1115863"/>
                      <a:pt x="13878" y="1115883"/>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691" name="Freeform: Shape 1690">
                <a:extLst>
                  <a:ext uri="{FF2B5EF4-FFF2-40B4-BE49-F238E27FC236}">
                    <a16:creationId xmlns:a16="http://schemas.microsoft.com/office/drawing/2014/main" id="{0F8D2190-5D26-DAD3-DA15-ED29BDB972A2}"/>
                  </a:ext>
                </a:extLst>
              </p:cNvPr>
              <p:cNvSpPr/>
              <p:nvPr/>
            </p:nvSpPr>
            <p:spPr>
              <a:xfrm>
                <a:off x="-6218951" y="1166748"/>
                <a:ext cx="1033233" cy="1033691"/>
              </a:xfrm>
              <a:custGeom>
                <a:avLst/>
                <a:gdLst>
                  <a:gd name="connsiteX0" fmla="*/ 611029 w 1033233"/>
                  <a:gd name="connsiteY0" fmla="*/ 1033691 h 1033691"/>
                  <a:gd name="connsiteX1" fmla="*/ 850678 w 1033233"/>
                  <a:gd name="connsiteY1" fmla="*/ 874052 h 1033691"/>
                  <a:gd name="connsiteX2" fmla="*/ 1033234 w 1033233"/>
                  <a:gd name="connsiteY2" fmla="*/ 650329 h 1033691"/>
                  <a:gd name="connsiteX3" fmla="*/ 382905 w 1033233"/>
                  <a:gd name="connsiteY3" fmla="*/ 0 h 1033691"/>
                  <a:gd name="connsiteX4" fmla="*/ 160115 w 1033233"/>
                  <a:gd name="connsiteY4" fmla="*/ 181966 h 1033691"/>
                  <a:gd name="connsiteX5" fmla="*/ 0 w 1033233"/>
                  <a:gd name="connsiteY5" fmla="*/ 421424 h 1033691"/>
                  <a:gd name="connsiteX6" fmla="*/ 391954 w 1033233"/>
                  <a:gd name="connsiteY6" fmla="*/ 640594 h 1033691"/>
                  <a:gd name="connsiteX7" fmla="*/ 611029 w 1033233"/>
                  <a:gd name="connsiteY7" fmla="*/ 1033691 h 1033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3233" h="1033691">
                    <a:moveTo>
                      <a:pt x="611029" y="1033691"/>
                    </a:moveTo>
                    <a:cubicBezTo>
                      <a:pt x="704183" y="1005783"/>
                      <a:pt x="788098" y="950538"/>
                      <a:pt x="850678" y="874052"/>
                    </a:cubicBezTo>
                    <a:lnTo>
                      <a:pt x="1033234" y="650329"/>
                    </a:lnTo>
                    <a:lnTo>
                      <a:pt x="382905" y="0"/>
                    </a:lnTo>
                    <a:lnTo>
                      <a:pt x="160115" y="181966"/>
                    </a:lnTo>
                    <a:cubicBezTo>
                      <a:pt x="83439" y="244450"/>
                      <a:pt x="28004" y="328270"/>
                      <a:pt x="0" y="421424"/>
                    </a:cubicBezTo>
                    <a:cubicBezTo>
                      <a:pt x="147256" y="456000"/>
                      <a:pt x="282321" y="530962"/>
                      <a:pt x="391954" y="640594"/>
                    </a:cubicBezTo>
                    <a:cubicBezTo>
                      <a:pt x="504158" y="752799"/>
                      <a:pt x="577215" y="889483"/>
                      <a:pt x="611029" y="1033691"/>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692" name="Freeform: Shape 1691">
                <a:extLst>
                  <a:ext uri="{FF2B5EF4-FFF2-40B4-BE49-F238E27FC236}">
                    <a16:creationId xmlns:a16="http://schemas.microsoft.com/office/drawing/2014/main" id="{BF10170A-FEAD-1350-BF6D-0B416FAA40FC}"/>
                  </a:ext>
                </a:extLst>
              </p:cNvPr>
              <p:cNvSpPr/>
              <p:nvPr/>
            </p:nvSpPr>
            <p:spPr>
              <a:xfrm>
                <a:off x="-5613618" y="35433"/>
                <a:ext cx="1558640" cy="1559121"/>
              </a:xfrm>
              <a:custGeom>
                <a:avLst/>
                <a:gdLst>
                  <a:gd name="connsiteX0" fmla="*/ 1472832 w 1558640"/>
                  <a:gd name="connsiteY0" fmla="*/ 85794 h 1559121"/>
                  <a:gd name="connsiteX1" fmla="*/ 1081640 w 1558640"/>
                  <a:gd name="connsiteY1" fmla="*/ 66173 h 1559121"/>
                  <a:gd name="connsiteX2" fmla="*/ 0 w 1558640"/>
                  <a:gd name="connsiteY2" fmla="*/ 949645 h 1559121"/>
                  <a:gd name="connsiteX3" fmla="*/ 609476 w 1558640"/>
                  <a:gd name="connsiteY3" fmla="*/ 1559121 h 1559121"/>
                  <a:gd name="connsiteX4" fmla="*/ 1492548 w 1558640"/>
                  <a:gd name="connsiteY4" fmla="*/ 476900 h 1559121"/>
                  <a:gd name="connsiteX5" fmla="*/ 1472832 w 1558640"/>
                  <a:gd name="connsiteY5" fmla="*/ 85794 h 155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640" h="1559121">
                    <a:moveTo>
                      <a:pt x="1472832" y="85794"/>
                    </a:moveTo>
                    <a:cubicBezTo>
                      <a:pt x="1366438" y="-20600"/>
                      <a:pt x="1198226" y="-29077"/>
                      <a:pt x="1081640" y="66173"/>
                    </a:cubicBezTo>
                    <a:lnTo>
                      <a:pt x="0" y="949645"/>
                    </a:lnTo>
                    <a:lnTo>
                      <a:pt x="609476" y="1559121"/>
                    </a:lnTo>
                    <a:lnTo>
                      <a:pt x="1492548" y="476900"/>
                    </a:lnTo>
                    <a:cubicBezTo>
                      <a:pt x="1587703" y="360400"/>
                      <a:pt x="1579226" y="192188"/>
                      <a:pt x="1472832" y="85794"/>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1722" name="Group 1721">
            <a:extLst>
              <a:ext uri="{FF2B5EF4-FFF2-40B4-BE49-F238E27FC236}">
                <a16:creationId xmlns:a16="http://schemas.microsoft.com/office/drawing/2014/main" id="{C011CDE0-C0D6-8DEE-9D92-7D7699F38C24}"/>
              </a:ext>
            </a:extLst>
          </p:cNvPr>
          <p:cNvGrpSpPr/>
          <p:nvPr/>
        </p:nvGrpSpPr>
        <p:grpSpPr>
          <a:xfrm>
            <a:off x="7115879" y="1537298"/>
            <a:ext cx="851182" cy="851173"/>
            <a:chOff x="7257245" y="2586038"/>
            <a:chExt cx="370004" cy="370000"/>
          </a:xfrm>
        </p:grpSpPr>
        <p:grpSp>
          <p:nvGrpSpPr>
            <p:cNvPr id="1694" name="Group 1693">
              <a:extLst>
                <a:ext uri="{FF2B5EF4-FFF2-40B4-BE49-F238E27FC236}">
                  <a16:creationId xmlns:a16="http://schemas.microsoft.com/office/drawing/2014/main" id="{CB7AFC57-A1D5-5645-9826-824E484AAD7E}"/>
                </a:ext>
              </a:extLst>
            </p:cNvPr>
            <p:cNvGrpSpPr/>
            <p:nvPr/>
          </p:nvGrpSpPr>
          <p:grpSpPr>
            <a:xfrm>
              <a:off x="7257245" y="2586038"/>
              <a:ext cx="370004" cy="370000"/>
              <a:chOff x="7257245" y="2586038"/>
              <a:chExt cx="370004" cy="370000"/>
            </a:xfrm>
          </p:grpSpPr>
          <p:sp>
            <p:nvSpPr>
              <p:cNvPr id="1626" name="Oval 34_1">
                <a:extLst>
                  <a:ext uri="{FF2B5EF4-FFF2-40B4-BE49-F238E27FC236}">
                    <a16:creationId xmlns:a16="http://schemas.microsoft.com/office/drawing/2014/main" id="{340CB05B-6FDB-05B1-2C2F-BC9FE26FF4B1}"/>
                  </a:ext>
                </a:extLst>
              </p:cNvPr>
              <p:cNvSpPr/>
              <p:nvPr/>
            </p:nvSpPr>
            <p:spPr bwMode="auto">
              <a:xfrm>
                <a:off x="7257245" y="2586038"/>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627" name="Oval 1626">
                <a:extLst>
                  <a:ext uri="{FF2B5EF4-FFF2-40B4-BE49-F238E27FC236}">
                    <a16:creationId xmlns:a16="http://schemas.microsoft.com/office/drawing/2014/main" id="{A87F5065-0FF3-906C-F5E4-84C753FA7819}"/>
                  </a:ext>
                </a:extLst>
              </p:cNvPr>
              <p:cNvSpPr/>
              <p:nvPr/>
            </p:nvSpPr>
            <p:spPr bwMode="auto">
              <a:xfrm>
                <a:off x="7287408" y="2616201"/>
                <a:ext cx="309678" cy="309674"/>
              </a:xfrm>
              <a:prstGeom prst="ellipse">
                <a:avLst/>
              </a:prstGeom>
              <a:solidFill>
                <a:schemeClr val="tx1"/>
              </a:solidFill>
              <a:ln w="12700">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721" name="Group 1720">
              <a:extLst>
                <a:ext uri="{FF2B5EF4-FFF2-40B4-BE49-F238E27FC236}">
                  <a16:creationId xmlns:a16="http://schemas.microsoft.com/office/drawing/2014/main" id="{B95231C4-4828-523E-0007-738781516B0F}"/>
                </a:ext>
              </a:extLst>
            </p:cNvPr>
            <p:cNvGrpSpPr/>
            <p:nvPr/>
          </p:nvGrpSpPr>
          <p:grpSpPr>
            <a:xfrm>
              <a:off x="7342712" y="2700338"/>
              <a:ext cx="199068" cy="141400"/>
              <a:chOff x="-11422111" y="1290789"/>
              <a:chExt cx="4876992" cy="3464147"/>
            </a:xfrm>
          </p:grpSpPr>
          <p:sp>
            <p:nvSpPr>
              <p:cNvPr id="1712" name="Freeform: Shape 1711">
                <a:extLst>
                  <a:ext uri="{FF2B5EF4-FFF2-40B4-BE49-F238E27FC236}">
                    <a16:creationId xmlns:a16="http://schemas.microsoft.com/office/drawing/2014/main" id="{D83A69A5-0F65-2E5B-A626-1FEA8F3F5930}"/>
                  </a:ext>
                </a:extLst>
              </p:cNvPr>
              <p:cNvSpPr/>
              <p:nvPr/>
            </p:nvSpPr>
            <p:spPr>
              <a:xfrm>
                <a:off x="-11422110" y="1290789"/>
                <a:ext cx="3760565" cy="2154269"/>
              </a:xfrm>
              <a:custGeom>
                <a:avLst/>
                <a:gdLst>
                  <a:gd name="connsiteX0" fmla="*/ 246507 w 3760565"/>
                  <a:gd name="connsiteY0" fmla="*/ 0 h 2154269"/>
                  <a:gd name="connsiteX1" fmla="*/ 3514059 w 3760565"/>
                  <a:gd name="connsiteY1" fmla="*/ 0 h 2154269"/>
                  <a:gd name="connsiteX2" fmla="*/ 3760565 w 3760565"/>
                  <a:gd name="connsiteY2" fmla="*/ 246221 h 2154269"/>
                  <a:gd name="connsiteX3" fmla="*/ 3760565 w 3760565"/>
                  <a:gd name="connsiteY3" fmla="*/ 992791 h 2154269"/>
                  <a:gd name="connsiteX4" fmla="*/ 3691223 w 3760565"/>
                  <a:gd name="connsiteY4" fmla="*/ 992791 h 2154269"/>
                  <a:gd name="connsiteX5" fmla="*/ 3452241 w 3760565"/>
                  <a:gd name="connsiteY5" fmla="*/ 1166717 h 2154269"/>
                  <a:gd name="connsiteX6" fmla="*/ 3430334 w 3760565"/>
                  <a:gd name="connsiteY6" fmla="*/ 1233392 h 2154269"/>
                  <a:gd name="connsiteX7" fmla="*/ 3263170 w 3760565"/>
                  <a:gd name="connsiteY7" fmla="*/ 1302830 h 2154269"/>
                  <a:gd name="connsiteX8" fmla="*/ 3200495 w 3760565"/>
                  <a:gd name="connsiteY8" fmla="*/ 1270921 h 2154269"/>
                  <a:gd name="connsiteX9" fmla="*/ 2908649 w 3760565"/>
                  <a:gd name="connsiteY9" fmla="*/ 1317117 h 2154269"/>
                  <a:gd name="connsiteX10" fmla="*/ 2810637 w 3760565"/>
                  <a:gd name="connsiteY10" fmla="*/ 1415129 h 2154269"/>
                  <a:gd name="connsiteX11" fmla="*/ 2764441 w 3760565"/>
                  <a:gd name="connsiteY11" fmla="*/ 1706975 h 2154269"/>
                  <a:gd name="connsiteX12" fmla="*/ 2796254 w 3760565"/>
                  <a:gd name="connsiteY12" fmla="*/ 1769650 h 2154269"/>
                  <a:gd name="connsiteX13" fmla="*/ 2727103 w 3760565"/>
                  <a:gd name="connsiteY13" fmla="*/ 1936814 h 2154269"/>
                  <a:gd name="connsiteX14" fmla="*/ 2660142 w 3760565"/>
                  <a:gd name="connsiteY14" fmla="*/ 1958435 h 2154269"/>
                  <a:gd name="connsiteX15" fmla="*/ 2490216 w 3760565"/>
                  <a:gd name="connsiteY15" fmla="*/ 2154269 h 2154269"/>
                  <a:gd name="connsiteX16" fmla="*/ 0 w 3760565"/>
                  <a:gd name="connsiteY16" fmla="*/ 2154269 h 2154269"/>
                  <a:gd name="connsiteX17" fmla="*/ 0 w 3760565"/>
                  <a:gd name="connsiteY17" fmla="*/ 246221 h 2154269"/>
                  <a:gd name="connsiteX18" fmla="*/ 246507 w 3760565"/>
                  <a:gd name="connsiteY18" fmla="*/ 0 h 2154269"/>
                  <a:gd name="connsiteX19" fmla="*/ 2001020 w 3760565"/>
                  <a:gd name="connsiteY19" fmla="*/ 452763 h 2154269"/>
                  <a:gd name="connsiteX20" fmla="*/ 1938052 w 3760565"/>
                  <a:gd name="connsiteY20" fmla="*/ 512731 h 2154269"/>
                  <a:gd name="connsiteX21" fmla="*/ 1669447 w 3760565"/>
                  <a:gd name="connsiteY21" fmla="*/ 1685354 h 2154269"/>
                  <a:gd name="connsiteX22" fmla="*/ 1728311 w 3760565"/>
                  <a:gd name="connsiteY22" fmla="*/ 1779270 h 2154269"/>
                  <a:gd name="connsiteX23" fmla="*/ 1822514 w 3760565"/>
                  <a:gd name="connsiteY23" fmla="*/ 1720120 h 2154269"/>
                  <a:gd name="connsiteX24" fmla="*/ 2091119 w 3760565"/>
                  <a:gd name="connsiteY24" fmla="*/ 547783 h 2154269"/>
                  <a:gd name="connsiteX25" fmla="*/ 2032254 w 3760565"/>
                  <a:gd name="connsiteY25" fmla="*/ 453580 h 2154269"/>
                  <a:gd name="connsiteX26" fmla="*/ 2001020 w 3760565"/>
                  <a:gd name="connsiteY26" fmla="*/ 452763 h 2154269"/>
                  <a:gd name="connsiteX27" fmla="*/ 2295582 w 3760565"/>
                  <a:gd name="connsiteY27" fmla="*/ 678745 h 2154269"/>
                  <a:gd name="connsiteX28" fmla="*/ 2218563 w 3760565"/>
                  <a:gd name="connsiteY28" fmla="*/ 718661 h 2154269"/>
                  <a:gd name="connsiteX29" fmla="*/ 2249043 w 3760565"/>
                  <a:gd name="connsiteY29" fmla="*/ 825341 h 2154269"/>
                  <a:gd name="connsiteX30" fmla="*/ 2770156 w 3760565"/>
                  <a:gd name="connsiteY30" fmla="*/ 1116425 h 2154269"/>
                  <a:gd name="connsiteX31" fmla="*/ 2249043 w 3760565"/>
                  <a:gd name="connsiteY31" fmla="*/ 1407509 h 2154269"/>
                  <a:gd name="connsiteX32" fmla="*/ 2218563 w 3760565"/>
                  <a:gd name="connsiteY32" fmla="*/ 1514189 h 2154269"/>
                  <a:gd name="connsiteX33" fmla="*/ 2325243 w 3760565"/>
                  <a:gd name="connsiteY33" fmla="*/ 1544669 h 2154269"/>
                  <a:gd name="connsiteX34" fmla="*/ 2969228 w 3760565"/>
                  <a:gd name="connsiteY34" fmla="*/ 1185005 h 2154269"/>
                  <a:gd name="connsiteX35" fmla="*/ 2999709 w 3760565"/>
                  <a:gd name="connsiteY35" fmla="*/ 1078325 h 2154269"/>
                  <a:gd name="connsiteX36" fmla="*/ 2968371 w 3760565"/>
                  <a:gd name="connsiteY36" fmla="*/ 1047274 h 2154269"/>
                  <a:gd name="connsiteX37" fmla="*/ 2325243 w 3760565"/>
                  <a:gd name="connsiteY37" fmla="*/ 688181 h 2154269"/>
                  <a:gd name="connsiteX38" fmla="*/ 2295582 w 3760565"/>
                  <a:gd name="connsiteY38" fmla="*/ 678745 h 2154269"/>
                  <a:gd name="connsiteX39" fmla="*/ 1464888 w 3760565"/>
                  <a:gd name="connsiteY39" fmla="*/ 678745 h 2154269"/>
                  <a:gd name="connsiteX40" fmla="*/ 1435227 w 3760565"/>
                  <a:gd name="connsiteY40" fmla="*/ 688181 h 2154269"/>
                  <a:gd name="connsiteX41" fmla="*/ 792099 w 3760565"/>
                  <a:gd name="connsiteY41" fmla="*/ 1047274 h 2154269"/>
                  <a:gd name="connsiteX42" fmla="*/ 760762 w 3760565"/>
                  <a:gd name="connsiteY42" fmla="*/ 1078325 h 2154269"/>
                  <a:gd name="connsiteX43" fmla="*/ 791242 w 3760565"/>
                  <a:gd name="connsiteY43" fmla="*/ 1185005 h 2154269"/>
                  <a:gd name="connsiteX44" fmla="*/ 1435227 w 3760565"/>
                  <a:gd name="connsiteY44" fmla="*/ 1544669 h 2154269"/>
                  <a:gd name="connsiteX45" fmla="*/ 1541907 w 3760565"/>
                  <a:gd name="connsiteY45" fmla="*/ 1514189 h 2154269"/>
                  <a:gd name="connsiteX46" fmla="*/ 1511427 w 3760565"/>
                  <a:gd name="connsiteY46" fmla="*/ 1407509 h 2154269"/>
                  <a:gd name="connsiteX47" fmla="*/ 990314 w 3760565"/>
                  <a:gd name="connsiteY47" fmla="*/ 1116425 h 2154269"/>
                  <a:gd name="connsiteX48" fmla="*/ 1511427 w 3760565"/>
                  <a:gd name="connsiteY48" fmla="*/ 825341 h 2154269"/>
                  <a:gd name="connsiteX49" fmla="*/ 1541907 w 3760565"/>
                  <a:gd name="connsiteY49" fmla="*/ 718661 h 2154269"/>
                  <a:gd name="connsiteX50" fmla="*/ 1464888 w 3760565"/>
                  <a:gd name="connsiteY50" fmla="*/ 678745 h 2154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760565" h="2154269">
                    <a:moveTo>
                      <a:pt x="246507" y="0"/>
                    </a:moveTo>
                    <a:lnTo>
                      <a:pt x="3514059" y="0"/>
                    </a:lnTo>
                    <a:cubicBezTo>
                      <a:pt x="3649599" y="0"/>
                      <a:pt x="3760565" y="110680"/>
                      <a:pt x="3760565" y="246221"/>
                    </a:cubicBezTo>
                    <a:lnTo>
                      <a:pt x="3760565" y="992791"/>
                    </a:lnTo>
                    <a:lnTo>
                      <a:pt x="3691223" y="992791"/>
                    </a:lnTo>
                    <a:cubicBezTo>
                      <a:pt x="3581591" y="992791"/>
                      <a:pt x="3486055" y="1062418"/>
                      <a:pt x="3452241" y="1166717"/>
                    </a:cubicBezTo>
                    <a:lnTo>
                      <a:pt x="3430334" y="1233392"/>
                    </a:lnTo>
                    <a:cubicBezTo>
                      <a:pt x="3372803" y="1251776"/>
                      <a:pt x="3316891" y="1275017"/>
                      <a:pt x="3263170" y="1302830"/>
                    </a:cubicBezTo>
                    <a:lnTo>
                      <a:pt x="3200495" y="1270921"/>
                    </a:lnTo>
                    <a:cubicBezTo>
                      <a:pt x="3103055" y="1221200"/>
                      <a:pt x="2986088" y="1239584"/>
                      <a:pt x="2908649" y="1317117"/>
                    </a:cubicBezTo>
                    <a:lnTo>
                      <a:pt x="2810637" y="1415129"/>
                    </a:lnTo>
                    <a:cubicBezTo>
                      <a:pt x="2733104" y="1492377"/>
                      <a:pt x="2714816" y="1609249"/>
                      <a:pt x="2764441" y="1706975"/>
                    </a:cubicBezTo>
                    <a:lnTo>
                      <a:pt x="2796254" y="1769650"/>
                    </a:lnTo>
                    <a:cubicBezTo>
                      <a:pt x="2768727" y="1823371"/>
                      <a:pt x="2745486" y="1879282"/>
                      <a:pt x="2727103" y="1936814"/>
                    </a:cubicBezTo>
                    <a:lnTo>
                      <a:pt x="2660142" y="1958435"/>
                    </a:lnTo>
                    <a:cubicBezTo>
                      <a:pt x="2570131" y="1987677"/>
                      <a:pt x="2505837" y="2063306"/>
                      <a:pt x="2490216" y="2154269"/>
                    </a:cubicBezTo>
                    <a:lnTo>
                      <a:pt x="0" y="2154269"/>
                    </a:lnTo>
                    <a:lnTo>
                      <a:pt x="0" y="246221"/>
                    </a:lnTo>
                    <a:cubicBezTo>
                      <a:pt x="0" y="110680"/>
                      <a:pt x="110966" y="0"/>
                      <a:pt x="246507" y="0"/>
                    </a:cubicBezTo>
                    <a:close/>
                    <a:moveTo>
                      <a:pt x="2001020" y="452763"/>
                    </a:moveTo>
                    <a:cubicBezTo>
                      <a:pt x="1970842" y="458099"/>
                      <a:pt x="1945338" y="480941"/>
                      <a:pt x="1938052" y="512731"/>
                    </a:cubicBezTo>
                    <a:lnTo>
                      <a:pt x="1669447" y="1685354"/>
                    </a:lnTo>
                    <a:cubicBezTo>
                      <a:pt x="1659731" y="1727454"/>
                      <a:pt x="1686211" y="1769555"/>
                      <a:pt x="1728311" y="1779270"/>
                    </a:cubicBezTo>
                    <a:cubicBezTo>
                      <a:pt x="1770698" y="1788986"/>
                      <a:pt x="1812798" y="1762506"/>
                      <a:pt x="1822514" y="1720120"/>
                    </a:cubicBezTo>
                    <a:lnTo>
                      <a:pt x="2091119" y="547783"/>
                    </a:lnTo>
                    <a:cubicBezTo>
                      <a:pt x="2100834" y="505396"/>
                      <a:pt x="2074355" y="463296"/>
                      <a:pt x="2032254" y="453580"/>
                    </a:cubicBezTo>
                    <a:cubicBezTo>
                      <a:pt x="2021657" y="451151"/>
                      <a:pt x="2011079" y="450985"/>
                      <a:pt x="2001020" y="452763"/>
                    </a:cubicBezTo>
                    <a:close/>
                    <a:moveTo>
                      <a:pt x="2295582" y="678745"/>
                    </a:moveTo>
                    <a:cubicBezTo>
                      <a:pt x="2265194" y="675495"/>
                      <a:pt x="2234351" y="690300"/>
                      <a:pt x="2218563" y="718661"/>
                    </a:cubicBezTo>
                    <a:cubicBezTo>
                      <a:pt x="2197513" y="756476"/>
                      <a:pt x="2211229" y="804291"/>
                      <a:pt x="2249043" y="825341"/>
                    </a:cubicBezTo>
                    <a:lnTo>
                      <a:pt x="2770156" y="1116425"/>
                    </a:lnTo>
                    <a:lnTo>
                      <a:pt x="2249043" y="1407509"/>
                    </a:lnTo>
                    <a:cubicBezTo>
                      <a:pt x="2211229" y="1428560"/>
                      <a:pt x="2197513" y="1476375"/>
                      <a:pt x="2218563" y="1514189"/>
                    </a:cubicBezTo>
                    <a:cubicBezTo>
                      <a:pt x="2239613" y="1552194"/>
                      <a:pt x="2287429" y="1565719"/>
                      <a:pt x="2325243" y="1544669"/>
                    </a:cubicBezTo>
                    <a:lnTo>
                      <a:pt x="2969228" y="1185005"/>
                    </a:lnTo>
                    <a:cubicBezTo>
                      <a:pt x="3007043" y="1163955"/>
                      <a:pt x="3020759" y="1116139"/>
                      <a:pt x="2999709" y="1078325"/>
                    </a:cubicBezTo>
                    <a:cubicBezTo>
                      <a:pt x="2992184" y="1064800"/>
                      <a:pt x="2981039" y="1054322"/>
                      <a:pt x="2968371" y="1047274"/>
                    </a:cubicBezTo>
                    <a:lnTo>
                      <a:pt x="2325243" y="688181"/>
                    </a:lnTo>
                    <a:cubicBezTo>
                      <a:pt x="2315789" y="682918"/>
                      <a:pt x="2305711" y="679829"/>
                      <a:pt x="2295582" y="678745"/>
                    </a:cubicBezTo>
                    <a:close/>
                    <a:moveTo>
                      <a:pt x="1464888" y="678745"/>
                    </a:moveTo>
                    <a:cubicBezTo>
                      <a:pt x="1454759" y="679829"/>
                      <a:pt x="1444681" y="682918"/>
                      <a:pt x="1435227" y="688181"/>
                    </a:cubicBezTo>
                    <a:lnTo>
                      <a:pt x="792099" y="1047274"/>
                    </a:lnTo>
                    <a:cubicBezTo>
                      <a:pt x="779431" y="1054322"/>
                      <a:pt x="768382" y="1064800"/>
                      <a:pt x="760762" y="1078325"/>
                    </a:cubicBezTo>
                    <a:cubicBezTo>
                      <a:pt x="739712" y="1116139"/>
                      <a:pt x="753427" y="1163955"/>
                      <a:pt x="791242" y="1185005"/>
                    </a:cubicBezTo>
                    <a:lnTo>
                      <a:pt x="1435227" y="1544669"/>
                    </a:lnTo>
                    <a:cubicBezTo>
                      <a:pt x="1473041" y="1565719"/>
                      <a:pt x="1520857" y="1552194"/>
                      <a:pt x="1541907" y="1514189"/>
                    </a:cubicBezTo>
                    <a:cubicBezTo>
                      <a:pt x="1562957" y="1476375"/>
                      <a:pt x="1549241" y="1428560"/>
                      <a:pt x="1511427" y="1407509"/>
                    </a:cubicBezTo>
                    <a:lnTo>
                      <a:pt x="990314" y="1116425"/>
                    </a:lnTo>
                    <a:lnTo>
                      <a:pt x="1511427" y="825341"/>
                    </a:lnTo>
                    <a:cubicBezTo>
                      <a:pt x="1549241" y="804291"/>
                      <a:pt x="1562957" y="756476"/>
                      <a:pt x="1541907" y="718661"/>
                    </a:cubicBezTo>
                    <a:cubicBezTo>
                      <a:pt x="1526119" y="690300"/>
                      <a:pt x="1495276" y="675495"/>
                      <a:pt x="1464888" y="678745"/>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11" name="Freeform: Shape 1710">
                <a:extLst>
                  <a:ext uri="{FF2B5EF4-FFF2-40B4-BE49-F238E27FC236}">
                    <a16:creationId xmlns:a16="http://schemas.microsoft.com/office/drawing/2014/main" id="{0C9B1DE5-8179-39C2-4353-029E850F830E}"/>
                  </a:ext>
                </a:extLst>
              </p:cNvPr>
              <p:cNvSpPr/>
              <p:nvPr/>
            </p:nvSpPr>
            <p:spPr>
              <a:xfrm>
                <a:off x="-8777684" y="2441123"/>
                <a:ext cx="2232565" cy="2232565"/>
              </a:xfrm>
              <a:custGeom>
                <a:avLst/>
                <a:gdLst>
                  <a:gd name="connsiteX0" fmla="*/ 1046893 w 2232565"/>
                  <a:gd name="connsiteY0" fmla="*/ 0 h 2232565"/>
                  <a:gd name="connsiteX1" fmla="*/ 1185386 w 2232565"/>
                  <a:gd name="connsiteY1" fmla="*/ 0 h 2232565"/>
                  <a:gd name="connsiteX2" fmla="*/ 1274731 w 2232565"/>
                  <a:gd name="connsiteY2" fmla="*/ 65056 h 2232565"/>
                  <a:gd name="connsiteX3" fmla="*/ 1306830 w 2232565"/>
                  <a:gd name="connsiteY3" fmla="*/ 163354 h 2232565"/>
                  <a:gd name="connsiteX4" fmla="*/ 1370266 w 2232565"/>
                  <a:gd name="connsiteY4" fmla="*/ 224600 h 2232565"/>
                  <a:gd name="connsiteX5" fmla="*/ 1566862 w 2232565"/>
                  <a:gd name="connsiteY5" fmla="*/ 306134 h 2232565"/>
                  <a:gd name="connsiteX6" fmla="*/ 1655159 w 2232565"/>
                  <a:gd name="connsiteY6" fmla="*/ 307753 h 2232565"/>
                  <a:gd name="connsiteX7" fmla="*/ 1747456 w 2232565"/>
                  <a:gd name="connsiteY7" fmla="*/ 260795 h 2232565"/>
                  <a:gd name="connsiteX8" fmla="*/ 1856518 w 2232565"/>
                  <a:gd name="connsiteY8" fmla="*/ 278035 h 2232565"/>
                  <a:gd name="connsiteX9" fmla="*/ 1954530 w 2232565"/>
                  <a:gd name="connsiteY9" fmla="*/ 376047 h 2232565"/>
                  <a:gd name="connsiteX10" fmla="*/ 1971770 w 2232565"/>
                  <a:gd name="connsiteY10" fmla="*/ 485109 h 2232565"/>
                  <a:gd name="connsiteX11" fmla="*/ 1924812 w 2232565"/>
                  <a:gd name="connsiteY11" fmla="*/ 577406 h 2232565"/>
                  <a:gd name="connsiteX12" fmla="*/ 1926431 w 2232565"/>
                  <a:gd name="connsiteY12" fmla="*/ 665703 h 2232565"/>
                  <a:gd name="connsiteX13" fmla="*/ 2007965 w 2232565"/>
                  <a:gd name="connsiteY13" fmla="*/ 862298 h 2232565"/>
                  <a:gd name="connsiteX14" fmla="*/ 2069211 w 2232565"/>
                  <a:gd name="connsiteY14" fmla="*/ 925735 h 2232565"/>
                  <a:gd name="connsiteX15" fmla="*/ 2167509 w 2232565"/>
                  <a:gd name="connsiteY15" fmla="*/ 957834 h 2232565"/>
                  <a:gd name="connsiteX16" fmla="*/ 2232565 w 2232565"/>
                  <a:gd name="connsiteY16" fmla="*/ 1047179 h 2232565"/>
                  <a:gd name="connsiteX17" fmla="*/ 2232565 w 2232565"/>
                  <a:gd name="connsiteY17" fmla="*/ 1185672 h 2232565"/>
                  <a:gd name="connsiteX18" fmla="*/ 2167509 w 2232565"/>
                  <a:gd name="connsiteY18" fmla="*/ 1275017 h 2232565"/>
                  <a:gd name="connsiteX19" fmla="*/ 2069211 w 2232565"/>
                  <a:gd name="connsiteY19" fmla="*/ 1306830 h 2232565"/>
                  <a:gd name="connsiteX20" fmla="*/ 2007965 w 2232565"/>
                  <a:gd name="connsiteY20" fmla="*/ 1370553 h 2232565"/>
                  <a:gd name="connsiteX21" fmla="*/ 1926431 w 2232565"/>
                  <a:gd name="connsiteY21" fmla="*/ 1567149 h 2232565"/>
                  <a:gd name="connsiteX22" fmla="*/ 1924812 w 2232565"/>
                  <a:gd name="connsiteY22" fmla="*/ 1655445 h 2232565"/>
                  <a:gd name="connsiteX23" fmla="*/ 1971770 w 2232565"/>
                  <a:gd name="connsiteY23" fmla="*/ 1747743 h 2232565"/>
                  <a:gd name="connsiteX24" fmla="*/ 1954530 w 2232565"/>
                  <a:gd name="connsiteY24" fmla="*/ 1856804 h 2232565"/>
                  <a:gd name="connsiteX25" fmla="*/ 1856518 w 2232565"/>
                  <a:gd name="connsiteY25" fmla="*/ 1954816 h 2232565"/>
                  <a:gd name="connsiteX26" fmla="*/ 1747456 w 2232565"/>
                  <a:gd name="connsiteY26" fmla="*/ 1972056 h 2232565"/>
                  <a:gd name="connsiteX27" fmla="*/ 1655159 w 2232565"/>
                  <a:gd name="connsiteY27" fmla="*/ 1925098 h 2232565"/>
                  <a:gd name="connsiteX28" fmla="*/ 1566862 w 2232565"/>
                  <a:gd name="connsiteY28" fmla="*/ 1926717 h 2232565"/>
                  <a:gd name="connsiteX29" fmla="*/ 1370266 w 2232565"/>
                  <a:gd name="connsiteY29" fmla="*/ 2007965 h 2232565"/>
                  <a:gd name="connsiteX30" fmla="*/ 1306830 w 2232565"/>
                  <a:gd name="connsiteY30" fmla="*/ 2069497 h 2232565"/>
                  <a:gd name="connsiteX31" fmla="*/ 1274731 w 2232565"/>
                  <a:gd name="connsiteY31" fmla="*/ 2167795 h 2232565"/>
                  <a:gd name="connsiteX32" fmla="*/ 1185386 w 2232565"/>
                  <a:gd name="connsiteY32" fmla="*/ 2232565 h 2232565"/>
                  <a:gd name="connsiteX33" fmla="*/ 1046893 w 2232565"/>
                  <a:gd name="connsiteY33" fmla="*/ 2232565 h 2232565"/>
                  <a:gd name="connsiteX34" fmla="*/ 957548 w 2232565"/>
                  <a:gd name="connsiteY34" fmla="*/ 2167795 h 2232565"/>
                  <a:gd name="connsiteX35" fmla="*/ 925735 w 2232565"/>
                  <a:gd name="connsiteY35" fmla="*/ 2069497 h 2232565"/>
                  <a:gd name="connsiteX36" fmla="*/ 862012 w 2232565"/>
                  <a:gd name="connsiteY36" fmla="*/ 2007965 h 2232565"/>
                  <a:gd name="connsiteX37" fmla="*/ 665416 w 2232565"/>
                  <a:gd name="connsiteY37" fmla="*/ 1926717 h 2232565"/>
                  <a:gd name="connsiteX38" fmla="*/ 577120 w 2232565"/>
                  <a:gd name="connsiteY38" fmla="*/ 1925098 h 2232565"/>
                  <a:gd name="connsiteX39" fmla="*/ 484822 w 2232565"/>
                  <a:gd name="connsiteY39" fmla="*/ 1972056 h 2232565"/>
                  <a:gd name="connsiteX40" fmla="*/ 375761 w 2232565"/>
                  <a:gd name="connsiteY40" fmla="*/ 1954816 h 2232565"/>
                  <a:gd name="connsiteX41" fmla="*/ 277749 w 2232565"/>
                  <a:gd name="connsiteY41" fmla="*/ 1856804 h 2232565"/>
                  <a:gd name="connsiteX42" fmla="*/ 260509 w 2232565"/>
                  <a:gd name="connsiteY42" fmla="*/ 1747743 h 2232565"/>
                  <a:gd name="connsiteX43" fmla="*/ 307467 w 2232565"/>
                  <a:gd name="connsiteY43" fmla="*/ 1655445 h 2232565"/>
                  <a:gd name="connsiteX44" fmla="*/ 305848 w 2232565"/>
                  <a:gd name="connsiteY44" fmla="*/ 1567149 h 2232565"/>
                  <a:gd name="connsiteX45" fmla="*/ 224599 w 2232565"/>
                  <a:gd name="connsiteY45" fmla="*/ 1370553 h 2232565"/>
                  <a:gd name="connsiteX46" fmla="*/ 163068 w 2232565"/>
                  <a:gd name="connsiteY46" fmla="*/ 1306830 h 2232565"/>
                  <a:gd name="connsiteX47" fmla="*/ 64770 w 2232565"/>
                  <a:gd name="connsiteY47" fmla="*/ 1275017 h 2232565"/>
                  <a:gd name="connsiteX48" fmla="*/ 0 w 2232565"/>
                  <a:gd name="connsiteY48" fmla="*/ 1185672 h 2232565"/>
                  <a:gd name="connsiteX49" fmla="*/ 0 w 2232565"/>
                  <a:gd name="connsiteY49" fmla="*/ 1047179 h 2232565"/>
                  <a:gd name="connsiteX50" fmla="*/ 64770 w 2232565"/>
                  <a:gd name="connsiteY50" fmla="*/ 957834 h 2232565"/>
                  <a:gd name="connsiteX51" fmla="*/ 163354 w 2232565"/>
                  <a:gd name="connsiteY51" fmla="*/ 925735 h 2232565"/>
                  <a:gd name="connsiteX52" fmla="*/ 224599 w 2232565"/>
                  <a:gd name="connsiteY52" fmla="*/ 862298 h 2232565"/>
                  <a:gd name="connsiteX53" fmla="*/ 305848 w 2232565"/>
                  <a:gd name="connsiteY53" fmla="*/ 665703 h 2232565"/>
                  <a:gd name="connsiteX54" fmla="*/ 307467 w 2232565"/>
                  <a:gd name="connsiteY54" fmla="*/ 577406 h 2232565"/>
                  <a:gd name="connsiteX55" fmla="*/ 260509 w 2232565"/>
                  <a:gd name="connsiteY55" fmla="*/ 485109 h 2232565"/>
                  <a:gd name="connsiteX56" fmla="*/ 277749 w 2232565"/>
                  <a:gd name="connsiteY56" fmla="*/ 376047 h 2232565"/>
                  <a:gd name="connsiteX57" fmla="*/ 375761 w 2232565"/>
                  <a:gd name="connsiteY57" fmla="*/ 278035 h 2232565"/>
                  <a:gd name="connsiteX58" fmla="*/ 484822 w 2232565"/>
                  <a:gd name="connsiteY58" fmla="*/ 260795 h 2232565"/>
                  <a:gd name="connsiteX59" fmla="*/ 577120 w 2232565"/>
                  <a:gd name="connsiteY59" fmla="*/ 307753 h 2232565"/>
                  <a:gd name="connsiteX60" fmla="*/ 665416 w 2232565"/>
                  <a:gd name="connsiteY60" fmla="*/ 306134 h 2232565"/>
                  <a:gd name="connsiteX61" fmla="*/ 862012 w 2232565"/>
                  <a:gd name="connsiteY61" fmla="*/ 224600 h 2232565"/>
                  <a:gd name="connsiteX62" fmla="*/ 925735 w 2232565"/>
                  <a:gd name="connsiteY62" fmla="*/ 163354 h 2232565"/>
                  <a:gd name="connsiteX63" fmla="*/ 957548 w 2232565"/>
                  <a:gd name="connsiteY63" fmla="*/ 65056 h 2232565"/>
                  <a:gd name="connsiteX64" fmla="*/ 1046893 w 2232565"/>
                  <a:gd name="connsiteY64" fmla="*/ 0 h 2232565"/>
                  <a:gd name="connsiteX65" fmla="*/ 1116044 w 2232565"/>
                  <a:gd name="connsiteY65" fmla="*/ 630079 h 2232565"/>
                  <a:gd name="connsiteX66" fmla="*/ 772096 w 2232565"/>
                  <a:gd name="connsiteY66" fmla="*/ 772668 h 2232565"/>
                  <a:gd name="connsiteX67" fmla="*/ 629793 w 2232565"/>
                  <a:gd name="connsiteY67" fmla="*/ 1116330 h 2232565"/>
                  <a:gd name="connsiteX68" fmla="*/ 772096 w 2232565"/>
                  <a:gd name="connsiteY68" fmla="*/ 1460278 h 2232565"/>
                  <a:gd name="connsiteX69" fmla="*/ 1116044 w 2232565"/>
                  <a:gd name="connsiteY69" fmla="*/ 1602582 h 2232565"/>
                  <a:gd name="connsiteX70" fmla="*/ 1459801 w 2232565"/>
                  <a:gd name="connsiteY70" fmla="*/ 1460278 h 2232565"/>
                  <a:gd name="connsiteX71" fmla="*/ 1602105 w 2232565"/>
                  <a:gd name="connsiteY71" fmla="*/ 1116330 h 2232565"/>
                  <a:gd name="connsiteX72" fmla="*/ 1459801 w 2232565"/>
                  <a:gd name="connsiteY72" fmla="*/ 772668 h 2232565"/>
                  <a:gd name="connsiteX73" fmla="*/ 1116044 w 2232565"/>
                  <a:gd name="connsiteY73" fmla="*/ 630079 h 223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232565" h="2232565">
                    <a:moveTo>
                      <a:pt x="1046893" y="0"/>
                    </a:moveTo>
                    <a:lnTo>
                      <a:pt x="1185386" y="0"/>
                    </a:lnTo>
                    <a:cubicBezTo>
                      <a:pt x="1227010" y="0"/>
                      <a:pt x="1262062" y="25622"/>
                      <a:pt x="1274731" y="65056"/>
                    </a:cubicBezTo>
                    <a:lnTo>
                      <a:pt x="1306830" y="163354"/>
                    </a:lnTo>
                    <a:cubicBezTo>
                      <a:pt x="1316545" y="194120"/>
                      <a:pt x="1339215" y="216027"/>
                      <a:pt x="1370266" y="224600"/>
                    </a:cubicBezTo>
                    <a:cubicBezTo>
                      <a:pt x="1439418" y="244317"/>
                      <a:pt x="1505236" y="271844"/>
                      <a:pt x="1566862" y="306134"/>
                    </a:cubicBezTo>
                    <a:cubicBezTo>
                      <a:pt x="1594961" y="321755"/>
                      <a:pt x="1626489" y="322326"/>
                      <a:pt x="1655159" y="307753"/>
                    </a:cubicBezTo>
                    <a:lnTo>
                      <a:pt x="1747456" y="260795"/>
                    </a:lnTo>
                    <a:cubicBezTo>
                      <a:pt x="1784413" y="241935"/>
                      <a:pt x="1827371" y="248889"/>
                      <a:pt x="1856518" y="278035"/>
                    </a:cubicBezTo>
                    <a:lnTo>
                      <a:pt x="1954530" y="376047"/>
                    </a:lnTo>
                    <a:cubicBezTo>
                      <a:pt x="1983677" y="405194"/>
                      <a:pt x="1990725" y="448151"/>
                      <a:pt x="1971770" y="485109"/>
                    </a:cubicBezTo>
                    <a:lnTo>
                      <a:pt x="1924812" y="577406"/>
                    </a:lnTo>
                    <a:cubicBezTo>
                      <a:pt x="1910239" y="605981"/>
                      <a:pt x="1910810" y="637604"/>
                      <a:pt x="1926431" y="665703"/>
                    </a:cubicBezTo>
                    <a:cubicBezTo>
                      <a:pt x="1960721" y="727234"/>
                      <a:pt x="1988248" y="793147"/>
                      <a:pt x="2007965" y="862298"/>
                    </a:cubicBezTo>
                    <a:cubicBezTo>
                      <a:pt x="2016633" y="893350"/>
                      <a:pt x="2038445" y="916020"/>
                      <a:pt x="2069211" y="925735"/>
                    </a:cubicBezTo>
                    <a:lnTo>
                      <a:pt x="2167509" y="957834"/>
                    </a:lnTo>
                    <a:cubicBezTo>
                      <a:pt x="2206943" y="970503"/>
                      <a:pt x="2232565" y="1005555"/>
                      <a:pt x="2232565" y="1047179"/>
                    </a:cubicBezTo>
                    <a:lnTo>
                      <a:pt x="2232565" y="1185672"/>
                    </a:lnTo>
                    <a:cubicBezTo>
                      <a:pt x="2232565" y="1227011"/>
                      <a:pt x="2206943" y="1262349"/>
                      <a:pt x="2167509" y="1275017"/>
                    </a:cubicBezTo>
                    <a:lnTo>
                      <a:pt x="2069211" y="1306830"/>
                    </a:lnTo>
                    <a:cubicBezTo>
                      <a:pt x="2038445" y="1316832"/>
                      <a:pt x="2016538" y="1339501"/>
                      <a:pt x="2007965" y="1370553"/>
                    </a:cubicBezTo>
                    <a:cubicBezTo>
                      <a:pt x="1988248" y="1439704"/>
                      <a:pt x="1960721" y="1505522"/>
                      <a:pt x="1926431" y="1567149"/>
                    </a:cubicBezTo>
                    <a:cubicBezTo>
                      <a:pt x="1910810" y="1595247"/>
                      <a:pt x="1910239" y="1626775"/>
                      <a:pt x="1924812" y="1655445"/>
                    </a:cubicBezTo>
                    <a:lnTo>
                      <a:pt x="1971770" y="1747743"/>
                    </a:lnTo>
                    <a:cubicBezTo>
                      <a:pt x="1990630" y="1784414"/>
                      <a:pt x="1983677" y="1827372"/>
                      <a:pt x="1954530" y="1856804"/>
                    </a:cubicBezTo>
                    <a:lnTo>
                      <a:pt x="1856518" y="1954816"/>
                    </a:lnTo>
                    <a:cubicBezTo>
                      <a:pt x="1827371" y="1983963"/>
                      <a:pt x="1784413" y="1990725"/>
                      <a:pt x="1747456" y="1972056"/>
                    </a:cubicBezTo>
                    <a:lnTo>
                      <a:pt x="1655159" y="1925098"/>
                    </a:lnTo>
                    <a:cubicBezTo>
                      <a:pt x="1626584" y="1910239"/>
                      <a:pt x="1594961" y="1910811"/>
                      <a:pt x="1566862" y="1926717"/>
                    </a:cubicBezTo>
                    <a:cubicBezTo>
                      <a:pt x="1505331" y="1961007"/>
                      <a:pt x="1439418" y="1988535"/>
                      <a:pt x="1370266" y="2007965"/>
                    </a:cubicBezTo>
                    <a:cubicBezTo>
                      <a:pt x="1339215" y="2016919"/>
                      <a:pt x="1316545" y="2038731"/>
                      <a:pt x="1306830" y="2069497"/>
                    </a:cubicBezTo>
                    <a:lnTo>
                      <a:pt x="1274731" y="2167795"/>
                    </a:lnTo>
                    <a:cubicBezTo>
                      <a:pt x="1262062" y="2207229"/>
                      <a:pt x="1226915" y="2232565"/>
                      <a:pt x="1185386" y="2232565"/>
                    </a:cubicBezTo>
                    <a:lnTo>
                      <a:pt x="1046893" y="2232565"/>
                    </a:lnTo>
                    <a:cubicBezTo>
                      <a:pt x="1005554" y="2232565"/>
                      <a:pt x="970216" y="2207133"/>
                      <a:pt x="957548" y="2167795"/>
                    </a:cubicBezTo>
                    <a:lnTo>
                      <a:pt x="925735" y="2069497"/>
                    </a:lnTo>
                    <a:cubicBezTo>
                      <a:pt x="915733" y="2038731"/>
                      <a:pt x="893064" y="2016824"/>
                      <a:pt x="862012" y="2007965"/>
                    </a:cubicBezTo>
                    <a:cubicBezTo>
                      <a:pt x="792861" y="1988535"/>
                      <a:pt x="727043" y="1961007"/>
                      <a:pt x="665416" y="1926717"/>
                    </a:cubicBezTo>
                    <a:cubicBezTo>
                      <a:pt x="637318" y="1911096"/>
                      <a:pt x="605790" y="1910239"/>
                      <a:pt x="577120" y="1925098"/>
                    </a:cubicBezTo>
                    <a:lnTo>
                      <a:pt x="484822" y="1972056"/>
                    </a:lnTo>
                    <a:cubicBezTo>
                      <a:pt x="448056" y="1990725"/>
                      <a:pt x="405193" y="1983963"/>
                      <a:pt x="375761" y="1954816"/>
                    </a:cubicBezTo>
                    <a:lnTo>
                      <a:pt x="277749" y="1856804"/>
                    </a:lnTo>
                    <a:cubicBezTo>
                      <a:pt x="248602" y="1827372"/>
                      <a:pt x="241840" y="1784414"/>
                      <a:pt x="260509" y="1747743"/>
                    </a:cubicBezTo>
                    <a:lnTo>
                      <a:pt x="307467" y="1655445"/>
                    </a:lnTo>
                    <a:cubicBezTo>
                      <a:pt x="322326" y="1626870"/>
                      <a:pt x="321754" y="1595247"/>
                      <a:pt x="305848" y="1567149"/>
                    </a:cubicBezTo>
                    <a:cubicBezTo>
                      <a:pt x="271558" y="1505617"/>
                      <a:pt x="244030" y="1439704"/>
                      <a:pt x="224599" y="1370553"/>
                    </a:cubicBezTo>
                    <a:cubicBezTo>
                      <a:pt x="215646" y="1339501"/>
                      <a:pt x="193834" y="1316832"/>
                      <a:pt x="163068" y="1306830"/>
                    </a:cubicBezTo>
                    <a:lnTo>
                      <a:pt x="64770" y="1275017"/>
                    </a:lnTo>
                    <a:cubicBezTo>
                      <a:pt x="25336" y="1262349"/>
                      <a:pt x="0" y="1226915"/>
                      <a:pt x="0" y="1185672"/>
                    </a:cubicBezTo>
                    <a:lnTo>
                      <a:pt x="0" y="1047179"/>
                    </a:lnTo>
                    <a:cubicBezTo>
                      <a:pt x="0" y="1005555"/>
                      <a:pt x="25336" y="970503"/>
                      <a:pt x="64770" y="957834"/>
                    </a:cubicBezTo>
                    <a:lnTo>
                      <a:pt x="163354" y="925735"/>
                    </a:lnTo>
                    <a:cubicBezTo>
                      <a:pt x="193834" y="915734"/>
                      <a:pt x="215741" y="893350"/>
                      <a:pt x="224599" y="862298"/>
                    </a:cubicBezTo>
                    <a:cubicBezTo>
                      <a:pt x="244316" y="793147"/>
                      <a:pt x="271558" y="727329"/>
                      <a:pt x="305848" y="665703"/>
                    </a:cubicBezTo>
                    <a:cubicBezTo>
                      <a:pt x="321754" y="637604"/>
                      <a:pt x="322326" y="606076"/>
                      <a:pt x="307467" y="577406"/>
                    </a:cubicBezTo>
                    <a:lnTo>
                      <a:pt x="260509" y="485109"/>
                    </a:lnTo>
                    <a:cubicBezTo>
                      <a:pt x="241840" y="448151"/>
                      <a:pt x="248602" y="405194"/>
                      <a:pt x="277749" y="376047"/>
                    </a:cubicBezTo>
                    <a:lnTo>
                      <a:pt x="375761" y="278035"/>
                    </a:lnTo>
                    <a:cubicBezTo>
                      <a:pt x="405193" y="248889"/>
                      <a:pt x="448151" y="241840"/>
                      <a:pt x="484822" y="260795"/>
                    </a:cubicBezTo>
                    <a:lnTo>
                      <a:pt x="577120" y="307753"/>
                    </a:lnTo>
                    <a:cubicBezTo>
                      <a:pt x="605695" y="322326"/>
                      <a:pt x="637318" y="321755"/>
                      <a:pt x="665416" y="306134"/>
                    </a:cubicBezTo>
                    <a:cubicBezTo>
                      <a:pt x="726948" y="271844"/>
                      <a:pt x="792861" y="244317"/>
                      <a:pt x="862012" y="224600"/>
                    </a:cubicBezTo>
                    <a:cubicBezTo>
                      <a:pt x="893064" y="215932"/>
                      <a:pt x="915733" y="194120"/>
                      <a:pt x="925735" y="163354"/>
                    </a:cubicBezTo>
                    <a:lnTo>
                      <a:pt x="957548" y="65056"/>
                    </a:lnTo>
                    <a:cubicBezTo>
                      <a:pt x="970216" y="25622"/>
                      <a:pt x="1005649" y="0"/>
                      <a:pt x="1046893" y="0"/>
                    </a:cubicBezTo>
                    <a:close/>
                    <a:moveTo>
                      <a:pt x="1116044" y="630079"/>
                    </a:moveTo>
                    <a:cubicBezTo>
                      <a:pt x="981551" y="630079"/>
                      <a:pt x="860108" y="684657"/>
                      <a:pt x="772096" y="772668"/>
                    </a:cubicBezTo>
                    <a:cubicBezTo>
                      <a:pt x="684085" y="860679"/>
                      <a:pt x="629793" y="982218"/>
                      <a:pt x="629793" y="1116330"/>
                    </a:cubicBezTo>
                    <a:cubicBezTo>
                      <a:pt x="629793" y="1250823"/>
                      <a:pt x="684085" y="1372267"/>
                      <a:pt x="772096" y="1460278"/>
                    </a:cubicBezTo>
                    <a:cubicBezTo>
                      <a:pt x="860108" y="1548289"/>
                      <a:pt x="981646" y="1602582"/>
                      <a:pt x="1116044" y="1602582"/>
                    </a:cubicBezTo>
                    <a:cubicBezTo>
                      <a:pt x="1250251" y="1602582"/>
                      <a:pt x="1371695" y="1548289"/>
                      <a:pt x="1459801" y="1460278"/>
                    </a:cubicBezTo>
                    <a:cubicBezTo>
                      <a:pt x="1547812" y="1372267"/>
                      <a:pt x="1602105" y="1250728"/>
                      <a:pt x="1602105" y="1116330"/>
                    </a:cubicBezTo>
                    <a:cubicBezTo>
                      <a:pt x="1602105" y="982123"/>
                      <a:pt x="1547812" y="860679"/>
                      <a:pt x="1459801" y="772668"/>
                    </a:cubicBezTo>
                    <a:cubicBezTo>
                      <a:pt x="1371791" y="684657"/>
                      <a:pt x="1250251" y="630079"/>
                      <a:pt x="1116044" y="630079"/>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10" name="Freeform: Shape 1709">
                <a:extLst>
                  <a:ext uri="{FF2B5EF4-FFF2-40B4-BE49-F238E27FC236}">
                    <a16:creationId xmlns:a16="http://schemas.microsoft.com/office/drawing/2014/main" id="{47A1924A-02E8-74CC-0891-B3B5CD88FE4C}"/>
                  </a:ext>
                </a:extLst>
              </p:cNvPr>
              <p:cNvSpPr/>
              <p:nvPr/>
            </p:nvSpPr>
            <p:spPr>
              <a:xfrm>
                <a:off x="-7990443" y="3228555"/>
                <a:ext cx="657701" cy="657701"/>
              </a:xfrm>
              <a:custGeom>
                <a:avLst/>
                <a:gdLst>
                  <a:gd name="connsiteX0" fmla="*/ 328803 w 657701"/>
                  <a:gd name="connsiteY0" fmla="*/ 0 h 657701"/>
                  <a:gd name="connsiteX1" fmla="*/ 561308 w 657701"/>
                  <a:gd name="connsiteY1" fmla="*/ 96393 h 657701"/>
                  <a:gd name="connsiteX2" fmla="*/ 657701 w 657701"/>
                  <a:gd name="connsiteY2" fmla="*/ 328898 h 657701"/>
                  <a:gd name="connsiteX3" fmla="*/ 561308 w 657701"/>
                  <a:gd name="connsiteY3" fmla="*/ 561594 h 657701"/>
                  <a:gd name="connsiteX4" fmla="*/ 328803 w 657701"/>
                  <a:gd name="connsiteY4" fmla="*/ 657701 h 657701"/>
                  <a:gd name="connsiteX5" fmla="*/ 96107 w 657701"/>
                  <a:gd name="connsiteY5" fmla="*/ 561594 h 657701"/>
                  <a:gd name="connsiteX6" fmla="*/ 0 w 657701"/>
                  <a:gd name="connsiteY6" fmla="*/ 328898 h 657701"/>
                  <a:gd name="connsiteX7" fmla="*/ 96107 w 657701"/>
                  <a:gd name="connsiteY7" fmla="*/ 96393 h 657701"/>
                  <a:gd name="connsiteX8" fmla="*/ 328803 w 657701"/>
                  <a:gd name="connsiteY8" fmla="*/ 0 h 657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7701" h="657701">
                    <a:moveTo>
                      <a:pt x="328803" y="0"/>
                    </a:moveTo>
                    <a:cubicBezTo>
                      <a:pt x="419576" y="0"/>
                      <a:pt x="501682" y="36957"/>
                      <a:pt x="561308" y="96393"/>
                    </a:cubicBezTo>
                    <a:cubicBezTo>
                      <a:pt x="620744" y="155829"/>
                      <a:pt x="657701" y="238125"/>
                      <a:pt x="657701" y="328898"/>
                    </a:cubicBezTo>
                    <a:cubicBezTo>
                      <a:pt x="657701" y="419862"/>
                      <a:pt x="620744" y="501967"/>
                      <a:pt x="561308" y="561594"/>
                    </a:cubicBezTo>
                    <a:cubicBezTo>
                      <a:pt x="501682" y="621030"/>
                      <a:pt x="419576" y="657701"/>
                      <a:pt x="328803" y="657701"/>
                    </a:cubicBezTo>
                    <a:cubicBezTo>
                      <a:pt x="237839" y="657701"/>
                      <a:pt x="155734" y="621030"/>
                      <a:pt x="96107" y="561594"/>
                    </a:cubicBezTo>
                    <a:cubicBezTo>
                      <a:pt x="36671" y="501967"/>
                      <a:pt x="0" y="419862"/>
                      <a:pt x="0" y="328898"/>
                    </a:cubicBezTo>
                    <a:cubicBezTo>
                      <a:pt x="0" y="238220"/>
                      <a:pt x="36767" y="155829"/>
                      <a:pt x="96107" y="96393"/>
                    </a:cubicBezTo>
                    <a:cubicBezTo>
                      <a:pt x="155734" y="36957"/>
                      <a:pt x="237839" y="0"/>
                      <a:pt x="328803" y="0"/>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09" name="Freeform: Shape 1708">
                <a:extLst>
                  <a:ext uri="{FF2B5EF4-FFF2-40B4-BE49-F238E27FC236}">
                    <a16:creationId xmlns:a16="http://schemas.microsoft.com/office/drawing/2014/main" id="{8F486496-E5C4-51A0-F8D2-0FE0A7BFA4F1}"/>
                  </a:ext>
                </a:extLst>
              </p:cNvPr>
              <p:cNvSpPr/>
              <p:nvPr/>
            </p:nvSpPr>
            <p:spPr>
              <a:xfrm>
                <a:off x="-11422111" y="3602506"/>
                <a:ext cx="2796350" cy="545402"/>
              </a:xfrm>
              <a:custGeom>
                <a:avLst/>
                <a:gdLst>
                  <a:gd name="connsiteX0" fmla="*/ 0 w 2796350"/>
                  <a:gd name="connsiteY0" fmla="*/ 0 h 545402"/>
                  <a:gd name="connsiteX1" fmla="*/ 2486692 w 2796350"/>
                  <a:gd name="connsiteY1" fmla="*/ 0 h 545402"/>
                  <a:gd name="connsiteX2" fmla="*/ 2486692 w 2796350"/>
                  <a:gd name="connsiteY2" fmla="*/ 24289 h 545402"/>
                  <a:gd name="connsiteX3" fmla="*/ 2660333 w 2796350"/>
                  <a:gd name="connsiteY3" fmla="*/ 263272 h 545402"/>
                  <a:gd name="connsiteX4" fmla="*/ 2726912 w 2796350"/>
                  <a:gd name="connsiteY4" fmla="*/ 285084 h 545402"/>
                  <a:gd name="connsiteX5" fmla="*/ 2796350 w 2796350"/>
                  <a:gd name="connsiteY5" fmla="*/ 452248 h 545402"/>
                  <a:gd name="connsiteX6" fmla="*/ 2764536 w 2796350"/>
                  <a:gd name="connsiteY6" fmla="*/ 514922 h 545402"/>
                  <a:gd name="connsiteX7" fmla="*/ 2751296 w 2796350"/>
                  <a:gd name="connsiteY7" fmla="*/ 545402 h 545402"/>
                  <a:gd name="connsiteX8" fmla="*/ 246507 w 2796350"/>
                  <a:gd name="connsiteY8" fmla="*/ 545402 h 545402"/>
                  <a:gd name="connsiteX9" fmla="*/ 0 w 2796350"/>
                  <a:gd name="connsiteY9" fmla="*/ 299181 h 545402"/>
                  <a:gd name="connsiteX10" fmla="*/ 0 w 2796350"/>
                  <a:gd name="connsiteY10" fmla="*/ 0 h 54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96350" h="545402">
                    <a:moveTo>
                      <a:pt x="0" y="0"/>
                    </a:moveTo>
                    <a:lnTo>
                      <a:pt x="2486692" y="0"/>
                    </a:lnTo>
                    <a:lnTo>
                      <a:pt x="2486692" y="24289"/>
                    </a:lnTo>
                    <a:cubicBezTo>
                      <a:pt x="2486692" y="133922"/>
                      <a:pt x="2556129" y="229553"/>
                      <a:pt x="2660333" y="263272"/>
                    </a:cubicBezTo>
                    <a:lnTo>
                      <a:pt x="2726912" y="285084"/>
                    </a:lnTo>
                    <a:cubicBezTo>
                      <a:pt x="2745581" y="342615"/>
                      <a:pt x="2768822" y="398527"/>
                      <a:pt x="2796350" y="452248"/>
                    </a:cubicBezTo>
                    <a:lnTo>
                      <a:pt x="2764536" y="514922"/>
                    </a:lnTo>
                    <a:cubicBezTo>
                      <a:pt x="2759393" y="524923"/>
                      <a:pt x="2755106" y="535115"/>
                      <a:pt x="2751296" y="545402"/>
                    </a:cubicBezTo>
                    <a:lnTo>
                      <a:pt x="246507" y="545402"/>
                    </a:lnTo>
                    <a:cubicBezTo>
                      <a:pt x="110966" y="545402"/>
                      <a:pt x="0" y="434436"/>
                      <a:pt x="0" y="299181"/>
                    </a:cubicBezTo>
                    <a:lnTo>
                      <a:pt x="0" y="0"/>
                    </a:ln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08" name="Freeform: Shape 1707">
                <a:extLst>
                  <a:ext uri="{FF2B5EF4-FFF2-40B4-BE49-F238E27FC236}">
                    <a16:creationId xmlns:a16="http://schemas.microsoft.com/office/drawing/2014/main" id="{320567CE-4D0F-BCE8-B7AB-087F2ED64FE3}"/>
                  </a:ext>
                </a:extLst>
              </p:cNvPr>
              <p:cNvSpPr/>
              <p:nvPr/>
            </p:nvSpPr>
            <p:spPr>
              <a:xfrm>
                <a:off x="-10444084" y="4305356"/>
                <a:ext cx="1804226" cy="449580"/>
              </a:xfrm>
              <a:custGeom>
                <a:avLst/>
                <a:gdLst>
                  <a:gd name="connsiteX0" fmla="*/ 527114 w 1804226"/>
                  <a:gd name="connsiteY0" fmla="*/ 0 h 449580"/>
                  <a:gd name="connsiteX1" fmla="*/ 1276922 w 1804226"/>
                  <a:gd name="connsiteY1" fmla="*/ 0 h 449580"/>
                  <a:gd name="connsiteX2" fmla="*/ 1381697 w 1804226"/>
                  <a:gd name="connsiteY2" fmla="*/ 292132 h 449580"/>
                  <a:gd name="connsiteX3" fmla="*/ 1725454 w 1804226"/>
                  <a:gd name="connsiteY3" fmla="*/ 292132 h 449580"/>
                  <a:gd name="connsiteX4" fmla="*/ 1804226 w 1804226"/>
                  <a:gd name="connsiteY4" fmla="*/ 370713 h 449580"/>
                  <a:gd name="connsiteX5" fmla="*/ 1725359 w 1804226"/>
                  <a:gd name="connsiteY5" fmla="*/ 449580 h 449580"/>
                  <a:gd name="connsiteX6" fmla="*/ 78867 w 1804226"/>
                  <a:gd name="connsiteY6" fmla="*/ 449580 h 449580"/>
                  <a:gd name="connsiteX7" fmla="*/ 0 w 1804226"/>
                  <a:gd name="connsiteY7" fmla="*/ 370713 h 449580"/>
                  <a:gd name="connsiteX8" fmla="*/ 78867 w 1804226"/>
                  <a:gd name="connsiteY8" fmla="*/ 292132 h 449580"/>
                  <a:gd name="connsiteX9" fmla="*/ 422624 w 1804226"/>
                  <a:gd name="connsiteY9" fmla="*/ 292132 h 449580"/>
                  <a:gd name="connsiteX10" fmla="*/ 527114 w 1804226"/>
                  <a:gd name="connsiteY10" fmla="*/ 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4226" h="449580">
                    <a:moveTo>
                      <a:pt x="527114" y="0"/>
                    </a:moveTo>
                    <a:lnTo>
                      <a:pt x="1276922" y="0"/>
                    </a:lnTo>
                    <a:lnTo>
                      <a:pt x="1381697" y="292132"/>
                    </a:lnTo>
                    <a:lnTo>
                      <a:pt x="1725454" y="292132"/>
                    </a:lnTo>
                    <a:cubicBezTo>
                      <a:pt x="1768983" y="292132"/>
                      <a:pt x="1804321" y="327184"/>
                      <a:pt x="1804226" y="370713"/>
                    </a:cubicBezTo>
                    <a:cubicBezTo>
                      <a:pt x="1804226" y="414243"/>
                      <a:pt x="1768793" y="449580"/>
                      <a:pt x="1725359" y="449580"/>
                    </a:cubicBezTo>
                    <a:lnTo>
                      <a:pt x="78867" y="449580"/>
                    </a:lnTo>
                    <a:cubicBezTo>
                      <a:pt x="35338" y="449580"/>
                      <a:pt x="0" y="414147"/>
                      <a:pt x="0" y="370713"/>
                    </a:cubicBezTo>
                    <a:cubicBezTo>
                      <a:pt x="0" y="327279"/>
                      <a:pt x="35433" y="292132"/>
                      <a:pt x="78867" y="292132"/>
                    </a:cubicBezTo>
                    <a:lnTo>
                      <a:pt x="422624" y="292132"/>
                    </a:lnTo>
                    <a:lnTo>
                      <a:pt x="527114" y="0"/>
                    </a:ln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1732" name="Group 1731">
            <a:extLst>
              <a:ext uri="{FF2B5EF4-FFF2-40B4-BE49-F238E27FC236}">
                <a16:creationId xmlns:a16="http://schemas.microsoft.com/office/drawing/2014/main" id="{595A4DB2-2407-9E05-C106-C9329FE1534B}"/>
              </a:ext>
            </a:extLst>
          </p:cNvPr>
          <p:cNvGrpSpPr/>
          <p:nvPr/>
        </p:nvGrpSpPr>
        <p:grpSpPr>
          <a:xfrm>
            <a:off x="7092491" y="5167676"/>
            <a:ext cx="851182" cy="851173"/>
            <a:chOff x="7257244" y="4575679"/>
            <a:chExt cx="370004" cy="370000"/>
          </a:xfrm>
        </p:grpSpPr>
        <p:grpSp>
          <p:nvGrpSpPr>
            <p:cNvPr id="1695" name="Group 1694">
              <a:extLst>
                <a:ext uri="{FF2B5EF4-FFF2-40B4-BE49-F238E27FC236}">
                  <a16:creationId xmlns:a16="http://schemas.microsoft.com/office/drawing/2014/main" id="{E71E8883-83C8-3527-02AC-C6CE2B4DC27C}"/>
                </a:ext>
              </a:extLst>
            </p:cNvPr>
            <p:cNvGrpSpPr/>
            <p:nvPr/>
          </p:nvGrpSpPr>
          <p:grpSpPr>
            <a:xfrm>
              <a:off x="7257244" y="4575679"/>
              <a:ext cx="370004" cy="370000"/>
              <a:chOff x="7257244" y="4575679"/>
              <a:chExt cx="370004" cy="370000"/>
            </a:xfrm>
          </p:grpSpPr>
          <p:sp>
            <p:nvSpPr>
              <p:cNvPr id="1641" name="Oval 34_1">
                <a:extLst>
                  <a:ext uri="{FF2B5EF4-FFF2-40B4-BE49-F238E27FC236}">
                    <a16:creationId xmlns:a16="http://schemas.microsoft.com/office/drawing/2014/main" id="{733AC27D-1626-234F-9ADB-F8C2F1F15293}"/>
                  </a:ext>
                </a:extLst>
              </p:cNvPr>
              <p:cNvSpPr/>
              <p:nvPr/>
            </p:nvSpPr>
            <p:spPr bwMode="auto">
              <a:xfrm>
                <a:off x="7257244" y="4575679"/>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642" name="Oval 1641">
                <a:extLst>
                  <a:ext uri="{FF2B5EF4-FFF2-40B4-BE49-F238E27FC236}">
                    <a16:creationId xmlns:a16="http://schemas.microsoft.com/office/drawing/2014/main" id="{43666F17-AABD-8D03-A0AD-78F4D1D0244F}"/>
                  </a:ext>
                </a:extLst>
              </p:cNvPr>
              <p:cNvSpPr/>
              <p:nvPr/>
            </p:nvSpPr>
            <p:spPr bwMode="auto">
              <a:xfrm>
                <a:off x="7287409" y="4605841"/>
                <a:ext cx="309678" cy="309674"/>
              </a:xfrm>
              <a:prstGeom prst="ellipse">
                <a:avLst/>
              </a:prstGeom>
              <a:solidFill>
                <a:schemeClr val="tx1"/>
              </a:solidFill>
              <a:ln w="12700">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731" name="Group 1730">
              <a:extLst>
                <a:ext uri="{FF2B5EF4-FFF2-40B4-BE49-F238E27FC236}">
                  <a16:creationId xmlns:a16="http://schemas.microsoft.com/office/drawing/2014/main" id="{5F542415-99A9-9017-6237-C9DA957F6927}"/>
                </a:ext>
              </a:extLst>
            </p:cNvPr>
            <p:cNvGrpSpPr/>
            <p:nvPr/>
          </p:nvGrpSpPr>
          <p:grpSpPr>
            <a:xfrm>
              <a:off x="7357361" y="4675794"/>
              <a:ext cx="169770" cy="169770"/>
              <a:chOff x="-1958873" y="5050077"/>
              <a:chExt cx="266892" cy="266892"/>
            </a:xfrm>
          </p:grpSpPr>
          <p:sp>
            <p:nvSpPr>
              <p:cNvPr id="1726" name="Freeform: Shape 1725">
                <a:extLst>
                  <a:ext uri="{FF2B5EF4-FFF2-40B4-BE49-F238E27FC236}">
                    <a16:creationId xmlns:a16="http://schemas.microsoft.com/office/drawing/2014/main" id="{B7245CE1-9E31-552B-0598-687F897CD8EB}"/>
                  </a:ext>
                </a:extLst>
              </p:cNvPr>
              <p:cNvSpPr/>
              <p:nvPr/>
            </p:nvSpPr>
            <p:spPr>
              <a:xfrm>
                <a:off x="-1817046" y="5223596"/>
                <a:ext cx="72515" cy="93373"/>
              </a:xfrm>
              <a:custGeom>
                <a:avLst/>
                <a:gdLst>
                  <a:gd name="connsiteX0" fmla="*/ 0 w 72515"/>
                  <a:gd name="connsiteY0" fmla="*/ 51616 h 93373"/>
                  <a:gd name="connsiteX1" fmla="*/ 12202 w 72515"/>
                  <a:gd name="connsiteY1" fmla="*/ 89459 h 93373"/>
                  <a:gd name="connsiteX2" fmla="*/ 21346 w 72515"/>
                  <a:gd name="connsiteY2" fmla="*/ 91745 h 93373"/>
                  <a:gd name="connsiteX3" fmla="*/ 72304 w 72515"/>
                  <a:gd name="connsiteY3" fmla="*/ 25451 h 93373"/>
                  <a:gd name="connsiteX4" fmla="*/ 67685 w 72515"/>
                  <a:gd name="connsiteY4" fmla="*/ 0 h 93373"/>
                  <a:gd name="connsiteX5" fmla="*/ 0 w 72515"/>
                  <a:gd name="connsiteY5" fmla="*/ 51616 h 93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515" h="93373">
                    <a:moveTo>
                      <a:pt x="0" y="51616"/>
                    </a:moveTo>
                    <a:lnTo>
                      <a:pt x="12202" y="89459"/>
                    </a:lnTo>
                    <a:cubicBezTo>
                      <a:pt x="13440" y="93459"/>
                      <a:pt x="18393" y="94698"/>
                      <a:pt x="21346" y="91745"/>
                    </a:cubicBezTo>
                    <a:cubicBezTo>
                      <a:pt x="39729" y="73362"/>
                      <a:pt x="70209" y="42405"/>
                      <a:pt x="72304" y="25451"/>
                    </a:cubicBezTo>
                    <a:cubicBezTo>
                      <a:pt x="73295" y="18193"/>
                      <a:pt x="70647" y="8534"/>
                      <a:pt x="67685" y="0"/>
                    </a:cubicBezTo>
                    <a:cubicBezTo>
                      <a:pt x="49873" y="18107"/>
                      <a:pt x="27689" y="35690"/>
                      <a:pt x="0" y="51616"/>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27" name="Freeform: Shape 1726">
                <a:extLst>
                  <a:ext uri="{FF2B5EF4-FFF2-40B4-BE49-F238E27FC236}">
                    <a16:creationId xmlns:a16="http://schemas.microsoft.com/office/drawing/2014/main" id="{FE08F906-E49A-E26D-76AD-F3ED98D02CC2}"/>
                  </a:ext>
                </a:extLst>
              </p:cNvPr>
              <p:cNvSpPr/>
              <p:nvPr/>
            </p:nvSpPr>
            <p:spPr>
              <a:xfrm>
                <a:off x="-1958873" y="5102627"/>
                <a:ext cx="93373" cy="72506"/>
              </a:xfrm>
              <a:custGeom>
                <a:avLst/>
                <a:gdLst>
                  <a:gd name="connsiteX0" fmla="*/ 93374 w 93373"/>
                  <a:gd name="connsiteY0" fmla="*/ 4831 h 72506"/>
                  <a:gd name="connsiteX1" fmla="*/ 67923 w 93373"/>
                  <a:gd name="connsiteY1" fmla="*/ 212 h 72506"/>
                  <a:gd name="connsiteX2" fmla="*/ 1629 w 93373"/>
                  <a:gd name="connsiteY2" fmla="*/ 51170 h 72506"/>
                  <a:gd name="connsiteX3" fmla="*/ 3915 w 93373"/>
                  <a:gd name="connsiteY3" fmla="*/ 60314 h 72506"/>
                  <a:gd name="connsiteX4" fmla="*/ 41758 w 93373"/>
                  <a:gd name="connsiteY4" fmla="*/ 72506 h 72506"/>
                  <a:gd name="connsiteX5" fmla="*/ 93374 w 93373"/>
                  <a:gd name="connsiteY5" fmla="*/ 4831 h 7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373" h="72506">
                    <a:moveTo>
                      <a:pt x="93374" y="4831"/>
                    </a:moveTo>
                    <a:cubicBezTo>
                      <a:pt x="84849" y="1869"/>
                      <a:pt x="75181" y="-779"/>
                      <a:pt x="67923" y="212"/>
                    </a:cubicBezTo>
                    <a:cubicBezTo>
                      <a:pt x="50969" y="2307"/>
                      <a:pt x="20012" y="32787"/>
                      <a:pt x="1629" y="51170"/>
                    </a:cubicBezTo>
                    <a:cubicBezTo>
                      <a:pt x="-1324" y="54123"/>
                      <a:pt x="-85" y="59076"/>
                      <a:pt x="3915" y="60314"/>
                    </a:cubicBezTo>
                    <a:lnTo>
                      <a:pt x="41758" y="72506"/>
                    </a:lnTo>
                    <a:cubicBezTo>
                      <a:pt x="57684" y="44827"/>
                      <a:pt x="75267" y="22643"/>
                      <a:pt x="93374" y="4831"/>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28" name="Freeform: Shape 1727">
                <a:extLst>
                  <a:ext uri="{FF2B5EF4-FFF2-40B4-BE49-F238E27FC236}">
                    <a16:creationId xmlns:a16="http://schemas.microsoft.com/office/drawing/2014/main" id="{A46078E4-E064-5935-F1EC-C4B3C025B5DD}"/>
                  </a:ext>
                </a:extLst>
              </p:cNvPr>
              <p:cNvSpPr/>
              <p:nvPr/>
            </p:nvSpPr>
            <p:spPr>
              <a:xfrm>
                <a:off x="-1947043" y="5247713"/>
                <a:ext cx="57435" cy="57435"/>
              </a:xfrm>
              <a:custGeom>
                <a:avLst/>
                <a:gdLst>
                  <a:gd name="connsiteX0" fmla="*/ 57436 w 57435"/>
                  <a:gd name="connsiteY0" fmla="*/ 42224 h 57435"/>
                  <a:gd name="connsiteX1" fmla="*/ 0 w 57435"/>
                  <a:gd name="connsiteY1" fmla="*/ 57436 h 57435"/>
                  <a:gd name="connsiteX2" fmla="*/ 15211 w 57435"/>
                  <a:gd name="connsiteY2" fmla="*/ 0 h 57435"/>
                </a:gdLst>
                <a:ahLst/>
                <a:cxnLst>
                  <a:cxn ang="0">
                    <a:pos x="connsiteX0" y="connsiteY0"/>
                  </a:cxn>
                  <a:cxn ang="0">
                    <a:pos x="connsiteX1" y="connsiteY1"/>
                  </a:cxn>
                  <a:cxn ang="0">
                    <a:pos x="connsiteX2" y="connsiteY2"/>
                  </a:cxn>
                </a:cxnLst>
                <a:rect l="l" t="t" r="r" b="b"/>
                <a:pathLst>
                  <a:path w="57435" h="57435">
                    <a:moveTo>
                      <a:pt x="57436" y="42224"/>
                    </a:moveTo>
                    <a:cubicBezTo>
                      <a:pt x="31090" y="57331"/>
                      <a:pt x="381" y="57436"/>
                      <a:pt x="0" y="57436"/>
                    </a:cubicBezTo>
                    <a:cubicBezTo>
                      <a:pt x="0" y="57045"/>
                      <a:pt x="95" y="26346"/>
                      <a:pt x="15211" y="0"/>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29" name="Freeform: Shape 1728">
                <a:extLst>
                  <a:ext uri="{FF2B5EF4-FFF2-40B4-BE49-F238E27FC236}">
                    <a16:creationId xmlns:a16="http://schemas.microsoft.com/office/drawing/2014/main" id="{717DA838-B805-A01A-A75D-B341FD0201C7}"/>
                  </a:ext>
                </a:extLst>
              </p:cNvPr>
              <p:cNvSpPr/>
              <p:nvPr/>
            </p:nvSpPr>
            <p:spPr>
              <a:xfrm>
                <a:off x="-1792281" y="5112716"/>
                <a:ext cx="37654" cy="37490"/>
              </a:xfrm>
              <a:custGeom>
                <a:avLst/>
                <a:gdLst>
                  <a:gd name="connsiteX0" fmla="*/ 18831 w 37654"/>
                  <a:gd name="connsiteY0" fmla="*/ 0 h 37490"/>
                  <a:gd name="connsiteX1" fmla="*/ 5524 w 37654"/>
                  <a:gd name="connsiteY1" fmla="*/ 5515 h 37490"/>
                  <a:gd name="connsiteX2" fmla="*/ 0 w 37654"/>
                  <a:gd name="connsiteY2" fmla="*/ 18831 h 37490"/>
                  <a:gd name="connsiteX3" fmla="*/ 5524 w 37654"/>
                  <a:gd name="connsiteY3" fmla="*/ 32147 h 37490"/>
                  <a:gd name="connsiteX4" fmla="*/ 32147 w 37654"/>
                  <a:gd name="connsiteY4" fmla="*/ 32147 h 37490"/>
                  <a:gd name="connsiteX5" fmla="*/ 32147 w 37654"/>
                  <a:gd name="connsiteY5" fmla="*/ 5515 h 37490"/>
                  <a:gd name="connsiteX6" fmla="*/ 18831 w 37654"/>
                  <a:gd name="connsiteY6" fmla="*/ 0 h 37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54" h="37490">
                    <a:moveTo>
                      <a:pt x="18831" y="0"/>
                    </a:moveTo>
                    <a:cubicBezTo>
                      <a:pt x="13802" y="0"/>
                      <a:pt x="9077" y="1962"/>
                      <a:pt x="5524" y="5515"/>
                    </a:cubicBezTo>
                    <a:cubicBezTo>
                      <a:pt x="1962" y="9077"/>
                      <a:pt x="0" y="13802"/>
                      <a:pt x="0" y="18831"/>
                    </a:cubicBezTo>
                    <a:cubicBezTo>
                      <a:pt x="0" y="23860"/>
                      <a:pt x="1962" y="28594"/>
                      <a:pt x="5524" y="32147"/>
                    </a:cubicBezTo>
                    <a:cubicBezTo>
                      <a:pt x="12621" y="39272"/>
                      <a:pt x="25032" y="39272"/>
                      <a:pt x="32147" y="32147"/>
                    </a:cubicBezTo>
                    <a:cubicBezTo>
                      <a:pt x="39491" y="24803"/>
                      <a:pt x="39491" y="12859"/>
                      <a:pt x="32147" y="5515"/>
                    </a:cubicBezTo>
                    <a:cubicBezTo>
                      <a:pt x="28585" y="1962"/>
                      <a:pt x="23851" y="0"/>
                      <a:pt x="18831" y="0"/>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30" name="Freeform: Shape 1729">
                <a:extLst>
                  <a:ext uri="{FF2B5EF4-FFF2-40B4-BE49-F238E27FC236}">
                    <a16:creationId xmlns:a16="http://schemas.microsoft.com/office/drawing/2014/main" id="{D7C44E8B-698A-B35A-3685-5A33761DECB1}"/>
                  </a:ext>
                </a:extLst>
              </p:cNvPr>
              <p:cNvSpPr/>
              <p:nvPr/>
            </p:nvSpPr>
            <p:spPr>
              <a:xfrm>
                <a:off x="-1918513" y="5050077"/>
                <a:ext cx="226532" cy="226522"/>
              </a:xfrm>
              <a:custGeom>
                <a:avLst/>
                <a:gdLst>
                  <a:gd name="connsiteX0" fmla="*/ 214453 w 226532"/>
                  <a:gd name="connsiteY0" fmla="*/ 2 h 226522"/>
                  <a:gd name="connsiteX1" fmla="*/ 1169 w 226532"/>
                  <a:gd name="connsiteY1" fmla="*/ 156022 h 226522"/>
                  <a:gd name="connsiteX2" fmla="*/ 3493 w 226532"/>
                  <a:gd name="connsiteY2" fmla="*/ 169566 h 226522"/>
                  <a:gd name="connsiteX3" fmla="*/ 56957 w 226532"/>
                  <a:gd name="connsiteY3" fmla="*/ 223030 h 226522"/>
                  <a:gd name="connsiteX4" fmla="*/ 70501 w 226532"/>
                  <a:gd name="connsiteY4" fmla="*/ 225354 h 226522"/>
                  <a:gd name="connsiteX5" fmla="*/ 226530 w 226532"/>
                  <a:gd name="connsiteY5" fmla="*/ 12080 h 226522"/>
                  <a:gd name="connsiteX6" fmla="*/ 214453 w 226532"/>
                  <a:gd name="connsiteY6" fmla="*/ 2 h 226522"/>
                  <a:gd name="connsiteX7" fmla="*/ 170504 w 226532"/>
                  <a:gd name="connsiteY7" fmla="*/ 106911 h 226522"/>
                  <a:gd name="connsiteX8" fmla="*/ 145063 w 226532"/>
                  <a:gd name="connsiteY8" fmla="*/ 117445 h 226522"/>
                  <a:gd name="connsiteX9" fmla="*/ 119622 w 226532"/>
                  <a:gd name="connsiteY9" fmla="*/ 106911 h 226522"/>
                  <a:gd name="connsiteX10" fmla="*/ 109087 w 226532"/>
                  <a:gd name="connsiteY10" fmla="*/ 81469 h 226522"/>
                  <a:gd name="connsiteX11" fmla="*/ 119622 w 226532"/>
                  <a:gd name="connsiteY11" fmla="*/ 56028 h 226522"/>
                  <a:gd name="connsiteX12" fmla="*/ 170504 w 226532"/>
                  <a:gd name="connsiteY12" fmla="*/ 56028 h 226522"/>
                  <a:gd name="connsiteX13" fmla="*/ 170504 w 226532"/>
                  <a:gd name="connsiteY13" fmla="*/ 106911 h 22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532" h="226522">
                    <a:moveTo>
                      <a:pt x="214453" y="2"/>
                    </a:moveTo>
                    <a:cubicBezTo>
                      <a:pt x="178639" y="678"/>
                      <a:pt x="69330" y="14852"/>
                      <a:pt x="1169" y="156022"/>
                    </a:cubicBezTo>
                    <a:cubicBezTo>
                      <a:pt x="-1022" y="160555"/>
                      <a:pt x="-69" y="166013"/>
                      <a:pt x="3493" y="169566"/>
                    </a:cubicBezTo>
                    <a:lnTo>
                      <a:pt x="56957" y="223030"/>
                    </a:lnTo>
                    <a:cubicBezTo>
                      <a:pt x="60519" y="226592"/>
                      <a:pt x="65967" y="227545"/>
                      <a:pt x="70501" y="225354"/>
                    </a:cubicBezTo>
                    <a:cubicBezTo>
                      <a:pt x="211681" y="157203"/>
                      <a:pt x="225854" y="47894"/>
                      <a:pt x="226530" y="12080"/>
                    </a:cubicBezTo>
                    <a:cubicBezTo>
                      <a:pt x="226654" y="5317"/>
                      <a:pt x="221215" y="-122"/>
                      <a:pt x="214453" y="2"/>
                    </a:cubicBezTo>
                    <a:close/>
                    <a:moveTo>
                      <a:pt x="170504" y="106911"/>
                    </a:moveTo>
                    <a:cubicBezTo>
                      <a:pt x="163703" y="113702"/>
                      <a:pt x="154674" y="117445"/>
                      <a:pt x="145063" y="117445"/>
                    </a:cubicBezTo>
                    <a:cubicBezTo>
                      <a:pt x="135452" y="117445"/>
                      <a:pt x="126413" y="113702"/>
                      <a:pt x="119622" y="106911"/>
                    </a:cubicBezTo>
                    <a:cubicBezTo>
                      <a:pt x="112830" y="100119"/>
                      <a:pt x="109087" y="91080"/>
                      <a:pt x="109087" y="81469"/>
                    </a:cubicBezTo>
                    <a:cubicBezTo>
                      <a:pt x="109087" y="71859"/>
                      <a:pt x="112840" y="62819"/>
                      <a:pt x="119622" y="56028"/>
                    </a:cubicBezTo>
                    <a:cubicBezTo>
                      <a:pt x="133204" y="42445"/>
                      <a:pt x="156903" y="42445"/>
                      <a:pt x="170504" y="56028"/>
                    </a:cubicBezTo>
                    <a:cubicBezTo>
                      <a:pt x="184525" y="70058"/>
                      <a:pt x="184525" y="92880"/>
                      <a:pt x="170504" y="106911"/>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1743" name="Group 1742">
            <a:extLst>
              <a:ext uri="{FF2B5EF4-FFF2-40B4-BE49-F238E27FC236}">
                <a16:creationId xmlns:a16="http://schemas.microsoft.com/office/drawing/2014/main" id="{6FDBCA01-5386-0343-95C9-050DAA7C3035}"/>
              </a:ext>
            </a:extLst>
          </p:cNvPr>
          <p:cNvGrpSpPr/>
          <p:nvPr/>
        </p:nvGrpSpPr>
        <p:grpSpPr>
          <a:xfrm>
            <a:off x="4148600" y="5169310"/>
            <a:ext cx="851182" cy="851173"/>
            <a:chOff x="4527539" y="4575679"/>
            <a:chExt cx="370004" cy="370000"/>
          </a:xfrm>
        </p:grpSpPr>
        <p:grpSp>
          <p:nvGrpSpPr>
            <p:cNvPr id="1696" name="Group 1695">
              <a:extLst>
                <a:ext uri="{FF2B5EF4-FFF2-40B4-BE49-F238E27FC236}">
                  <a16:creationId xmlns:a16="http://schemas.microsoft.com/office/drawing/2014/main" id="{1F23F690-0120-75DA-3AEA-2B45DDE75087}"/>
                </a:ext>
              </a:extLst>
            </p:cNvPr>
            <p:cNvGrpSpPr/>
            <p:nvPr/>
          </p:nvGrpSpPr>
          <p:grpSpPr>
            <a:xfrm>
              <a:off x="4527539" y="4575679"/>
              <a:ext cx="370004" cy="370000"/>
              <a:chOff x="4527539" y="4575679"/>
              <a:chExt cx="370004" cy="370000"/>
            </a:xfrm>
          </p:grpSpPr>
          <p:sp>
            <p:nvSpPr>
              <p:cNvPr id="1634" name="Oval 34_1">
                <a:extLst>
                  <a:ext uri="{FF2B5EF4-FFF2-40B4-BE49-F238E27FC236}">
                    <a16:creationId xmlns:a16="http://schemas.microsoft.com/office/drawing/2014/main" id="{6C6EBAD9-AB73-AC90-A564-29819183EEFB}"/>
                  </a:ext>
                </a:extLst>
              </p:cNvPr>
              <p:cNvSpPr/>
              <p:nvPr/>
            </p:nvSpPr>
            <p:spPr bwMode="auto">
              <a:xfrm>
                <a:off x="4527539" y="4575679"/>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635" name="Oval 1634">
                <a:extLst>
                  <a:ext uri="{FF2B5EF4-FFF2-40B4-BE49-F238E27FC236}">
                    <a16:creationId xmlns:a16="http://schemas.microsoft.com/office/drawing/2014/main" id="{629FB4A5-1EFB-8F4F-65D0-5E403256358B}"/>
                  </a:ext>
                </a:extLst>
              </p:cNvPr>
              <p:cNvSpPr/>
              <p:nvPr/>
            </p:nvSpPr>
            <p:spPr bwMode="auto">
              <a:xfrm>
                <a:off x="4557702" y="4605842"/>
                <a:ext cx="309678" cy="309674"/>
              </a:xfrm>
              <a:prstGeom prst="ellipse">
                <a:avLst/>
              </a:prstGeom>
              <a:solidFill>
                <a:schemeClr val="tx1"/>
              </a:solidFill>
              <a:ln w="12700">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742" name="Group 1741">
              <a:extLst>
                <a:ext uri="{FF2B5EF4-FFF2-40B4-BE49-F238E27FC236}">
                  <a16:creationId xmlns:a16="http://schemas.microsoft.com/office/drawing/2014/main" id="{5DA1A674-0FF7-5047-61A5-142AF9FB0703}"/>
                </a:ext>
              </a:extLst>
            </p:cNvPr>
            <p:cNvGrpSpPr/>
            <p:nvPr/>
          </p:nvGrpSpPr>
          <p:grpSpPr>
            <a:xfrm>
              <a:off x="4626863" y="4675179"/>
              <a:ext cx="171356" cy="171000"/>
              <a:chOff x="-6688847" y="2613605"/>
              <a:chExt cx="4691481" cy="4681727"/>
            </a:xfrm>
          </p:grpSpPr>
          <p:sp>
            <p:nvSpPr>
              <p:cNvPr id="1736" name="Freeform: Shape 1735">
                <a:extLst>
                  <a:ext uri="{FF2B5EF4-FFF2-40B4-BE49-F238E27FC236}">
                    <a16:creationId xmlns:a16="http://schemas.microsoft.com/office/drawing/2014/main" id="{1DDBA8D9-9E04-0D78-E39E-F307068E1BC2}"/>
                  </a:ext>
                </a:extLst>
              </p:cNvPr>
              <p:cNvSpPr/>
              <p:nvPr/>
            </p:nvSpPr>
            <p:spPr>
              <a:xfrm>
                <a:off x="-6688847" y="3608472"/>
                <a:ext cx="4691481" cy="2711500"/>
              </a:xfrm>
              <a:custGeom>
                <a:avLst/>
                <a:gdLst>
                  <a:gd name="connsiteX0" fmla="*/ 2345741 w 4691481"/>
                  <a:gd name="connsiteY0" fmla="*/ 0 h 2711500"/>
                  <a:gd name="connsiteX1" fmla="*/ 43891 w 4691481"/>
                  <a:gd name="connsiteY1" fmla="*/ 1228954 h 2711500"/>
                  <a:gd name="connsiteX2" fmla="*/ 43891 w 4691481"/>
                  <a:gd name="connsiteY2" fmla="*/ 1482547 h 2711500"/>
                  <a:gd name="connsiteX3" fmla="*/ 2345741 w 4691481"/>
                  <a:gd name="connsiteY3" fmla="*/ 2711501 h 2711500"/>
                  <a:gd name="connsiteX4" fmla="*/ 4647591 w 4691481"/>
                  <a:gd name="connsiteY4" fmla="*/ 1482547 h 2711500"/>
                  <a:gd name="connsiteX5" fmla="*/ 4647591 w 4691481"/>
                  <a:gd name="connsiteY5" fmla="*/ 1228954 h 2711500"/>
                  <a:gd name="connsiteX6" fmla="*/ 2345741 w 4691481"/>
                  <a:gd name="connsiteY6" fmla="*/ 0 h 2711500"/>
                  <a:gd name="connsiteX7" fmla="*/ 2345741 w 4691481"/>
                  <a:gd name="connsiteY7" fmla="*/ 2282342 h 2711500"/>
                  <a:gd name="connsiteX8" fmla="*/ 1409395 w 4691481"/>
                  <a:gd name="connsiteY8" fmla="*/ 1345997 h 2711500"/>
                  <a:gd name="connsiteX9" fmla="*/ 2345741 w 4691481"/>
                  <a:gd name="connsiteY9" fmla="*/ 409651 h 2711500"/>
                  <a:gd name="connsiteX10" fmla="*/ 3282086 w 4691481"/>
                  <a:gd name="connsiteY10" fmla="*/ 1345997 h 2711500"/>
                  <a:gd name="connsiteX11" fmla="*/ 2345741 w 4691481"/>
                  <a:gd name="connsiteY11" fmla="*/ 2282342 h 271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1481" h="2711500">
                    <a:moveTo>
                      <a:pt x="2345741" y="0"/>
                    </a:moveTo>
                    <a:cubicBezTo>
                      <a:pt x="1077773" y="0"/>
                      <a:pt x="82906" y="1170432"/>
                      <a:pt x="43891" y="1228954"/>
                    </a:cubicBezTo>
                    <a:cubicBezTo>
                      <a:pt x="-14630" y="1306983"/>
                      <a:pt x="-14630" y="1404519"/>
                      <a:pt x="43891" y="1482547"/>
                    </a:cubicBezTo>
                    <a:cubicBezTo>
                      <a:pt x="82906" y="1541069"/>
                      <a:pt x="1077773" y="2711501"/>
                      <a:pt x="2345741" y="2711501"/>
                    </a:cubicBezTo>
                    <a:cubicBezTo>
                      <a:pt x="3613709" y="2711501"/>
                      <a:pt x="4589069" y="1541069"/>
                      <a:pt x="4647591" y="1482547"/>
                    </a:cubicBezTo>
                    <a:cubicBezTo>
                      <a:pt x="4706112" y="1404519"/>
                      <a:pt x="4706112" y="1306983"/>
                      <a:pt x="4647591" y="1228954"/>
                    </a:cubicBezTo>
                    <a:cubicBezTo>
                      <a:pt x="4589069" y="1170432"/>
                      <a:pt x="3613709" y="0"/>
                      <a:pt x="2345741" y="0"/>
                    </a:cubicBezTo>
                    <a:close/>
                    <a:moveTo>
                      <a:pt x="2345741" y="2282342"/>
                    </a:moveTo>
                    <a:cubicBezTo>
                      <a:pt x="1838554" y="2282342"/>
                      <a:pt x="1409395" y="1853184"/>
                      <a:pt x="1409395" y="1345997"/>
                    </a:cubicBezTo>
                    <a:cubicBezTo>
                      <a:pt x="1409395" y="819302"/>
                      <a:pt x="1838554" y="409651"/>
                      <a:pt x="2345741" y="409651"/>
                    </a:cubicBezTo>
                    <a:cubicBezTo>
                      <a:pt x="2872435" y="409651"/>
                      <a:pt x="3282086" y="819302"/>
                      <a:pt x="3282086" y="1345997"/>
                    </a:cubicBezTo>
                    <a:cubicBezTo>
                      <a:pt x="3282086" y="1853184"/>
                      <a:pt x="2872435" y="2282342"/>
                      <a:pt x="2345741" y="2282342"/>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37" name="Freeform: Shape 1736">
                <a:extLst>
                  <a:ext uri="{FF2B5EF4-FFF2-40B4-BE49-F238E27FC236}">
                    <a16:creationId xmlns:a16="http://schemas.microsoft.com/office/drawing/2014/main" id="{21CCC7FD-CEAC-5EBD-5F67-7691F79B1662}"/>
                  </a:ext>
                </a:extLst>
              </p:cNvPr>
              <p:cNvSpPr/>
              <p:nvPr/>
            </p:nvSpPr>
            <p:spPr>
              <a:xfrm>
                <a:off x="-4772265" y="4505803"/>
                <a:ext cx="877824" cy="897331"/>
              </a:xfrm>
              <a:custGeom>
                <a:avLst/>
                <a:gdLst>
                  <a:gd name="connsiteX0" fmla="*/ 429158 w 877824"/>
                  <a:gd name="connsiteY0" fmla="*/ 0 h 897331"/>
                  <a:gd name="connsiteX1" fmla="*/ 409651 w 877824"/>
                  <a:gd name="connsiteY1" fmla="*/ 0 h 897331"/>
                  <a:gd name="connsiteX2" fmla="*/ 429158 w 877824"/>
                  <a:gd name="connsiteY2" fmla="*/ 136550 h 897331"/>
                  <a:gd name="connsiteX3" fmla="*/ 0 w 877824"/>
                  <a:gd name="connsiteY3" fmla="*/ 585216 h 897331"/>
                  <a:gd name="connsiteX4" fmla="*/ 429158 w 877824"/>
                  <a:gd name="connsiteY4" fmla="*/ 897331 h 897331"/>
                  <a:gd name="connsiteX5" fmla="*/ 877824 w 877824"/>
                  <a:gd name="connsiteY5" fmla="*/ 448666 h 897331"/>
                  <a:gd name="connsiteX6" fmla="*/ 429158 w 877824"/>
                  <a:gd name="connsiteY6" fmla="*/ 0 h 897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7824" h="897331">
                    <a:moveTo>
                      <a:pt x="429158" y="0"/>
                    </a:moveTo>
                    <a:lnTo>
                      <a:pt x="409651" y="0"/>
                    </a:lnTo>
                    <a:cubicBezTo>
                      <a:pt x="429158" y="39014"/>
                      <a:pt x="429158" y="97536"/>
                      <a:pt x="429158" y="136550"/>
                    </a:cubicBezTo>
                    <a:cubicBezTo>
                      <a:pt x="429158" y="370637"/>
                      <a:pt x="234086" y="565709"/>
                      <a:pt x="0" y="585216"/>
                    </a:cubicBezTo>
                    <a:cubicBezTo>
                      <a:pt x="58522" y="780288"/>
                      <a:pt x="253594" y="897331"/>
                      <a:pt x="429158" y="897331"/>
                    </a:cubicBezTo>
                    <a:cubicBezTo>
                      <a:pt x="682752" y="897331"/>
                      <a:pt x="877824" y="702259"/>
                      <a:pt x="877824" y="448666"/>
                    </a:cubicBezTo>
                    <a:cubicBezTo>
                      <a:pt x="877824" y="195072"/>
                      <a:pt x="682752" y="0"/>
                      <a:pt x="429158" y="0"/>
                    </a:cubicBezTo>
                    <a:close/>
                  </a:path>
                </a:pathLst>
              </a:custGeom>
              <a:solidFill>
                <a:srgbClr val="B85CBC"/>
              </a:solidFill>
              <a:ln w="1950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38" name="Freeform: Shape 1737">
                <a:extLst>
                  <a:ext uri="{FF2B5EF4-FFF2-40B4-BE49-F238E27FC236}">
                    <a16:creationId xmlns:a16="http://schemas.microsoft.com/office/drawing/2014/main" id="{8F335122-2F53-485C-C384-A185979802EB}"/>
                  </a:ext>
                </a:extLst>
              </p:cNvPr>
              <p:cNvSpPr/>
              <p:nvPr/>
            </p:nvSpPr>
            <p:spPr>
              <a:xfrm>
                <a:off x="-6683971" y="6046872"/>
                <a:ext cx="1248460" cy="1248460"/>
              </a:xfrm>
              <a:custGeom>
                <a:avLst/>
                <a:gdLst>
                  <a:gd name="connsiteX0" fmla="*/ 195072 w 1248460"/>
                  <a:gd name="connsiteY0" fmla="*/ 0 h 1248460"/>
                  <a:gd name="connsiteX1" fmla="*/ 0 w 1248460"/>
                  <a:gd name="connsiteY1" fmla="*/ 195072 h 1248460"/>
                  <a:gd name="connsiteX2" fmla="*/ 0 w 1248460"/>
                  <a:gd name="connsiteY2" fmla="*/ 1053389 h 1248460"/>
                  <a:gd name="connsiteX3" fmla="*/ 195072 w 1248460"/>
                  <a:gd name="connsiteY3" fmla="*/ 1248461 h 1248460"/>
                  <a:gd name="connsiteX4" fmla="*/ 1053389 w 1248460"/>
                  <a:gd name="connsiteY4" fmla="*/ 1248461 h 1248460"/>
                  <a:gd name="connsiteX5" fmla="*/ 1248461 w 1248460"/>
                  <a:gd name="connsiteY5" fmla="*/ 1053389 h 1248460"/>
                  <a:gd name="connsiteX6" fmla="*/ 1053389 w 1248460"/>
                  <a:gd name="connsiteY6" fmla="*/ 858317 h 1248460"/>
                  <a:gd name="connsiteX7" fmla="*/ 390144 w 1248460"/>
                  <a:gd name="connsiteY7" fmla="*/ 858317 h 1248460"/>
                  <a:gd name="connsiteX8" fmla="*/ 390144 w 1248460"/>
                  <a:gd name="connsiteY8" fmla="*/ 195072 h 1248460"/>
                  <a:gd name="connsiteX9" fmla="*/ 195072 w 1248460"/>
                  <a:gd name="connsiteY9" fmla="*/ 0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460" h="1248460">
                    <a:moveTo>
                      <a:pt x="195072" y="0"/>
                    </a:moveTo>
                    <a:cubicBezTo>
                      <a:pt x="78029" y="0"/>
                      <a:pt x="0" y="78029"/>
                      <a:pt x="0" y="195072"/>
                    </a:cubicBezTo>
                    <a:lnTo>
                      <a:pt x="0" y="1053389"/>
                    </a:lnTo>
                    <a:cubicBezTo>
                      <a:pt x="0" y="1170432"/>
                      <a:pt x="78029" y="1248461"/>
                      <a:pt x="195072" y="1248461"/>
                    </a:cubicBezTo>
                    <a:lnTo>
                      <a:pt x="1053389" y="1248461"/>
                    </a:lnTo>
                    <a:cubicBezTo>
                      <a:pt x="1170432" y="1248461"/>
                      <a:pt x="1248461" y="1170432"/>
                      <a:pt x="1248461" y="1053389"/>
                    </a:cubicBezTo>
                    <a:cubicBezTo>
                      <a:pt x="1248461" y="936345"/>
                      <a:pt x="1170432" y="858317"/>
                      <a:pt x="1053389" y="858317"/>
                    </a:cubicBezTo>
                    <a:lnTo>
                      <a:pt x="390144" y="858317"/>
                    </a:lnTo>
                    <a:lnTo>
                      <a:pt x="390144" y="195072"/>
                    </a:lnTo>
                    <a:cubicBezTo>
                      <a:pt x="390144" y="78029"/>
                      <a:pt x="312115" y="0"/>
                      <a:pt x="195072" y="0"/>
                    </a:cubicBezTo>
                    <a:close/>
                  </a:path>
                </a:pathLst>
              </a:custGeom>
              <a:solidFill>
                <a:srgbClr val="B85CBC"/>
              </a:solidFill>
              <a:ln w="1950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39" name="Freeform: Shape 1738">
                <a:extLst>
                  <a:ext uri="{FF2B5EF4-FFF2-40B4-BE49-F238E27FC236}">
                    <a16:creationId xmlns:a16="http://schemas.microsoft.com/office/drawing/2014/main" id="{6C841C9D-7070-CCE9-3116-F97DEEA0221E}"/>
                  </a:ext>
                </a:extLst>
              </p:cNvPr>
              <p:cNvSpPr/>
              <p:nvPr/>
            </p:nvSpPr>
            <p:spPr>
              <a:xfrm>
                <a:off x="-6683971" y="2613605"/>
                <a:ext cx="1248460" cy="1248460"/>
              </a:xfrm>
              <a:custGeom>
                <a:avLst/>
                <a:gdLst>
                  <a:gd name="connsiteX0" fmla="*/ 195072 w 1248460"/>
                  <a:gd name="connsiteY0" fmla="*/ 1248461 h 1248460"/>
                  <a:gd name="connsiteX1" fmla="*/ 390144 w 1248460"/>
                  <a:gd name="connsiteY1" fmla="*/ 1053389 h 1248460"/>
                  <a:gd name="connsiteX2" fmla="*/ 390144 w 1248460"/>
                  <a:gd name="connsiteY2" fmla="*/ 390144 h 1248460"/>
                  <a:gd name="connsiteX3" fmla="*/ 1053389 w 1248460"/>
                  <a:gd name="connsiteY3" fmla="*/ 390144 h 1248460"/>
                  <a:gd name="connsiteX4" fmla="*/ 1248461 w 1248460"/>
                  <a:gd name="connsiteY4" fmla="*/ 195072 h 1248460"/>
                  <a:gd name="connsiteX5" fmla="*/ 1053389 w 1248460"/>
                  <a:gd name="connsiteY5" fmla="*/ 0 h 1248460"/>
                  <a:gd name="connsiteX6" fmla="*/ 195072 w 1248460"/>
                  <a:gd name="connsiteY6" fmla="*/ 0 h 1248460"/>
                  <a:gd name="connsiteX7" fmla="*/ 0 w 1248460"/>
                  <a:gd name="connsiteY7" fmla="*/ 195072 h 1248460"/>
                  <a:gd name="connsiteX8" fmla="*/ 0 w 1248460"/>
                  <a:gd name="connsiteY8" fmla="*/ 1053389 h 1248460"/>
                  <a:gd name="connsiteX9" fmla="*/ 195072 w 1248460"/>
                  <a:gd name="connsiteY9" fmla="*/ 1248461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460" h="1248460">
                    <a:moveTo>
                      <a:pt x="195072" y="1248461"/>
                    </a:moveTo>
                    <a:cubicBezTo>
                      <a:pt x="312115" y="1248461"/>
                      <a:pt x="390144" y="1170432"/>
                      <a:pt x="390144" y="1053389"/>
                    </a:cubicBezTo>
                    <a:lnTo>
                      <a:pt x="390144" y="390144"/>
                    </a:lnTo>
                    <a:lnTo>
                      <a:pt x="1053389" y="390144"/>
                    </a:lnTo>
                    <a:cubicBezTo>
                      <a:pt x="1170432" y="390144"/>
                      <a:pt x="1248461" y="312115"/>
                      <a:pt x="1248461" y="195072"/>
                    </a:cubicBezTo>
                    <a:cubicBezTo>
                      <a:pt x="1248461" y="78029"/>
                      <a:pt x="1170432" y="0"/>
                      <a:pt x="1053389" y="0"/>
                    </a:cubicBezTo>
                    <a:lnTo>
                      <a:pt x="195072" y="0"/>
                    </a:lnTo>
                    <a:cubicBezTo>
                      <a:pt x="78029" y="0"/>
                      <a:pt x="0" y="78029"/>
                      <a:pt x="0" y="195072"/>
                    </a:cubicBezTo>
                    <a:lnTo>
                      <a:pt x="0" y="1053389"/>
                    </a:lnTo>
                    <a:cubicBezTo>
                      <a:pt x="0" y="1170432"/>
                      <a:pt x="78029" y="1248461"/>
                      <a:pt x="195072" y="1248461"/>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40" name="Freeform: Shape 1739">
                <a:extLst>
                  <a:ext uri="{FF2B5EF4-FFF2-40B4-BE49-F238E27FC236}">
                    <a16:creationId xmlns:a16="http://schemas.microsoft.com/office/drawing/2014/main" id="{392D52D3-7FE0-DCD3-22FA-9683ED3E812B}"/>
                  </a:ext>
                </a:extLst>
              </p:cNvPr>
              <p:cNvSpPr/>
              <p:nvPr/>
            </p:nvSpPr>
            <p:spPr>
              <a:xfrm>
                <a:off x="-3250703" y="2613605"/>
                <a:ext cx="1248460" cy="1248460"/>
              </a:xfrm>
              <a:custGeom>
                <a:avLst/>
                <a:gdLst>
                  <a:gd name="connsiteX0" fmla="*/ 1053389 w 1248460"/>
                  <a:gd name="connsiteY0" fmla="*/ 1248461 h 1248460"/>
                  <a:gd name="connsiteX1" fmla="*/ 1248461 w 1248460"/>
                  <a:gd name="connsiteY1" fmla="*/ 1053389 h 1248460"/>
                  <a:gd name="connsiteX2" fmla="*/ 1248461 w 1248460"/>
                  <a:gd name="connsiteY2" fmla="*/ 195072 h 1248460"/>
                  <a:gd name="connsiteX3" fmla="*/ 1053389 w 1248460"/>
                  <a:gd name="connsiteY3" fmla="*/ 0 h 1248460"/>
                  <a:gd name="connsiteX4" fmla="*/ 195072 w 1248460"/>
                  <a:gd name="connsiteY4" fmla="*/ 0 h 1248460"/>
                  <a:gd name="connsiteX5" fmla="*/ 0 w 1248460"/>
                  <a:gd name="connsiteY5" fmla="*/ 195072 h 1248460"/>
                  <a:gd name="connsiteX6" fmla="*/ 195072 w 1248460"/>
                  <a:gd name="connsiteY6" fmla="*/ 390144 h 1248460"/>
                  <a:gd name="connsiteX7" fmla="*/ 858317 w 1248460"/>
                  <a:gd name="connsiteY7" fmla="*/ 390144 h 1248460"/>
                  <a:gd name="connsiteX8" fmla="*/ 858317 w 1248460"/>
                  <a:gd name="connsiteY8" fmla="*/ 1053389 h 1248460"/>
                  <a:gd name="connsiteX9" fmla="*/ 1053389 w 1248460"/>
                  <a:gd name="connsiteY9" fmla="*/ 1248461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460" h="1248460">
                    <a:moveTo>
                      <a:pt x="1053389" y="1248461"/>
                    </a:moveTo>
                    <a:cubicBezTo>
                      <a:pt x="1170432" y="1248461"/>
                      <a:pt x="1248461" y="1170432"/>
                      <a:pt x="1248461" y="1053389"/>
                    </a:cubicBezTo>
                    <a:lnTo>
                      <a:pt x="1248461" y="195072"/>
                    </a:lnTo>
                    <a:cubicBezTo>
                      <a:pt x="1248461" y="78029"/>
                      <a:pt x="1170432" y="0"/>
                      <a:pt x="1053389" y="0"/>
                    </a:cubicBezTo>
                    <a:lnTo>
                      <a:pt x="195072" y="0"/>
                    </a:lnTo>
                    <a:cubicBezTo>
                      <a:pt x="78029" y="0"/>
                      <a:pt x="0" y="78029"/>
                      <a:pt x="0" y="195072"/>
                    </a:cubicBezTo>
                    <a:cubicBezTo>
                      <a:pt x="0" y="312115"/>
                      <a:pt x="78029" y="390144"/>
                      <a:pt x="195072" y="390144"/>
                    </a:cubicBezTo>
                    <a:lnTo>
                      <a:pt x="858317" y="390144"/>
                    </a:lnTo>
                    <a:lnTo>
                      <a:pt x="858317" y="1053389"/>
                    </a:lnTo>
                    <a:cubicBezTo>
                      <a:pt x="858317" y="1170432"/>
                      <a:pt x="936345" y="1248461"/>
                      <a:pt x="1053389" y="1248461"/>
                    </a:cubicBezTo>
                    <a:close/>
                  </a:path>
                </a:pathLst>
              </a:custGeom>
              <a:solidFill>
                <a:srgbClr val="B85CBC"/>
              </a:solidFill>
              <a:ln w="1950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41" name="Freeform: Shape 1740">
                <a:extLst>
                  <a:ext uri="{FF2B5EF4-FFF2-40B4-BE49-F238E27FC236}">
                    <a16:creationId xmlns:a16="http://schemas.microsoft.com/office/drawing/2014/main" id="{AD3182BF-DFD6-193C-1D74-F4361C0E5737}"/>
                  </a:ext>
                </a:extLst>
              </p:cNvPr>
              <p:cNvSpPr/>
              <p:nvPr/>
            </p:nvSpPr>
            <p:spPr>
              <a:xfrm>
                <a:off x="-3250703" y="6046872"/>
                <a:ext cx="1248460" cy="1248460"/>
              </a:xfrm>
              <a:custGeom>
                <a:avLst/>
                <a:gdLst>
                  <a:gd name="connsiteX0" fmla="*/ 1053389 w 1248460"/>
                  <a:gd name="connsiteY0" fmla="*/ 1248461 h 1248460"/>
                  <a:gd name="connsiteX1" fmla="*/ 1248461 w 1248460"/>
                  <a:gd name="connsiteY1" fmla="*/ 1053389 h 1248460"/>
                  <a:gd name="connsiteX2" fmla="*/ 1248461 w 1248460"/>
                  <a:gd name="connsiteY2" fmla="*/ 195072 h 1248460"/>
                  <a:gd name="connsiteX3" fmla="*/ 1053389 w 1248460"/>
                  <a:gd name="connsiteY3" fmla="*/ 0 h 1248460"/>
                  <a:gd name="connsiteX4" fmla="*/ 858317 w 1248460"/>
                  <a:gd name="connsiteY4" fmla="*/ 195072 h 1248460"/>
                  <a:gd name="connsiteX5" fmla="*/ 858317 w 1248460"/>
                  <a:gd name="connsiteY5" fmla="*/ 858317 h 1248460"/>
                  <a:gd name="connsiteX6" fmla="*/ 195072 w 1248460"/>
                  <a:gd name="connsiteY6" fmla="*/ 858317 h 1248460"/>
                  <a:gd name="connsiteX7" fmla="*/ 0 w 1248460"/>
                  <a:gd name="connsiteY7" fmla="*/ 1053389 h 1248460"/>
                  <a:gd name="connsiteX8" fmla="*/ 195072 w 1248460"/>
                  <a:gd name="connsiteY8" fmla="*/ 1248461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460" h="1248460">
                    <a:moveTo>
                      <a:pt x="1053389" y="1248461"/>
                    </a:moveTo>
                    <a:cubicBezTo>
                      <a:pt x="1170432" y="1248461"/>
                      <a:pt x="1248461" y="1170432"/>
                      <a:pt x="1248461" y="1053389"/>
                    </a:cubicBezTo>
                    <a:lnTo>
                      <a:pt x="1248461" y="195072"/>
                    </a:lnTo>
                    <a:cubicBezTo>
                      <a:pt x="1248461" y="78029"/>
                      <a:pt x="1170432" y="0"/>
                      <a:pt x="1053389" y="0"/>
                    </a:cubicBezTo>
                    <a:cubicBezTo>
                      <a:pt x="936345" y="0"/>
                      <a:pt x="858317" y="78029"/>
                      <a:pt x="858317" y="195072"/>
                    </a:cubicBezTo>
                    <a:lnTo>
                      <a:pt x="858317" y="858317"/>
                    </a:lnTo>
                    <a:lnTo>
                      <a:pt x="195072" y="858317"/>
                    </a:lnTo>
                    <a:cubicBezTo>
                      <a:pt x="78029" y="858317"/>
                      <a:pt x="0" y="936345"/>
                      <a:pt x="0" y="1053389"/>
                    </a:cubicBezTo>
                    <a:cubicBezTo>
                      <a:pt x="0" y="1170432"/>
                      <a:pt x="78029" y="1248461"/>
                      <a:pt x="195072" y="1248461"/>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2" name="Group 1">
            <a:extLst>
              <a:ext uri="{FF2B5EF4-FFF2-40B4-BE49-F238E27FC236}">
                <a16:creationId xmlns:a16="http://schemas.microsoft.com/office/drawing/2014/main" id="{AE115454-0341-57BB-BC4C-6ECD1A884703}"/>
              </a:ext>
            </a:extLst>
          </p:cNvPr>
          <p:cNvGrpSpPr/>
          <p:nvPr/>
        </p:nvGrpSpPr>
        <p:grpSpPr>
          <a:xfrm>
            <a:off x="2993157" y="1819928"/>
            <a:ext cx="662947" cy="662940"/>
            <a:chOff x="4527538" y="2586038"/>
            <a:chExt cx="370004" cy="370000"/>
          </a:xfrm>
        </p:grpSpPr>
        <p:grpSp>
          <p:nvGrpSpPr>
            <p:cNvPr id="3" name="Group 2">
              <a:extLst>
                <a:ext uri="{FF2B5EF4-FFF2-40B4-BE49-F238E27FC236}">
                  <a16:creationId xmlns:a16="http://schemas.microsoft.com/office/drawing/2014/main" id="{ACE0EB59-FF5D-0074-FBEE-0515E535FA96}"/>
                </a:ext>
              </a:extLst>
            </p:cNvPr>
            <p:cNvGrpSpPr/>
            <p:nvPr/>
          </p:nvGrpSpPr>
          <p:grpSpPr>
            <a:xfrm>
              <a:off x="4527538" y="2586038"/>
              <a:ext cx="370004" cy="370000"/>
              <a:chOff x="4527538" y="2586038"/>
              <a:chExt cx="370004" cy="370000"/>
            </a:xfrm>
          </p:grpSpPr>
          <p:sp>
            <p:nvSpPr>
              <p:cNvPr id="11" name="Oval 34_1">
                <a:extLst>
                  <a:ext uri="{FF2B5EF4-FFF2-40B4-BE49-F238E27FC236}">
                    <a16:creationId xmlns:a16="http://schemas.microsoft.com/office/drawing/2014/main" id="{873A07F0-FCD6-C32C-D796-BC586C61B1C7}"/>
                  </a:ext>
                </a:extLst>
              </p:cNvPr>
              <p:cNvSpPr/>
              <p:nvPr/>
            </p:nvSpPr>
            <p:spPr bwMode="auto">
              <a:xfrm>
                <a:off x="4527538" y="2586038"/>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2" name="Oval 11">
                <a:extLst>
                  <a:ext uri="{FF2B5EF4-FFF2-40B4-BE49-F238E27FC236}">
                    <a16:creationId xmlns:a16="http://schemas.microsoft.com/office/drawing/2014/main" id="{B4750209-400C-7BDA-6F9F-A26C2BD6CE76}"/>
                  </a:ext>
                </a:extLst>
              </p:cNvPr>
              <p:cNvSpPr/>
              <p:nvPr/>
            </p:nvSpPr>
            <p:spPr bwMode="auto">
              <a:xfrm>
                <a:off x="4557703" y="2616200"/>
                <a:ext cx="309678" cy="309674"/>
              </a:xfrm>
              <a:prstGeom prst="ellipse">
                <a:avLst/>
              </a:prstGeom>
              <a:solidFill>
                <a:schemeClr val="tx1"/>
              </a:solidFill>
              <a:ln w="12700">
                <a:gradFill>
                  <a:gsLst>
                    <a:gs pos="0">
                      <a:srgbClr val="B85CBC">
                        <a:lumMod val="99000"/>
                      </a:srgbClr>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4" name="Group 3">
              <a:extLst>
                <a:ext uri="{FF2B5EF4-FFF2-40B4-BE49-F238E27FC236}">
                  <a16:creationId xmlns:a16="http://schemas.microsoft.com/office/drawing/2014/main" id="{4380F26C-B31B-81FE-7C50-A3AED57885AC}"/>
                </a:ext>
              </a:extLst>
            </p:cNvPr>
            <p:cNvGrpSpPr/>
            <p:nvPr/>
          </p:nvGrpSpPr>
          <p:grpSpPr>
            <a:xfrm>
              <a:off x="4628043" y="2681288"/>
              <a:ext cx="168994" cy="179500"/>
              <a:chOff x="-8646311" y="35433"/>
              <a:chExt cx="4591333" cy="4876774"/>
            </a:xfrm>
          </p:grpSpPr>
          <p:sp>
            <p:nvSpPr>
              <p:cNvPr id="5" name="Freeform: Shape 4">
                <a:extLst>
                  <a:ext uri="{FF2B5EF4-FFF2-40B4-BE49-F238E27FC236}">
                    <a16:creationId xmlns:a16="http://schemas.microsoft.com/office/drawing/2014/main" id="{58AB0C82-3B43-4401-320B-5B87A5C4D6C6}"/>
                  </a:ext>
                </a:extLst>
              </p:cNvPr>
              <p:cNvSpPr/>
              <p:nvPr/>
            </p:nvSpPr>
            <p:spPr>
              <a:xfrm>
                <a:off x="-8646302" y="1237462"/>
                <a:ext cx="3979544" cy="2272950"/>
              </a:xfrm>
              <a:custGeom>
                <a:avLst/>
                <a:gdLst>
                  <a:gd name="connsiteX0" fmla="*/ 3050762 w 3979544"/>
                  <a:gd name="connsiteY0" fmla="*/ 1256729 h 2272950"/>
                  <a:gd name="connsiteX1" fmla="*/ 2815781 w 3979544"/>
                  <a:gd name="connsiteY1" fmla="*/ 1738884 h 2272950"/>
                  <a:gd name="connsiteX2" fmla="*/ 2146459 w 3979544"/>
                  <a:gd name="connsiteY2" fmla="*/ 1964627 h 2272950"/>
                  <a:gd name="connsiteX3" fmla="*/ 1841373 w 3979544"/>
                  <a:gd name="connsiteY3" fmla="*/ 2018062 h 2272950"/>
                  <a:gd name="connsiteX4" fmla="*/ 1622012 w 3979544"/>
                  <a:gd name="connsiteY4" fmla="*/ 2100453 h 2272950"/>
                  <a:gd name="connsiteX5" fmla="*/ 1386269 w 3979544"/>
                  <a:gd name="connsiteY5" fmla="*/ 2002822 h 2272950"/>
                  <a:gd name="connsiteX6" fmla="*/ 1334262 w 3979544"/>
                  <a:gd name="connsiteY6" fmla="*/ 1598771 h 2272950"/>
                  <a:gd name="connsiteX7" fmla="*/ 1387507 w 3979544"/>
                  <a:gd name="connsiteY7" fmla="*/ 1514380 h 2272950"/>
                  <a:gd name="connsiteX8" fmla="*/ 1424369 w 3979544"/>
                  <a:gd name="connsiteY8" fmla="*/ 1242536 h 2272950"/>
                  <a:gd name="connsiteX9" fmla="*/ 1650111 w 3979544"/>
                  <a:gd name="connsiteY9" fmla="*/ 573215 h 2272950"/>
                  <a:gd name="connsiteX10" fmla="*/ 2133410 w 3979544"/>
                  <a:gd name="connsiteY10" fmla="*/ 337757 h 2272950"/>
                  <a:gd name="connsiteX11" fmla="*/ 2295811 w 3979544"/>
                  <a:gd name="connsiteY11" fmla="*/ 0 h 2272950"/>
                  <a:gd name="connsiteX12" fmla="*/ 381476 w 3979544"/>
                  <a:gd name="connsiteY12" fmla="*/ 0 h 2272950"/>
                  <a:gd name="connsiteX13" fmla="*/ 0 w 3979544"/>
                  <a:gd name="connsiteY13" fmla="*/ 381381 h 2272950"/>
                  <a:gd name="connsiteX14" fmla="*/ 0 w 3979544"/>
                  <a:gd name="connsiteY14" fmla="*/ 2272951 h 2272950"/>
                  <a:gd name="connsiteX15" fmla="*/ 3979545 w 3979544"/>
                  <a:gd name="connsiteY15" fmla="*/ 2272951 h 2272950"/>
                  <a:gd name="connsiteX16" fmla="*/ 3979545 w 3979544"/>
                  <a:gd name="connsiteY16" fmla="*/ 394716 h 2272950"/>
                  <a:gd name="connsiteX17" fmla="*/ 3495961 w 3979544"/>
                  <a:gd name="connsiteY17" fmla="*/ 987361 h 2272950"/>
                  <a:gd name="connsiteX18" fmla="*/ 3050762 w 3979544"/>
                  <a:gd name="connsiteY18" fmla="*/ 1256729 h 227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79544" h="2272950">
                    <a:moveTo>
                      <a:pt x="3050762" y="1256729"/>
                    </a:moveTo>
                    <a:cubicBezTo>
                      <a:pt x="3028855" y="1435703"/>
                      <a:pt x="2948368" y="1606296"/>
                      <a:pt x="2815781" y="1738884"/>
                    </a:cubicBezTo>
                    <a:cubicBezTo>
                      <a:pt x="2654618" y="1900142"/>
                      <a:pt x="2429351" y="1976057"/>
                      <a:pt x="2146459" y="1964627"/>
                    </a:cubicBezTo>
                    <a:cubicBezTo>
                      <a:pt x="1948053" y="1956721"/>
                      <a:pt x="1856423" y="2008632"/>
                      <a:pt x="1841373" y="2018062"/>
                    </a:cubicBezTo>
                    <a:cubicBezTo>
                      <a:pt x="1780604" y="2071307"/>
                      <a:pt x="1703451" y="2100453"/>
                      <a:pt x="1622012" y="2100453"/>
                    </a:cubicBezTo>
                    <a:cubicBezTo>
                      <a:pt x="1532954" y="2100453"/>
                      <a:pt x="1449229" y="2065782"/>
                      <a:pt x="1386269" y="2002822"/>
                    </a:cubicBezTo>
                    <a:cubicBezTo>
                      <a:pt x="1277588" y="1894142"/>
                      <a:pt x="1260062" y="1726502"/>
                      <a:pt x="1334262" y="1598771"/>
                    </a:cubicBezTo>
                    <a:lnTo>
                      <a:pt x="1387507" y="1514380"/>
                    </a:lnTo>
                    <a:cubicBezTo>
                      <a:pt x="1405604" y="1470279"/>
                      <a:pt x="1430083" y="1383221"/>
                      <a:pt x="1424369" y="1242536"/>
                    </a:cubicBezTo>
                    <a:cubicBezTo>
                      <a:pt x="1413034" y="959549"/>
                      <a:pt x="1488948" y="734378"/>
                      <a:pt x="1650111" y="573215"/>
                    </a:cubicBezTo>
                    <a:cubicBezTo>
                      <a:pt x="1782128" y="441293"/>
                      <a:pt x="1950911" y="359569"/>
                      <a:pt x="2133410" y="337757"/>
                    </a:cubicBezTo>
                    <a:cubicBezTo>
                      <a:pt x="2159222" y="213646"/>
                      <a:pt x="2215134" y="97536"/>
                      <a:pt x="2295811" y="0"/>
                    </a:cubicBezTo>
                    <a:lnTo>
                      <a:pt x="381476" y="0"/>
                    </a:lnTo>
                    <a:cubicBezTo>
                      <a:pt x="171164" y="0"/>
                      <a:pt x="0" y="171069"/>
                      <a:pt x="0" y="381381"/>
                    </a:cubicBezTo>
                    <a:lnTo>
                      <a:pt x="0" y="2272951"/>
                    </a:lnTo>
                    <a:lnTo>
                      <a:pt x="3979545" y="2272951"/>
                    </a:lnTo>
                    <a:lnTo>
                      <a:pt x="3979545" y="394716"/>
                    </a:lnTo>
                    <a:lnTo>
                      <a:pt x="3495961" y="987361"/>
                    </a:lnTo>
                    <a:cubicBezTo>
                      <a:pt x="3382232" y="1126331"/>
                      <a:pt x="3224308" y="1220915"/>
                      <a:pt x="3050762" y="1256729"/>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 name="Freeform: Shape 5">
                <a:extLst>
                  <a:ext uri="{FF2B5EF4-FFF2-40B4-BE49-F238E27FC236}">
                    <a16:creationId xmlns:a16="http://schemas.microsoft.com/office/drawing/2014/main" id="{FC4AE6CD-5A55-DF49-3E57-B36F43C3D6E3}"/>
                  </a:ext>
                </a:extLst>
              </p:cNvPr>
              <p:cNvSpPr/>
              <p:nvPr/>
            </p:nvSpPr>
            <p:spPr>
              <a:xfrm>
                <a:off x="-8646311" y="3796163"/>
                <a:ext cx="3979544" cy="1116044"/>
              </a:xfrm>
              <a:custGeom>
                <a:avLst/>
                <a:gdLst>
                  <a:gd name="connsiteX0" fmla="*/ 10 w 3979544"/>
                  <a:gd name="connsiteY0" fmla="*/ 121920 h 1116044"/>
                  <a:gd name="connsiteX1" fmla="*/ 381486 w 3979544"/>
                  <a:gd name="connsiteY1" fmla="*/ 503206 h 1116044"/>
                  <a:gd name="connsiteX2" fmla="*/ 1465612 w 3979544"/>
                  <a:gd name="connsiteY2" fmla="*/ 503206 h 1116044"/>
                  <a:gd name="connsiteX3" fmla="*/ 1465612 w 3979544"/>
                  <a:gd name="connsiteY3" fmla="*/ 830294 h 1116044"/>
                  <a:gd name="connsiteX4" fmla="*/ 1225315 w 3979544"/>
                  <a:gd name="connsiteY4" fmla="*/ 830294 h 1116044"/>
                  <a:gd name="connsiteX5" fmla="*/ 1082440 w 3979544"/>
                  <a:gd name="connsiteY5" fmla="*/ 973169 h 1116044"/>
                  <a:gd name="connsiteX6" fmla="*/ 1225315 w 3979544"/>
                  <a:gd name="connsiteY6" fmla="*/ 1116044 h 1116044"/>
                  <a:gd name="connsiteX7" fmla="*/ 2754202 w 3979544"/>
                  <a:gd name="connsiteY7" fmla="*/ 1116044 h 1116044"/>
                  <a:gd name="connsiteX8" fmla="*/ 2897077 w 3979544"/>
                  <a:gd name="connsiteY8" fmla="*/ 973169 h 1116044"/>
                  <a:gd name="connsiteX9" fmla="*/ 2754202 w 3979544"/>
                  <a:gd name="connsiteY9" fmla="*/ 830294 h 1116044"/>
                  <a:gd name="connsiteX10" fmla="*/ 2513905 w 3979544"/>
                  <a:gd name="connsiteY10" fmla="*/ 830294 h 1116044"/>
                  <a:gd name="connsiteX11" fmla="*/ 2513905 w 3979544"/>
                  <a:gd name="connsiteY11" fmla="*/ 503206 h 1116044"/>
                  <a:gd name="connsiteX12" fmla="*/ 3598069 w 3979544"/>
                  <a:gd name="connsiteY12" fmla="*/ 503206 h 1116044"/>
                  <a:gd name="connsiteX13" fmla="*/ 3979545 w 3979544"/>
                  <a:gd name="connsiteY13" fmla="*/ 121920 h 1116044"/>
                  <a:gd name="connsiteX14" fmla="*/ 3979545 w 3979544"/>
                  <a:gd name="connsiteY14" fmla="*/ 0 h 1116044"/>
                  <a:gd name="connsiteX15" fmla="*/ 0 w 3979544"/>
                  <a:gd name="connsiteY15" fmla="*/ 0 h 1116044"/>
                  <a:gd name="connsiteX16" fmla="*/ 0 w 3979544"/>
                  <a:gd name="connsiteY16" fmla="*/ 121920 h 1116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9544" h="1116044">
                    <a:moveTo>
                      <a:pt x="10" y="121920"/>
                    </a:moveTo>
                    <a:cubicBezTo>
                      <a:pt x="10" y="332137"/>
                      <a:pt x="171174" y="503206"/>
                      <a:pt x="381486" y="503206"/>
                    </a:cubicBezTo>
                    <a:lnTo>
                      <a:pt x="1465612" y="503206"/>
                    </a:lnTo>
                    <a:lnTo>
                      <a:pt x="1465612" y="830294"/>
                    </a:lnTo>
                    <a:lnTo>
                      <a:pt x="1225315" y="830294"/>
                    </a:lnTo>
                    <a:cubicBezTo>
                      <a:pt x="1146410" y="830294"/>
                      <a:pt x="1082440" y="894264"/>
                      <a:pt x="1082440" y="973169"/>
                    </a:cubicBezTo>
                    <a:cubicBezTo>
                      <a:pt x="1082440" y="1052075"/>
                      <a:pt x="1146410" y="1116044"/>
                      <a:pt x="1225315" y="1116044"/>
                    </a:cubicBezTo>
                    <a:lnTo>
                      <a:pt x="2754202" y="1116044"/>
                    </a:lnTo>
                    <a:cubicBezTo>
                      <a:pt x="2833107" y="1116044"/>
                      <a:pt x="2897077" y="1052075"/>
                      <a:pt x="2897077" y="973169"/>
                    </a:cubicBezTo>
                    <a:cubicBezTo>
                      <a:pt x="2897077" y="894264"/>
                      <a:pt x="2833107" y="830294"/>
                      <a:pt x="2754202" y="830294"/>
                    </a:cubicBezTo>
                    <a:lnTo>
                      <a:pt x="2513905" y="830294"/>
                    </a:lnTo>
                    <a:lnTo>
                      <a:pt x="2513905" y="503206"/>
                    </a:lnTo>
                    <a:lnTo>
                      <a:pt x="3598069" y="503206"/>
                    </a:lnTo>
                    <a:cubicBezTo>
                      <a:pt x="3808381" y="503206"/>
                      <a:pt x="3979545" y="332137"/>
                      <a:pt x="3979545" y="121920"/>
                    </a:cubicBezTo>
                    <a:lnTo>
                      <a:pt x="3979545" y="0"/>
                    </a:lnTo>
                    <a:lnTo>
                      <a:pt x="0" y="0"/>
                    </a:lnTo>
                    <a:lnTo>
                      <a:pt x="0" y="121920"/>
                    </a:lnTo>
                    <a:close/>
                  </a:path>
                </a:pathLst>
              </a:custGeom>
              <a:solidFill>
                <a:srgbClr val="B85CBC"/>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7" name="Freeform: Shape 6">
                <a:extLst>
                  <a:ext uri="{FF2B5EF4-FFF2-40B4-BE49-F238E27FC236}">
                    <a16:creationId xmlns:a16="http://schemas.microsoft.com/office/drawing/2014/main" id="{C844A256-C7B0-160F-4A19-5DAFCFB487D1}"/>
                  </a:ext>
                </a:extLst>
              </p:cNvPr>
              <p:cNvSpPr/>
              <p:nvPr/>
            </p:nvSpPr>
            <p:spPr>
              <a:xfrm>
                <a:off x="-7068400" y="1851672"/>
                <a:ext cx="1196857" cy="1197111"/>
              </a:xfrm>
              <a:custGeom>
                <a:avLst/>
                <a:gdLst>
                  <a:gd name="connsiteX0" fmla="*/ 13878 w 1196857"/>
                  <a:gd name="connsiteY0" fmla="*/ 1115883 h 1197111"/>
                  <a:gd name="connsiteX1" fmla="*/ 13802 w 1196857"/>
                  <a:gd name="connsiteY1" fmla="*/ 1115959 h 1197111"/>
                  <a:gd name="connsiteX2" fmla="*/ 13764 w 1196857"/>
                  <a:gd name="connsiteY2" fmla="*/ 1115997 h 1197111"/>
                  <a:gd name="connsiteX3" fmla="*/ 13726 w 1196857"/>
                  <a:gd name="connsiteY3" fmla="*/ 1116035 h 1197111"/>
                  <a:gd name="connsiteX4" fmla="*/ 13678 w 1196857"/>
                  <a:gd name="connsiteY4" fmla="*/ 1116083 h 1197111"/>
                  <a:gd name="connsiteX5" fmla="*/ 13630 w 1196857"/>
                  <a:gd name="connsiteY5" fmla="*/ 1116130 h 1197111"/>
                  <a:gd name="connsiteX6" fmla="*/ 13621 w 1196857"/>
                  <a:gd name="connsiteY6" fmla="*/ 1116139 h 1197111"/>
                  <a:gd name="connsiteX7" fmla="*/ 13573 w 1196857"/>
                  <a:gd name="connsiteY7" fmla="*/ 1116187 h 1197111"/>
                  <a:gd name="connsiteX8" fmla="*/ 13564 w 1196857"/>
                  <a:gd name="connsiteY8" fmla="*/ 1116197 h 1197111"/>
                  <a:gd name="connsiteX9" fmla="*/ 13526 w 1196857"/>
                  <a:gd name="connsiteY9" fmla="*/ 1116244 h 1197111"/>
                  <a:gd name="connsiteX10" fmla="*/ 13516 w 1196857"/>
                  <a:gd name="connsiteY10" fmla="*/ 1116254 h 1197111"/>
                  <a:gd name="connsiteX11" fmla="*/ 13469 w 1196857"/>
                  <a:gd name="connsiteY11" fmla="*/ 1116301 h 1197111"/>
                  <a:gd name="connsiteX12" fmla="*/ 13459 w 1196857"/>
                  <a:gd name="connsiteY12" fmla="*/ 1116311 h 1197111"/>
                  <a:gd name="connsiteX13" fmla="*/ 13411 w 1196857"/>
                  <a:gd name="connsiteY13" fmla="*/ 1116359 h 1197111"/>
                  <a:gd name="connsiteX14" fmla="*/ 13945 w 1196857"/>
                  <a:gd name="connsiteY14" fmla="*/ 1183167 h 1197111"/>
                  <a:gd name="connsiteX15" fmla="*/ 47625 w 1196857"/>
                  <a:gd name="connsiteY15" fmla="*/ 1197112 h 1197111"/>
                  <a:gd name="connsiteX16" fmla="*/ 81048 w 1196857"/>
                  <a:gd name="connsiteY16" fmla="*/ 1183415 h 1197111"/>
                  <a:gd name="connsiteX17" fmla="*/ 583654 w 1196857"/>
                  <a:gd name="connsiteY17" fmla="*/ 1061561 h 1197111"/>
                  <a:gd name="connsiteX18" fmla="*/ 1039387 w 1196857"/>
                  <a:gd name="connsiteY18" fmla="*/ 919267 h 1197111"/>
                  <a:gd name="connsiteX19" fmla="*/ 1039387 w 1196857"/>
                  <a:gd name="connsiteY19" fmla="*/ 157725 h 1197111"/>
                  <a:gd name="connsiteX20" fmla="*/ 658616 w 1196857"/>
                  <a:gd name="connsiteY20" fmla="*/ 0 h 1197111"/>
                  <a:gd name="connsiteX21" fmla="*/ 277844 w 1196857"/>
                  <a:gd name="connsiteY21" fmla="*/ 157725 h 1197111"/>
                  <a:gd name="connsiteX22" fmla="*/ 135550 w 1196857"/>
                  <a:gd name="connsiteY22" fmla="*/ 613458 h 1197111"/>
                  <a:gd name="connsiteX23" fmla="*/ 13945 w 1196857"/>
                  <a:gd name="connsiteY23" fmla="*/ 1115816 h 1197111"/>
                  <a:gd name="connsiteX24" fmla="*/ 13878 w 1196857"/>
                  <a:gd name="connsiteY24" fmla="*/ 1115883 h 11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96857" h="1197111">
                    <a:moveTo>
                      <a:pt x="13878" y="1115883"/>
                    </a:moveTo>
                    <a:cubicBezTo>
                      <a:pt x="13850" y="1115901"/>
                      <a:pt x="13821" y="1115930"/>
                      <a:pt x="13802" y="1115959"/>
                    </a:cubicBezTo>
                    <a:cubicBezTo>
                      <a:pt x="13783" y="1115968"/>
                      <a:pt x="13773" y="1115978"/>
                      <a:pt x="13764" y="1115997"/>
                    </a:cubicBezTo>
                    <a:lnTo>
                      <a:pt x="13726" y="1116035"/>
                    </a:lnTo>
                    <a:cubicBezTo>
                      <a:pt x="13707" y="1116044"/>
                      <a:pt x="13697" y="1116063"/>
                      <a:pt x="13678" y="1116083"/>
                    </a:cubicBezTo>
                    <a:cubicBezTo>
                      <a:pt x="13669" y="1116111"/>
                      <a:pt x="13659" y="1116111"/>
                      <a:pt x="13630" y="1116130"/>
                    </a:cubicBezTo>
                    <a:lnTo>
                      <a:pt x="13621" y="1116139"/>
                    </a:lnTo>
                    <a:cubicBezTo>
                      <a:pt x="13611" y="1116159"/>
                      <a:pt x="13592" y="1116168"/>
                      <a:pt x="13573" y="1116187"/>
                    </a:cubicBezTo>
                    <a:cubicBezTo>
                      <a:pt x="13573" y="1116187"/>
                      <a:pt x="13573" y="1116187"/>
                      <a:pt x="13564" y="1116197"/>
                    </a:cubicBezTo>
                    <a:cubicBezTo>
                      <a:pt x="13554" y="1116206"/>
                      <a:pt x="13535" y="1116225"/>
                      <a:pt x="13526" y="1116244"/>
                    </a:cubicBezTo>
                    <a:cubicBezTo>
                      <a:pt x="13526" y="1116244"/>
                      <a:pt x="13526" y="1116244"/>
                      <a:pt x="13516" y="1116254"/>
                    </a:cubicBezTo>
                    <a:cubicBezTo>
                      <a:pt x="13497" y="1116263"/>
                      <a:pt x="13488" y="1116283"/>
                      <a:pt x="13469" y="1116301"/>
                    </a:cubicBezTo>
                    <a:cubicBezTo>
                      <a:pt x="13469" y="1116301"/>
                      <a:pt x="13469" y="1116301"/>
                      <a:pt x="13459" y="1116311"/>
                    </a:cubicBezTo>
                    <a:lnTo>
                      <a:pt x="13411" y="1116359"/>
                    </a:lnTo>
                    <a:cubicBezTo>
                      <a:pt x="-4648" y="1134999"/>
                      <a:pt x="-4467" y="1164746"/>
                      <a:pt x="13945" y="1183167"/>
                    </a:cubicBezTo>
                    <a:cubicBezTo>
                      <a:pt x="23251" y="1192463"/>
                      <a:pt x="35433" y="1197112"/>
                      <a:pt x="47625" y="1197112"/>
                    </a:cubicBezTo>
                    <a:cubicBezTo>
                      <a:pt x="59703" y="1197112"/>
                      <a:pt x="71781" y="1192549"/>
                      <a:pt x="81048" y="1183415"/>
                    </a:cubicBezTo>
                    <a:cubicBezTo>
                      <a:pt x="83963" y="1180652"/>
                      <a:pt x="228238" y="1047274"/>
                      <a:pt x="583654" y="1061561"/>
                    </a:cubicBezTo>
                    <a:cubicBezTo>
                      <a:pt x="783612" y="1069619"/>
                      <a:pt x="936927" y="1021718"/>
                      <a:pt x="1039387" y="919267"/>
                    </a:cubicBezTo>
                    <a:cubicBezTo>
                      <a:pt x="1249347" y="709308"/>
                      <a:pt x="1249347" y="367684"/>
                      <a:pt x="1039387" y="157725"/>
                    </a:cubicBezTo>
                    <a:cubicBezTo>
                      <a:pt x="937679" y="56016"/>
                      <a:pt x="802453" y="0"/>
                      <a:pt x="658616" y="0"/>
                    </a:cubicBezTo>
                    <a:cubicBezTo>
                      <a:pt x="514779" y="0"/>
                      <a:pt x="379552" y="56007"/>
                      <a:pt x="277844" y="157725"/>
                    </a:cubicBezTo>
                    <a:cubicBezTo>
                      <a:pt x="175394" y="260175"/>
                      <a:pt x="127511" y="413509"/>
                      <a:pt x="135550" y="613458"/>
                    </a:cubicBezTo>
                    <a:cubicBezTo>
                      <a:pt x="149914" y="970807"/>
                      <a:pt x="15031" y="1114692"/>
                      <a:pt x="13945" y="1115816"/>
                    </a:cubicBezTo>
                    <a:cubicBezTo>
                      <a:pt x="13907" y="1115844"/>
                      <a:pt x="13897" y="1115863"/>
                      <a:pt x="13878" y="1115883"/>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8" name="Freeform: Shape 7">
                <a:extLst>
                  <a:ext uri="{FF2B5EF4-FFF2-40B4-BE49-F238E27FC236}">
                    <a16:creationId xmlns:a16="http://schemas.microsoft.com/office/drawing/2014/main" id="{1E7F4E04-1513-66AE-B5D1-E190DFA5A8CD}"/>
                  </a:ext>
                </a:extLst>
              </p:cNvPr>
              <p:cNvSpPr/>
              <p:nvPr/>
            </p:nvSpPr>
            <p:spPr>
              <a:xfrm>
                <a:off x="-6218951" y="1166748"/>
                <a:ext cx="1033233" cy="1033691"/>
              </a:xfrm>
              <a:custGeom>
                <a:avLst/>
                <a:gdLst>
                  <a:gd name="connsiteX0" fmla="*/ 611029 w 1033233"/>
                  <a:gd name="connsiteY0" fmla="*/ 1033691 h 1033691"/>
                  <a:gd name="connsiteX1" fmla="*/ 850678 w 1033233"/>
                  <a:gd name="connsiteY1" fmla="*/ 874052 h 1033691"/>
                  <a:gd name="connsiteX2" fmla="*/ 1033234 w 1033233"/>
                  <a:gd name="connsiteY2" fmla="*/ 650329 h 1033691"/>
                  <a:gd name="connsiteX3" fmla="*/ 382905 w 1033233"/>
                  <a:gd name="connsiteY3" fmla="*/ 0 h 1033691"/>
                  <a:gd name="connsiteX4" fmla="*/ 160115 w 1033233"/>
                  <a:gd name="connsiteY4" fmla="*/ 181966 h 1033691"/>
                  <a:gd name="connsiteX5" fmla="*/ 0 w 1033233"/>
                  <a:gd name="connsiteY5" fmla="*/ 421424 h 1033691"/>
                  <a:gd name="connsiteX6" fmla="*/ 391954 w 1033233"/>
                  <a:gd name="connsiteY6" fmla="*/ 640594 h 1033691"/>
                  <a:gd name="connsiteX7" fmla="*/ 611029 w 1033233"/>
                  <a:gd name="connsiteY7" fmla="*/ 1033691 h 1033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3233" h="1033691">
                    <a:moveTo>
                      <a:pt x="611029" y="1033691"/>
                    </a:moveTo>
                    <a:cubicBezTo>
                      <a:pt x="704183" y="1005783"/>
                      <a:pt x="788098" y="950538"/>
                      <a:pt x="850678" y="874052"/>
                    </a:cubicBezTo>
                    <a:lnTo>
                      <a:pt x="1033234" y="650329"/>
                    </a:lnTo>
                    <a:lnTo>
                      <a:pt x="382905" y="0"/>
                    </a:lnTo>
                    <a:lnTo>
                      <a:pt x="160115" y="181966"/>
                    </a:lnTo>
                    <a:cubicBezTo>
                      <a:pt x="83439" y="244450"/>
                      <a:pt x="28004" y="328270"/>
                      <a:pt x="0" y="421424"/>
                    </a:cubicBezTo>
                    <a:cubicBezTo>
                      <a:pt x="147256" y="456000"/>
                      <a:pt x="282321" y="530962"/>
                      <a:pt x="391954" y="640594"/>
                    </a:cubicBezTo>
                    <a:cubicBezTo>
                      <a:pt x="504158" y="752799"/>
                      <a:pt x="577215" y="889483"/>
                      <a:pt x="611029" y="1033691"/>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 name="Freeform: Shape 9">
                <a:extLst>
                  <a:ext uri="{FF2B5EF4-FFF2-40B4-BE49-F238E27FC236}">
                    <a16:creationId xmlns:a16="http://schemas.microsoft.com/office/drawing/2014/main" id="{24C807FA-08B7-1007-126A-D393CF923034}"/>
                  </a:ext>
                </a:extLst>
              </p:cNvPr>
              <p:cNvSpPr/>
              <p:nvPr/>
            </p:nvSpPr>
            <p:spPr>
              <a:xfrm>
                <a:off x="-5613618" y="35433"/>
                <a:ext cx="1558640" cy="1559121"/>
              </a:xfrm>
              <a:custGeom>
                <a:avLst/>
                <a:gdLst>
                  <a:gd name="connsiteX0" fmla="*/ 1472832 w 1558640"/>
                  <a:gd name="connsiteY0" fmla="*/ 85794 h 1559121"/>
                  <a:gd name="connsiteX1" fmla="*/ 1081640 w 1558640"/>
                  <a:gd name="connsiteY1" fmla="*/ 66173 h 1559121"/>
                  <a:gd name="connsiteX2" fmla="*/ 0 w 1558640"/>
                  <a:gd name="connsiteY2" fmla="*/ 949645 h 1559121"/>
                  <a:gd name="connsiteX3" fmla="*/ 609476 w 1558640"/>
                  <a:gd name="connsiteY3" fmla="*/ 1559121 h 1559121"/>
                  <a:gd name="connsiteX4" fmla="*/ 1492548 w 1558640"/>
                  <a:gd name="connsiteY4" fmla="*/ 476900 h 1559121"/>
                  <a:gd name="connsiteX5" fmla="*/ 1472832 w 1558640"/>
                  <a:gd name="connsiteY5" fmla="*/ 85794 h 155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640" h="1559121">
                    <a:moveTo>
                      <a:pt x="1472832" y="85794"/>
                    </a:moveTo>
                    <a:cubicBezTo>
                      <a:pt x="1366438" y="-20600"/>
                      <a:pt x="1198226" y="-29077"/>
                      <a:pt x="1081640" y="66173"/>
                    </a:cubicBezTo>
                    <a:lnTo>
                      <a:pt x="0" y="949645"/>
                    </a:lnTo>
                    <a:lnTo>
                      <a:pt x="609476" y="1559121"/>
                    </a:lnTo>
                    <a:lnTo>
                      <a:pt x="1492548" y="476900"/>
                    </a:lnTo>
                    <a:cubicBezTo>
                      <a:pt x="1587703" y="360400"/>
                      <a:pt x="1579226" y="192188"/>
                      <a:pt x="1472832" y="85794"/>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37" name="Group 36">
            <a:extLst>
              <a:ext uri="{FF2B5EF4-FFF2-40B4-BE49-F238E27FC236}">
                <a16:creationId xmlns:a16="http://schemas.microsoft.com/office/drawing/2014/main" id="{E54B06B6-629A-55AF-329F-736227599855}"/>
              </a:ext>
            </a:extLst>
          </p:cNvPr>
          <p:cNvGrpSpPr/>
          <p:nvPr/>
        </p:nvGrpSpPr>
        <p:grpSpPr>
          <a:xfrm>
            <a:off x="3029269" y="4274835"/>
            <a:ext cx="608900" cy="608894"/>
            <a:chOff x="4527538" y="2586038"/>
            <a:chExt cx="370004" cy="370000"/>
          </a:xfrm>
        </p:grpSpPr>
        <p:grpSp>
          <p:nvGrpSpPr>
            <p:cNvPr id="38" name="Group 37">
              <a:extLst>
                <a:ext uri="{FF2B5EF4-FFF2-40B4-BE49-F238E27FC236}">
                  <a16:creationId xmlns:a16="http://schemas.microsoft.com/office/drawing/2014/main" id="{3670D8A8-25D9-A751-9B05-878A05EC658C}"/>
                </a:ext>
              </a:extLst>
            </p:cNvPr>
            <p:cNvGrpSpPr/>
            <p:nvPr/>
          </p:nvGrpSpPr>
          <p:grpSpPr>
            <a:xfrm>
              <a:off x="4527538" y="2586038"/>
              <a:ext cx="370004" cy="370000"/>
              <a:chOff x="4527538" y="2586038"/>
              <a:chExt cx="370004" cy="370000"/>
            </a:xfrm>
          </p:grpSpPr>
          <p:sp>
            <p:nvSpPr>
              <p:cNvPr id="45" name="Oval 34_1">
                <a:extLst>
                  <a:ext uri="{FF2B5EF4-FFF2-40B4-BE49-F238E27FC236}">
                    <a16:creationId xmlns:a16="http://schemas.microsoft.com/office/drawing/2014/main" id="{B0483976-9CBB-503A-5829-222C8CC79402}"/>
                  </a:ext>
                </a:extLst>
              </p:cNvPr>
              <p:cNvSpPr/>
              <p:nvPr/>
            </p:nvSpPr>
            <p:spPr bwMode="auto">
              <a:xfrm>
                <a:off x="4527538" y="2586038"/>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46" name="Oval 45">
                <a:extLst>
                  <a:ext uri="{FF2B5EF4-FFF2-40B4-BE49-F238E27FC236}">
                    <a16:creationId xmlns:a16="http://schemas.microsoft.com/office/drawing/2014/main" id="{D4720F79-0C12-7A67-0620-876C3C6ACBAF}"/>
                  </a:ext>
                </a:extLst>
              </p:cNvPr>
              <p:cNvSpPr/>
              <p:nvPr/>
            </p:nvSpPr>
            <p:spPr bwMode="auto">
              <a:xfrm>
                <a:off x="4557703" y="2616200"/>
                <a:ext cx="309678" cy="309674"/>
              </a:xfrm>
              <a:prstGeom prst="ellipse">
                <a:avLst/>
              </a:prstGeom>
              <a:solidFill>
                <a:schemeClr val="tx1"/>
              </a:solidFill>
              <a:ln w="12700">
                <a:gradFill>
                  <a:gsLst>
                    <a:gs pos="0">
                      <a:srgbClr val="B85CBC">
                        <a:lumMod val="99000"/>
                      </a:srgbClr>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39" name="Group 38">
              <a:extLst>
                <a:ext uri="{FF2B5EF4-FFF2-40B4-BE49-F238E27FC236}">
                  <a16:creationId xmlns:a16="http://schemas.microsoft.com/office/drawing/2014/main" id="{0EEDDB0F-DEB7-4704-CDBC-ACFC313EAA84}"/>
                </a:ext>
              </a:extLst>
            </p:cNvPr>
            <p:cNvGrpSpPr/>
            <p:nvPr/>
          </p:nvGrpSpPr>
          <p:grpSpPr>
            <a:xfrm>
              <a:off x="4628043" y="2681288"/>
              <a:ext cx="168994" cy="179500"/>
              <a:chOff x="-8646311" y="35433"/>
              <a:chExt cx="4591333" cy="4876774"/>
            </a:xfrm>
          </p:grpSpPr>
          <p:sp>
            <p:nvSpPr>
              <p:cNvPr id="40" name="Freeform: Shape 39">
                <a:extLst>
                  <a:ext uri="{FF2B5EF4-FFF2-40B4-BE49-F238E27FC236}">
                    <a16:creationId xmlns:a16="http://schemas.microsoft.com/office/drawing/2014/main" id="{BF5361CA-BE92-64D3-6856-E86843CEE324}"/>
                  </a:ext>
                </a:extLst>
              </p:cNvPr>
              <p:cNvSpPr/>
              <p:nvPr/>
            </p:nvSpPr>
            <p:spPr>
              <a:xfrm>
                <a:off x="-8646302" y="1237462"/>
                <a:ext cx="3979544" cy="2272950"/>
              </a:xfrm>
              <a:custGeom>
                <a:avLst/>
                <a:gdLst>
                  <a:gd name="connsiteX0" fmla="*/ 3050762 w 3979544"/>
                  <a:gd name="connsiteY0" fmla="*/ 1256729 h 2272950"/>
                  <a:gd name="connsiteX1" fmla="*/ 2815781 w 3979544"/>
                  <a:gd name="connsiteY1" fmla="*/ 1738884 h 2272950"/>
                  <a:gd name="connsiteX2" fmla="*/ 2146459 w 3979544"/>
                  <a:gd name="connsiteY2" fmla="*/ 1964627 h 2272950"/>
                  <a:gd name="connsiteX3" fmla="*/ 1841373 w 3979544"/>
                  <a:gd name="connsiteY3" fmla="*/ 2018062 h 2272950"/>
                  <a:gd name="connsiteX4" fmla="*/ 1622012 w 3979544"/>
                  <a:gd name="connsiteY4" fmla="*/ 2100453 h 2272950"/>
                  <a:gd name="connsiteX5" fmla="*/ 1386269 w 3979544"/>
                  <a:gd name="connsiteY5" fmla="*/ 2002822 h 2272950"/>
                  <a:gd name="connsiteX6" fmla="*/ 1334262 w 3979544"/>
                  <a:gd name="connsiteY6" fmla="*/ 1598771 h 2272950"/>
                  <a:gd name="connsiteX7" fmla="*/ 1387507 w 3979544"/>
                  <a:gd name="connsiteY7" fmla="*/ 1514380 h 2272950"/>
                  <a:gd name="connsiteX8" fmla="*/ 1424369 w 3979544"/>
                  <a:gd name="connsiteY8" fmla="*/ 1242536 h 2272950"/>
                  <a:gd name="connsiteX9" fmla="*/ 1650111 w 3979544"/>
                  <a:gd name="connsiteY9" fmla="*/ 573215 h 2272950"/>
                  <a:gd name="connsiteX10" fmla="*/ 2133410 w 3979544"/>
                  <a:gd name="connsiteY10" fmla="*/ 337757 h 2272950"/>
                  <a:gd name="connsiteX11" fmla="*/ 2295811 w 3979544"/>
                  <a:gd name="connsiteY11" fmla="*/ 0 h 2272950"/>
                  <a:gd name="connsiteX12" fmla="*/ 381476 w 3979544"/>
                  <a:gd name="connsiteY12" fmla="*/ 0 h 2272950"/>
                  <a:gd name="connsiteX13" fmla="*/ 0 w 3979544"/>
                  <a:gd name="connsiteY13" fmla="*/ 381381 h 2272950"/>
                  <a:gd name="connsiteX14" fmla="*/ 0 w 3979544"/>
                  <a:gd name="connsiteY14" fmla="*/ 2272951 h 2272950"/>
                  <a:gd name="connsiteX15" fmla="*/ 3979545 w 3979544"/>
                  <a:gd name="connsiteY15" fmla="*/ 2272951 h 2272950"/>
                  <a:gd name="connsiteX16" fmla="*/ 3979545 w 3979544"/>
                  <a:gd name="connsiteY16" fmla="*/ 394716 h 2272950"/>
                  <a:gd name="connsiteX17" fmla="*/ 3495961 w 3979544"/>
                  <a:gd name="connsiteY17" fmla="*/ 987361 h 2272950"/>
                  <a:gd name="connsiteX18" fmla="*/ 3050762 w 3979544"/>
                  <a:gd name="connsiteY18" fmla="*/ 1256729 h 227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79544" h="2272950">
                    <a:moveTo>
                      <a:pt x="3050762" y="1256729"/>
                    </a:moveTo>
                    <a:cubicBezTo>
                      <a:pt x="3028855" y="1435703"/>
                      <a:pt x="2948368" y="1606296"/>
                      <a:pt x="2815781" y="1738884"/>
                    </a:cubicBezTo>
                    <a:cubicBezTo>
                      <a:pt x="2654618" y="1900142"/>
                      <a:pt x="2429351" y="1976057"/>
                      <a:pt x="2146459" y="1964627"/>
                    </a:cubicBezTo>
                    <a:cubicBezTo>
                      <a:pt x="1948053" y="1956721"/>
                      <a:pt x="1856423" y="2008632"/>
                      <a:pt x="1841373" y="2018062"/>
                    </a:cubicBezTo>
                    <a:cubicBezTo>
                      <a:pt x="1780604" y="2071307"/>
                      <a:pt x="1703451" y="2100453"/>
                      <a:pt x="1622012" y="2100453"/>
                    </a:cubicBezTo>
                    <a:cubicBezTo>
                      <a:pt x="1532954" y="2100453"/>
                      <a:pt x="1449229" y="2065782"/>
                      <a:pt x="1386269" y="2002822"/>
                    </a:cubicBezTo>
                    <a:cubicBezTo>
                      <a:pt x="1277588" y="1894142"/>
                      <a:pt x="1260062" y="1726502"/>
                      <a:pt x="1334262" y="1598771"/>
                    </a:cubicBezTo>
                    <a:lnTo>
                      <a:pt x="1387507" y="1514380"/>
                    </a:lnTo>
                    <a:cubicBezTo>
                      <a:pt x="1405604" y="1470279"/>
                      <a:pt x="1430083" y="1383221"/>
                      <a:pt x="1424369" y="1242536"/>
                    </a:cubicBezTo>
                    <a:cubicBezTo>
                      <a:pt x="1413034" y="959549"/>
                      <a:pt x="1488948" y="734378"/>
                      <a:pt x="1650111" y="573215"/>
                    </a:cubicBezTo>
                    <a:cubicBezTo>
                      <a:pt x="1782128" y="441293"/>
                      <a:pt x="1950911" y="359569"/>
                      <a:pt x="2133410" y="337757"/>
                    </a:cubicBezTo>
                    <a:cubicBezTo>
                      <a:pt x="2159222" y="213646"/>
                      <a:pt x="2215134" y="97536"/>
                      <a:pt x="2295811" y="0"/>
                    </a:cubicBezTo>
                    <a:lnTo>
                      <a:pt x="381476" y="0"/>
                    </a:lnTo>
                    <a:cubicBezTo>
                      <a:pt x="171164" y="0"/>
                      <a:pt x="0" y="171069"/>
                      <a:pt x="0" y="381381"/>
                    </a:cubicBezTo>
                    <a:lnTo>
                      <a:pt x="0" y="2272951"/>
                    </a:lnTo>
                    <a:lnTo>
                      <a:pt x="3979545" y="2272951"/>
                    </a:lnTo>
                    <a:lnTo>
                      <a:pt x="3979545" y="394716"/>
                    </a:lnTo>
                    <a:lnTo>
                      <a:pt x="3495961" y="987361"/>
                    </a:lnTo>
                    <a:cubicBezTo>
                      <a:pt x="3382232" y="1126331"/>
                      <a:pt x="3224308" y="1220915"/>
                      <a:pt x="3050762" y="1256729"/>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1" name="Freeform: Shape 40">
                <a:extLst>
                  <a:ext uri="{FF2B5EF4-FFF2-40B4-BE49-F238E27FC236}">
                    <a16:creationId xmlns:a16="http://schemas.microsoft.com/office/drawing/2014/main" id="{E41CFA4D-E908-D0B0-A8C5-FF937478F3E6}"/>
                  </a:ext>
                </a:extLst>
              </p:cNvPr>
              <p:cNvSpPr/>
              <p:nvPr/>
            </p:nvSpPr>
            <p:spPr>
              <a:xfrm>
                <a:off x="-8646311" y="3796163"/>
                <a:ext cx="3979544" cy="1116044"/>
              </a:xfrm>
              <a:custGeom>
                <a:avLst/>
                <a:gdLst>
                  <a:gd name="connsiteX0" fmla="*/ 10 w 3979544"/>
                  <a:gd name="connsiteY0" fmla="*/ 121920 h 1116044"/>
                  <a:gd name="connsiteX1" fmla="*/ 381486 w 3979544"/>
                  <a:gd name="connsiteY1" fmla="*/ 503206 h 1116044"/>
                  <a:gd name="connsiteX2" fmla="*/ 1465612 w 3979544"/>
                  <a:gd name="connsiteY2" fmla="*/ 503206 h 1116044"/>
                  <a:gd name="connsiteX3" fmla="*/ 1465612 w 3979544"/>
                  <a:gd name="connsiteY3" fmla="*/ 830294 h 1116044"/>
                  <a:gd name="connsiteX4" fmla="*/ 1225315 w 3979544"/>
                  <a:gd name="connsiteY4" fmla="*/ 830294 h 1116044"/>
                  <a:gd name="connsiteX5" fmla="*/ 1082440 w 3979544"/>
                  <a:gd name="connsiteY5" fmla="*/ 973169 h 1116044"/>
                  <a:gd name="connsiteX6" fmla="*/ 1225315 w 3979544"/>
                  <a:gd name="connsiteY6" fmla="*/ 1116044 h 1116044"/>
                  <a:gd name="connsiteX7" fmla="*/ 2754202 w 3979544"/>
                  <a:gd name="connsiteY7" fmla="*/ 1116044 h 1116044"/>
                  <a:gd name="connsiteX8" fmla="*/ 2897077 w 3979544"/>
                  <a:gd name="connsiteY8" fmla="*/ 973169 h 1116044"/>
                  <a:gd name="connsiteX9" fmla="*/ 2754202 w 3979544"/>
                  <a:gd name="connsiteY9" fmla="*/ 830294 h 1116044"/>
                  <a:gd name="connsiteX10" fmla="*/ 2513905 w 3979544"/>
                  <a:gd name="connsiteY10" fmla="*/ 830294 h 1116044"/>
                  <a:gd name="connsiteX11" fmla="*/ 2513905 w 3979544"/>
                  <a:gd name="connsiteY11" fmla="*/ 503206 h 1116044"/>
                  <a:gd name="connsiteX12" fmla="*/ 3598069 w 3979544"/>
                  <a:gd name="connsiteY12" fmla="*/ 503206 h 1116044"/>
                  <a:gd name="connsiteX13" fmla="*/ 3979545 w 3979544"/>
                  <a:gd name="connsiteY13" fmla="*/ 121920 h 1116044"/>
                  <a:gd name="connsiteX14" fmla="*/ 3979545 w 3979544"/>
                  <a:gd name="connsiteY14" fmla="*/ 0 h 1116044"/>
                  <a:gd name="connsiteX15" fmla="*/ 0 w 3979544"/>
                  <a:gd name="connsiteY15" fmla="*/ 0 h 1116044"/>
                  <a:gd name="connsiteX16" fmla="*/ 0 w 3979544"/>
                  <a:gd name="connsiteY16" fmla="*/ 121920 h 1116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9544" h="1116044">
                    <a:moveTo>
                      <a:pt x="10" y="121920"/>
                    </a:moveTo>
                    <a:cubicBezTo>
                      <a:pt x="10" y="332137"/>
                      <a:pt x="171174" y="503206"/>
                      <a:pt x="381486" y="503206"/>
                    </a:cubicBezTo>
                    <a:lnTo>
                      <a:pt x="1465612" y="503206"/>
                    </a:lnTo>
                    <a:lnTo>
                      <a:pt x="1465612" y="830294"/>
                    </a:lnTo>
                    <a:lnTo>
                      <a:pt x="1225315" y="830294"/>
                    </a:lnTo>
                    <a:cubicBezTo>
                      <a:pt x="1146410" y="830294"/>
                      <a:pt x="1082440" y="894264"/>
                      <a:pt x="1082440" y="973169"/>
                    </a:cubicBezTo>
                    <a:cubicBezTo>
                      <a:pt x="1082440" y="1052075"/>
                      <a:pt x="1146410" y="1116044"/>
                      <a:pt x="1225315" y="1116044"/>
                    </a:cubicBezTo>
                    <a:lnTo>
                      <a:pt x="2754202" y="1116044"/>
                    </a:lnTo>
                    <a:cubicBezTo>
                      <a:pt x="2833107" y="1116044"/>
                      <a:pt x="2897077" y="1052075"/>
                      <a:pt x="2897077" y="973169"/>
                    </a:cubicBezTo>
                    <a:cubicBezTo>
                      <a:pt x="2897077" y="894264"/>
                      <a:pt x="2833107" y="830294"/>
                      <a:pt x="2754202" y="830294"/>
                    </a:cubicBezTo>
                    <a:lnTo>
                      <a:pt x="2513905" y="830294"/>
                    </a:lnTo>
                    <a:lnTo>
                      <a:pt x="2513905" y="503206"/>
                    </a:lnTo>
                    <a:lnTo>
                      <a:pt x="3598069" y="503206"/>
                    </a:lnTo>
                    <a:cubicBezTo>
                      <a:pt x="3808381" y="503206"/>
                      <a:pt x="3979545" y="332137"/>
                      <a:pt x="3979545" y="121920"/>
                    </a:cubicBezTo>
                    <a:lnTo>
                      <a:pt x="3979545" y="0"/>
                    </a:lnTo>
                    <a:lnTo>
                      <a:pt x="0" y="0"/>
                    </a:lnTo>
                    <a:lnTo>
                      <a:pt x="0" y="121920"/>
                    </a:lnTo>
                    <a:close/>
                  </a:path>
                </a:pathLst>
              </a:custGeom>
              <a:solidFill>
                <a:srgbClr val="B85CBC"/>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2" name="Freeform: Shape 41">
                <a:extLst>
                  <a:ext uri="{FF2B5EF4-FFF2-40B4-BE49-F238E27FC236}">
                    <a16:creationId xmlns:a16="http://schemas.microsoft.com/office/drawing/2014/main" id="{3CE5231F-6DE5-35EF-0A2E-F1EF7B9F773D}"/>
                  </a:ext>
                </a:extLst>
              </p:cNvPr>
              <p:cNvSpPr/>
              <p:nvPr/>
            </p:nvSpPr>
            <p:spPr>
              <a:xfrm>
                <a:off x="-7068400" y="1851672"/>
                <a:ext cx="1196857" cy="1197111"/>
              </a:xfrm>
              <a:custGeom>
                <a:avLst/>
                <a:gdLst>
                  <a:gd name="connsiteX0" fmla="*/ 13878 w 1196857"/>
                  <a:gd name="connsiteY0" fmla="*/ 1115883 h 1197111"/>
                  <a:gd name="connsiteX1" fmla="*/ 13802 w 1196857"/>
                  <a:gd name="connsiteY1" fmla="*/ 1115959 h 1197111"/>
                  <a:gd name="connsiteX2" fmla="*/ 13764 w 1196857"/>
                  <a:gd name="connsiteY2" fmla="*/ 1115997 h 1197111"/>
                  <a:gd name="connsiteX3" fmla="*/ 13726 w 1196857"/>
                  <a:gd name="connsiteY3" fmla="*/ 1116035 h 1197111"/>
                  <a:gd name="connsiteX4" fmla="*/ 13678 w 1196857"/>
                  <a:gd name="connsiteY4" fmla="*/ 1116083 h 1197111"/>
                  <a:gd name="connsiteX5" fmla="*/ 13630 w 1196857"/>
                  <a:gd name="connsiteY5" fmla="*/ 1116130 h 1197111"/>
                  <a:gd name="connsiteX6" fmla="*/ 13621 w 1196857"/>
                  <a:gd name="connsiteY6" fmla="*/ 1116139 h 1197111"/>
                  <a:gd name="connsiteX7" fmla="*/ 13573 w 1196857"/>
                  <a:gd name="connsiteY7" fmla="*/ 1116187 h 1197111"/>
                  <a:gd name="connsiteX8" fmla="*/ 13564 w 1196857"/>
                  <a:gd name="connsiteY8" fmla="*/ 1116197 h 1197111"/>
                  <a:gd name="connsiteX9" fmla="*/ 13526 w 1196857"/>
                  <a:gd name="connsiteY9" fmla="*/ 1116244 h 1197111"/>
                  <a:gd name="connsiteX10" fmla="*/ 13516 w 1196857"/>
                  <a:gd name="connsiteY10" fmla="*/ 1116254 h 1197111"/>
                  <a:gd name="connsiteX11" fmla="*/ 13469 w 1196857"/>
                  <a:gd name="connsiteY11" fmla="*/ 1116301 h 1197111"/>
                  <a:gd name="connsiteX12" fmla="*/ 13459 w 1196857"/>
                  <a:gd name="connsiteY12" fmla="*/ 1116311 h 1197111"/>
                  <a:gd name="connsiteX13" fmla="*/ 13411 w 1196857"/>
                  <a:gd name="connsiteY13" fmla="*/ 1116359 h 1197111"/>
                  <a:gd name="connsiteX14" fmla="*/ 13945 w 1196857"/>
                  <a:gd name="connsiteY14" fmla="*/ 1183167 h 1197111"/>
                  <a:gd name="connsiteX15" fmla="*/ 47625 w 1196857"/>
                  <a:gd name="connsiteY15" fmla="*/ 1197112 h 1197111"/>
                  <a:gd name="connsiteX16" fmla="*/ 81048 w 1196857"/>
                  <a:gd name="connsiteY16" fmla="*/ 1183415 h 1197111"/>
                  <a:gd name="connsiteX17" fmla="*/ 583654 w 1196857"/>
                  <a:gd name="connsiteY17" fmla="*/ 1061561 h 1197111"/>
                  <a:gd name="connsiteX18" fmla="*/ 1039387 w 1196857"/>
                  <a:gd name="connsiteY18" fmla="*/ 919267 h 1197111"/>
                  <a:gd name="connsiteX19" fmla="*/ 1039387 w 1196857"/>
                  <a:gd name="connsiteY19" fmla="*/ 157725 h 1197111"/>
                  <a:gd name="connsiteX20" fmla="*/ 658616 w 1196857"/>
                  <a:gd name="connsiteY20" fmla="*/ 0 h 1197111"/>
                  <a:gd name="connsiteX21" fmla="*/ 277844 w 1196857"/>
                  <a:gd name="connsiteY21" fmla="*/ 157725 h 1197111"/>
                  <a:gd name="connsiteX22" fmla="*/ 135550 w 1196857"/>
                  <a:gd name="connsiteY22" fmla="*/ 613458 h 1197111"/>
                  <a:gd name="connsiteX23" fmla="*/ 13945 w 1196857"/>
                  <a:gd name="connsiteY23" fmla="*/ 1115816 h 1197111"/>
                  <a:gd name="connsiteX24" fmla="*/ 13878 w 1196857"/>
                  <a:gd name="connsiteY24" fmla="*/ 1115883 h 11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96857" h="1197111">
                    <a:moveTo>
                      <a:pt x="13878" y="1115883"/>
                    </a:moveTo>
                    <a:cubicBezTo>
                      <a:pt x="13850" y="1115901"/>
                      <a:pt x="13821" y="1115930"/>
                      <a:pt x="13802" y="1115959"/>
                    </a:cubicBezTo>
                    <a:cubicBezTo>
                      <a:pt x="13783" y="1115968"/>
                      <a:pt x="13773" y="1115978"/>
                      <a:pt x="13764" y="1115997"/>
                    </a:cubicBezTo>
                    <a:lnTo>
                      <a:pt x="13726" y="1116035"/>
                    </a:lnTo>
                    <a:cubicBezTo>
                      <a:pt x="13707" y="1116044"/>
                      <a:pt x="13697" y="1116063"/>
                      <a:pt x="13678" y="1116083"/>
                    </a:cubicBezTo>
                    <a:cubicBezTo>
                      <a:pt x="13669" y="1116111"/>
                      <a:pt x="13659" y="1116111"/>
                      <a:pt x="13630" y="1116130"/>
                    </a:cubicBezTo>
                    <a:lnTo>
                      <a:pt x="13621" y="1116139"/>
                    </a:lnTo>
                    <a:cubicBezTo>
                      <a:pt x="13611" y="1116159"/>
                      <a:pt x="13592" y="1116168"/>
                      <a:pt x="13573" y="1116187"/>
                    </a:cubicBezTo>
                    <a:cubicBezTo>
                      <a:pt x="13573" y="1116187"/>
                      <a:pt x="13573" y="1116187"/>
                      <a:pt x="13564" y="1116197"/>
                    </a:cubicBezTo>
                    <a:cubicBezTo>
                      <a:pt x="13554" y="1116206"/>
                      <a:pt x="13535" y="1116225"/>
                      <a:pt x="13526" y="1116244"/>
                    </a:cubicBezTo>
                    <a:cubicBezTo>
                      <a:pt x="13526" y="1116244"/>
                      <a:pt x="13526" y="1116244"/>
                      <a:pt x="13516" y="1116254"/>
                    </a:cubicBezTo>
                    <a:cubicBezTo>
                      <a:pt x="13497" y="1116263"/>
                      <a:pt x="13488" y="1116283"/>
                      <a:pt x="13469" y="1116301"/>
                    </a:cubicBezTo>
                    <a:cubicBezTo>
                      <a:pt x="13469" y="1116301"/>
                      <a:pt x="13469" y="1116301"/>
                      <a:pt x="13459" y="1116311"/>
                    </a:cubicBezTo>
                    <a:lnTo>
                      <a:pt x="13411" y="1116359"/>
                    </a:lnTo>
                    <a:cubicBezTo>
                      <a:pt x="-4648" y="1134999"/>
                      <a:pt x="-4467" y="1164746"/>
                      <a:pt x="13945" y="1183167"/>
                    </a:cubicBezTo>
                    <a:cubicBezTo>
                      <a:pt x="23251" y="1192463"/>
                      <a:pt x="35433" y="1197112"/>
                      <a:pt x="47625" y="1197112"/>
                    </a:cubicBezTo>
                    <a:cubicBezTo>
                      <a:pt x="59703" y="1197112"/>
                      <a:pt x="71781" y="1192549"/>
                      <a:pt x="81048" y="1183415"/>
                    </a:cubicBezTo>
                    <a:cubicBezTo>
                      <a:pt x="83963" y="1180652"/>
                      <a:pt x="228238" y="1047274"/>
                      <a:pt x="583654" y="1061561"/>
                    </a:cubicBezTo>
                    <a:cubicBezTo>
                      <a:pt x="783612" y="1069619"/>
                      <a:pt x="936927" y="1021718"/>
                      <a:pt x="1039387" y="919267"/>
                    </a:cubicBezTo>
                    <a:cubicBezTo>
                      <a:pt x="1249347" y="709308"/>
                      <a:pt x="1249347" y="367684"/>
                      <a:pt x="1039387" y="157725"/>
                    </a:cubicBezTo>
                    <a:cubicBezTo>
                      <a:pt x="937679" y="56016"/>
                      <a:pt x="802453" y="0"/>
                      <a:pt x="658616" y="0"/>
                    </a:cubicBezTo>
                    <a:cubicBezTo>
                      <a:pt x="514779" y="0"/>
                      <a:pt x="379552" y="56007"/>
                      <a:pt x="277844" y="157725"/>
                    </a:cubicBezTo>
                    <a:cubicBezTo>
                      <a:pt x="175394" y="260175"/>
                      <a:pt x="127511" y="413509"/>
                      <a:pt x="135550" y="613458"/>
                    </a:cubicBezTo>
                    <a:cubicBezTo>
                      <a:pt x="149914" y="970807"/>
                      <a:pt x="15031" y="1114692"/>
                      <a:pt x="13945" y="1115816"/>
                    </a:cubicBezTo>
                    <a:cubicBezTo>
                      <a:pt x="13907" y="1115844"/>
                      <a:pt x="13897" y="1115863"/>
                      <a:pt x="13878" y="1115883"/>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3" name="Freeform: Shape 42">
                <a:extLst>
                  <a:ext uri="{FF2B5EF4-FFF2-40B4-BE49-F238E27FC236}">
                    <a16:creationId xmlns:a16="http://schemas.microsoft.com/office/drawing/2014/main" id="{C66EE41F-4019-A201-FFB3-07CEC70D9BC3}"/>
                  </a:ext>
                </a:extLst>
              </p:cNvPr>
              <p:cNvSpPr/>
              <p:nvPr/>
            </p:nvSpPr>
            <p:spPr>
              <a:xfrm>
                <a:off x="-6218951" y="1166748"/>
                <a:ext cx="1033233" cy="1033691"/>
              </a:xfrm>
              <a:custGeom>
                <a:avLst/>
                <a:gdLst>
                  <a:gd name="connsiteX0" fmla="*/ 611029 w 1033233"/>
                  <a:gd name="connsiteY0" fmla="*/ 1033691 h 1033691"/>
                  <a:gd name="connsiteX1" fmla="*/ 850678 w 1033233"/>
                  <a:gd name="connsiteY1" fmla="*/ 874052 h 1033691"/>
                  <a:gd name="connsiteX2" fmla="*/ 1033234 w 1033233"/>
                  <a:gd name="connsiteY2" fmla="*/ 650329 h 1033691"/>
                  <a:gd name="connsiteX3" fmla="*/ 382905 w 1033233"/>
                  <a:gd name="connsiteY3" fmla="*/ 0 h 1033691"/>
                  <a:gd name="connsiteX4" fmla="*/ 160115 w 1033233"/>
                  <a:gd name="connsiteY4" fmla="*/ 181966 h 1033691"/>
                  <a:gd name="connsiteX5" fmla="*/ 0 w 1033233"/>
                  <a:gd name="connsiteY5" fmla="*/ 421424 h 1033691"/>
                  <a:gd name="connsiteX6" fmla="*/ 391954 w 1033233"/>
                  <a:gd name="connsiteY6" fmla="*/ 640594 h 1033691"/>
                  <a:gd name="connsiteX7" fmla="*/ 611029 w 1033233"/>
                  <a:gd name="connsiteY7" fmla="*/ 1033691 h 1033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3233" h="1033691">
                    <a:moveTo>
                      <a:pt x="611029" y="1033691"/>
                    </a:moveTo>
                    <a:cubicBezTo>
                      <a:pt x="704183" y="1005783"/>
                      <a:pt x="788098" y="950538"/>
                      <a:pt x="850678" y="874052"/>
                    </a:cubicBezTo>
                    <a:lnTo>
                      <a:pt x="1033234" y="650329"/>
                    </a:lnTo>
                    <a:lnTo>
                      <a:pt x="382905" y="0"/>
                    </a:lnTo>
                    <a:lnTo>
                      <a:pt x="160115" y="181966"/>
                    </a:lnTo>
                    <a:cubicBezTo>
                      <a:pt x="83439" y="244450"/>
                      <a:pt x="28004" y="328270"/>
                      <a:pt x="0" y="421424"/>
                    </a:cubicBezTo>
                    <a:cubicBezTo>
                      <a:pt x="147256" y="456000"/>
                      <a:pt x="282321" y="530962"/>
                      <a:pt x="391954" y="640594"/>
                    </a:cubicBezTo>
                    <a:cubicBezTo>
                      <a:pt x="504158" y="752799"/>
                      <a:pt x="577215" y="889483"/>
                      <a:pt x="611029" y="1033691"/>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4" name="Freeform: Shape 43">
                <a:extLst>
                  <a:ext uri="{FF2B5EF4-FFF2-40B4-BE49-F238E27FC236}">
                    <a16:creationId xmlns:a16="http://schemas.microsoft.com/office/drawing/2014/main" id="{7B7BEFD7-3025-8E6F-A6EE-B49955FF05DD}"/>
                  </a:ext>
                </a:extLst>
              </p:cNvPr>
              <p:cNvSpPr/>
              <p:nvPr/>
            </p:nvSpPr>
            <p:spPr>
              <a:xfrm>
                <a:off x="-5613618" y="35433"/>
                <a:ext cx="1558640" cy="1559121"/>
              </a:xfrm>
              <a:custGeom>
                <a:avLst/>
                <a:gdLst>
                  <a:gd name="connsiteX0" fmla="*/ 1472832 w 1558640"/>
                  <a:gd name="connsiteY0" fmla="*/ 85794 h 1559121"/>
                  <a:gd name="connsiteX1" fmla="*/ 1081640 w 1558640"/>
                  <a:gd name="connsiteY1" fmla="*/ 66173 h 1559121"/>
                  <a:gd name="connsiteX2" fmla="*/ 0 w 1558640"/>
                  <a:gd name="connsiteY2" fmla="*/ 949645 h 1559121"/>
                  <a:gd name="connsiteX3" fmla="*/ 609476 w 1558640"/>
                  <a:gd name="connsiteY3" fmla="*/ 1559121 h 1559121"/>
                  <a:gd name="connsiteX4" fmla="*/ 1492548 w 1558640"/>
                  <a:gd name="connsiteY4" fmla="*/ 476900 h 1559121"/>
                  <a:gd name="connsiteX5" fmla="*/ 1472832 w 1558640"/>
                  <a:gd name="connsiteY5" fmla="*/ 85794 h 155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640" h="1559121">
                    <a:moveTo>
                      <a:pt x="1472832" y="85794"/>
                    </a:moveTo>
                    <a:cubicBezTo>
                      <a:pt x="1366438" y="-20600"/>
                      <a:pt x="1198226" y="-29077"/>
                      <a:pt x="1081640" y="66173"/>
                    </a:cubicBezTo>
                    <a:lnTo>
                      <a:pt x="0" y="949645"/>
                    </a:lnTo>
                    <a:lnTo>
                      <a:pt x="609476" y="1559121"/>
                    </a:lnTo>
                    <a:lnTo>
                      <a:pt x="1492548" y="476900"/>
                    </a:lnTo>
                    <a:cubicBezTo>
                      <a:pt x="1587703" y="360400"/>
                      <a:pt x="1579226" y="192188"/>
                      <a:pt x="1472832" y="85794"/>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47" name="Group 46">
            <a:extLst>
              <a:ext uri="{FF2B5EF4-FFF2-40B4-BE49-F238E27FC236}">
                <a16:creationId xmlns:a16="http://schemas.microsoft.com/office/drawing/2014/main" id="{EF4439FA-CACA-E6BA-7F98-291316F73F62}"/>
              </a:ext>
            </a:extLst>
          </p:cNvPr>
          <p:cNvGrpSpPr/>
          <p:nvPr/>
        </p:nvGrpSpPr>
        <p:grpSpPr>
          <a:xfrm>
            <a:off x="3029269" y="4816062"/>
            <a:ext cx="608900" cy="608894"/>
            <a:chOff x="7257245" y="2586038"/>
            <a:chExt cx="370004" cy="370000"/>
          </a:xfrm>
        </p:grpSpPr>
        <p:grpSp>
          <p:nvGrpSpPr>
            <p:cNvPr id="48" name="Group 47">
              <a:extLst>
                <a:ext uri="{FF2B5EF4-FFF2-40B4-BE49-F238E27FC236}">
                  <a16:creationId xmlns:a16="http://schemas.microsoft.com/office/drawing/2014/main" id="{4F70EDE9-A719-2455-4675-A0AEBC48B42E}"/>
                </a:ext>
              </a:extLst>
            </p:cNvPr>
            <p:cNvGrpSpPr/>
            <p:nvPr/>
          </p:nvGrpSpPr>
          <p:grpSpPr>
            <a:xfrm>
              <a:off x="7257245" y="2586038"/>
              <a:ext cx="370004" cy="370000"/>
              <a:chOff x="7257245" y="2586038"/>
              <a:chExt cx="370004" cy="370000"/>
            </a:xfrm>
          </p:grpSpPr>
          <p:sp>
            <p:nvSpPr>
              <p:cNvPr id="55" name="Oval 34_1">
                <a:extLst>
                  <a:ext uri="{FF2B5EF4-FFF2-40B4-BE49-F238E27FC236}">
                    <a16:creationId xmlns:a16="http://schemas.microsoft.com/office/drawing/2014/main" id="{D76EBCBD-92D3-C051-A6A7-EFD3C7A8C87F}"/>
                  </a:ext>
                </a:extLst>
              </p:cNvPr>
              <p:cNvSpPr/>
              <p:nvPr/>
            </p:nvSpPr>
            <p:spPr bwMode="auto">
              <a:xfrm>
                <a:off x="7257245" y="2586038"/>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56" name="Oval 55">
                <a:extLst>
                  <a:ext uri="{FF2B5EF4-FFF2-40B4-BE49-F238E27FC236}">
                    <a16:creationId xmlns:a16="http://schemas.microsoft.com/office/drawing/2014/main" id="{BAEA41A6-23C2-A9C9-EA46-A70645BF9D62}"/>
                  </a:ext>
                </a:extLst>
              </p:cNvPr>
              <p:cNvSpPr/>
              <p:nvPr/>
            </p:nvSpPr>
            <p:spPr bwMode="auto">
              <a:xfrm>
                <a:off x="7287408" y="2616201"/>
                <a:ext cx="309678" cy="309674"/>
              </a:xfrm>
              <a:prstGeom prst="ellipse">
                <a:avLst/>
              </a:prstGeom>
              <a:solidFill>
                <a:schemeClr val="tx1"/>
              </a:solidFill>
              <a:ln w="12700">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49" name="Group 48">
              <a:extLst>
                <a:ext uri="{FF2B5EF4-FFF2-40B4-BE49-F238E27FC236}">
                  <a16:creationId xmlns:a16="http://schemas.microsoft.com/office/drawing/2014/main" id="{1503526E-D345-037A-FEA8-C076950543B3}"/>
                </a:ext>
              </a:extLst>
            </p:cNvPr>
            <p:cNvGrpSpPr/>
            <p:nvPr/>
          </p:nvGrpSpPr>
          <p:grpSpPr>
            <a:xfrm>
              <a:off x="7342712" y="2700338"/>
              <a:ext cx="199068" cy="141400"/>
              <a:chOff x="-11422111" y="1290789"/>
              <a:chExt cx="4876992" cy="3464147"/>
            </a:xfrm>
          </p:grpSpPr>
          <p:sp>
            <p:nvSpPr>
              <p:cNvPr id="50" name="Freeform: Shape 49">
                <a:extLst>
                  <a:ext uri="{FF2B5EF4-FFF2-40B4-BE49-F238E27FC236}">
                    <a16:creationId xmlns:a16="http://schemas.microsoft.com/office/drawing/2014/main" id="{4D63774F-8CAB-28F8-C744-0087A2FAE525}"/>
                  </a:ext>
                </a:extLst>
              </p:cNvPr>
              <p:cNvSpPr/>
              <p:nvPr/>
            </p:nvSpPr>
            <p:spPr>
              <a:xfrm>
                <a:off x="-11422110" y="1290789"/>
                <a:ext cx="3760565" cy="2154269"/>
              </a:xfrm>
              <a:custGeom>
                <a:avLst/>
                <a:gdLst>
                  <a:gd name="connsiteX0" fmla="*/ 246507 w 3760565"/>
                  <a:gd name="connsiteY0" fmla="*/ 0 h 2154269"/>
                  <a:gd name="connsiteX1" fmla="*/ 3514059 w 3760565"/>
                  <a:gd name="connsiteY1" fmla="*/ 0 h 2154269"/>
                  <a:gd name="connsiteX2" fmla="*/ 3760565 w 3760565"/>
                  <a:gd name="connsiteY2" fmla="*/ 246221 h 2154269"/>
                  <a:gd name="connsiteX3" fmla="*/ 3760565 w 3760565"/>
                  <a:gd name="connsiteY3" fmla="*/ 992791 h 2154269"/>
                  <a:gd name="connsiteX4" fmla="*/ 3691223 w 3760565"/>
                  <a:gd name="connsiteY4" fmla="*/ 992791 h 2154269"/>
                  <a:gd name="connsiteX5" fmla="*/ 3452241 w 3760565"/>
                  <a:gd name="connsiteY5" fmla="*/ 1166717 h 2154269"/>
                  <a:gd name="connsiteX6" fmla="*/ 3430334 w 3760565"/>
                  <a:gd name="connsiteY6" fmla="*/ 1233392 h 2154269"/>
                  <a:gd name="connsiteX7" fmla="*/ 3263170 w 3760565"/>
                  <a:gd name="connsiteY7" fmla="*/ 1302830 h 2154269"/>
                  <a:gd name="connsiteX8" fmla="*/ 3200495 w 3760565"/>
                  <a:gd name="connsiteY8" fmla="*/ 1270921 h 2154269"/>
                  <a:gd name="connsiteX9" fmla="*/ 2908649 w 3760565"/>
                  <a:gd name="connsiteY9" fmla="*/ 1317117 h 2154269"/>
                  <a:gd name="connsiteX10" fmla="*/ 2810637 w 3760565"/>
                  <a:gd name="connsiteY10" fmla="*/ 1415129 h 2154269"/>
                  <a:gd name="connsiteX11" fmla="*/ 2764441 w 3760565"/>
                  <a:gd name="connsiteY11" fmla="*/ 1706975 h 2154269"/>
                  <a:gd name="connsiteX12" fmla="*/ 2796254 w 3760565"/>
                  <a:gd name="connsiteY12" fmla="*/ 1769650 h 2154269"/>
                  <a:gd name="connsiteX13" fmla="*/ 2727103 w 3760565"/>
                  <a:gd name="connsiteY13" fmla="*/ 1936814 h 2154269"/>
                  <a:gd name="connsiteX14" fmla="*/ 2660142 w 3760565"/>
                  <a:gd name="connsiteY14" fmla="*/ 1958435 h 2154269"/>
                  <a:gd name="connsiteX15" fmla="*/ 2490216 w 3760565"/>
                  <a:gd name="connsiteY15" fmla="*/ 2154269 h 2154269"/>
                  <a:gd name="connsiteX16" fmla="*/ 0 w 3760565"/>
                  <a:gd name="connsiteY16" fmla="*/ 2154269 h 2154269"/>
                  <a:gd name="connsiteX17" fmla="*/ 0 w 3760565"/>
                  <a:gd name="connsiteY17" fmla="*/ 246221 h 2154269"/>
                  <a:gd name="connsiteX18" fmla="*/ 246507 w 3760565"/>
                  <a:gd name="connsiteY18" fmla="*/ 0 h 2154269"/>
                  <a:gd name="connsiteX19" fmla="*/ 2001020 w 3760565"/>
                  <a:gd name="connsiteY19" fmla="*/ 452763 h 2154269"/>
                  <a:gd name="connsiteX20" fmla="*/ 1938052 w 3760565"/>
                  <a:gd name="connsiteY20" fmla="*/ 512731 h 2154269"/>
                  <a:gd name="connsiteX21" fmla="*/ 1669447 w 3760565"/>
                  <a:gd name="connsiteY21" fmla="*/ 1685354 h 2154269"/>
                  <a:gd name="connsiteX22" fmla="*/ 1728311 w 3760565"/>
                  <a:gd name="connsiteY22" fmla="*/ 1779270 h 2154269"/>
                  <a:gd name="connsiteX23" fmla="*/ 1822514 w 3760565"/>
                  <a:gd name="connsiteY23" fmla="*/ 1720120 h 2154269"/>
                  <a:gd name="connsiteX24" fmla="*/ 2091119 w 3760565"/>
                  <a:gd name="connsiteY24" fmla="*/ 547783 h 2154269"/>
                  <a:gd name="connsiteX25" fmla="*/ 2032254 w 3760565"/>
                  <a:gd name="connsiteY25" fmla="*/ 453580 h 2154269"/>
                  <a:gd name="connsiteX26" fmla="*/ 2001020 w 3760565"/>
                  <a:gd name="connsiteY26" fmla="*/ 452763 h 2154269"/>
                  <a:gd name="connsiteX27" fmla="*/ 2295582 w 3760565"/>
                  <a:gd name="connsiteY27" fmla="*/ 678745 h 2154269"/>
                  <a:gd name="connsiteX28" fmla="*/ 2218563 w 3760565"/>
                  <a:gd name="connsiteY28" fmla="*/ 718661 h 2154269"/>
                  <a:gd name="connsiteX29" fmla="*/ 2249043 w 3760565"/>
                  <a:gd name="connsiteY29" fmla="*/ 825341 h 2154269"/>
                  <a:gd name="connsiteX30" fmla="*/ 2770156 w 3760565"/>
                  <a:gd name="connsiteY30" fmla="*/ 1116425 h 2154269"/>
                  <a:gd name="connsiteX31" fmla="*/ 2249043 w 3760565"/>
                  <a:gd name="connsiteY31" fmla="*/ 1407509 h 2154269"/>
                  <a:gd name="connsiteX32" fmla="*/ 2218563 w 3760565"/>
                  <a:gd name="connsiteY32" fmla="*/ 1514189 h 2154269"/>
                  <a:gd name="connsiteX33" fmla="*/ 2325243 w 3760565"/>
                  <a:gd name="connsiteY33" fmla="*/ 1544669 h 2154269"/>
                  <a:gd name="connsiteX34" fmla="*/ 2969228 w 3760565"/>
                  <a:gd name="connsiteY34" fmla="*/ 1185005 h 2154269"/>
                  <a:gd name="connsiteX35" fmla="*/ 2999709 w 3760565"/>
                  <a:gd name="connsiteY35" fmla="*/ 1078325 h 2154269"/>
                  <a:gd name="connsiteX36" fmla="*/ 2968371 w 3760565"/>
                  <a:gd name="connsiteY36" fmla="*/ 1047274 h 2154269"/>
                  <a:gd name="connsiteX37" fmla="*/ 2325243 w 3760565"/>
                  <a:gd name="connsiteY37" fmla="*/ 688181 h 2154269"/>
                  <a:gd name="connsiteX38" fmla="*/ 2295582 w 3760565"/>
                  <a:gd name="connsiteY38" fmla="*/ 678745 h 2154269"/>
                  <a:gd name="connsiteX39" fmla="*/ 1464888 w 3760565"/>
                  <a:gd name="connsiteY39" fmla="*/ 678745 h 2154269"/>
                  <a:gd name="connsiteX40" fmla="*/ 1435227 w 3760565"/>
                  <a:gd name="connsiteY40" fmla="*/ 688181 h 2154269"/>
                  <a:gd name="connsiteX41" fmla="*/ 792099 w 3760565"/>
                  <a:gd name="connsiteY41" fmla="*/ 1047274 h 2154269"/>
                  <a:gd name="connsiteX42" fmla="*/ 760762 w 3760565"/>
                  <a:gd name="connsiteY42" fmla="*/ 1078325 h 2154269"/>
                  <a:gd name="connsiteX43" fmla="*/ 791242 w 3760565"/>
                  <a:gd name="connsiteY43" fmla="*/ 1185005 h 2154269"/>
                  <a:gd name="connsiteX44" fmla="*/ 1435227 w 3760565"/>
                  <a:gd name="connsiteY44" fmla="*/ 1544669 h 2154269"/>
                  <a:gd name="connsiteX45" fmla="*/ 1541907 w 3760565"/>
                  <a:gd name="connsiteY45" fmla="*/ 1514189 h 2154269"/>
                  <a:gd name="connsiteX46" fmla="*/ 1511427 w 3760565"/>
                  <a:gd name="connsiteY46" fmla="*/ 1407509 h 2154269"/>
                  <a:gd name="connsiteX47" fmla="*/ 990314 w 3760565"/>
                  <a:gd name="connsiteY47" fmla="*/ 1116425 h 2154269"/>
                  <a:gd name="connsiteX48" fmla="*/ 1511427 w 3760565"/>
                  <a:gd name="connsiteY48" fmla="*/ 825341 h 2154269"/>
                  <a:gd name="connsiteX49" fmla="*/ 1541907 w 3760565"/>
                  <a:gd name="connsiteY49" fmla="*/ 718661 h 2154269"/>
                  <a:gd name="connsiteX50" fmla="*/ 1464888 w 3760565"/>
                  <a:gd name="connsiteY50" fmla="*/ 678745 h 2154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760565" h="2154269">
                    <a:moveTo>
                      <a:pt x="246507" y="0"/>
                    </a:moveTo>
                    <a:lnTo>
                      <a:pt x="3514059" y="0"/>
                    </a:lnTo>
                    <a:cubicBezTo>
                      <a:pt x="3649599" y="0"/>
                      <a:pt x="3760565" y="110680"/>
                      <a:pt x="3760565" y="246221"/>
                    </a:cubicBezTo>
                    <a:lnTo>
                      <a:pt x="3760565" y="992791"/>
                    </a:lnTo>
                    <a:lnTo>
                      <a:pt x="3691223" y="992791"/>
                    </a:lnTo>
                    <a:cubicBezTo>
                      <a:pt x="3581591" y="992791"/>
                      <a:pt x="3486055" y="1062418"/>
                      <a:pt x="3452241" y="1166717"/>
                    </a:cubicBezTo>
                    <a:lnTo>
                      <a:pt x="3430334" y="1233392"/>
                    </a:lnTo>
                    <a:cubicBezTo>
                      <a:pt x="3372803" y="1251776"/>
                      <a:pt x="3316891" y="1275017"/>
                      <a:pt x="3263170" y="1302830"/>
                    </a:cubicBezTo>
                    <a:lnTo>
                      <a:pt x="3200495" y="1270921"/>
                    </a:lnTo>
                    <a:cubicBezTo>
                      <a:pt x="3103055" y="1221200"/>
                      <a:pt x="2986088" y="1239584"/>
                      <a:pt x="2908649" y="1317117"/>
                    </a:cubicBezTo>
                    <a:lnTo>
                      <a:pt x="2810637" y="1415129"/>
                    </a:lnTo>
                    <a:cubicBezTo>
                      <a:pt x="2733104" y="1492377"/>
                      <a:pt x="2714816" y="1609249"/>
                      <a:pt x="2764441" y="1706975"/>
                    </a:cubicBezTo>
                    <a:lnTo>
                      <a:pt x="2796254" y="1769650"/>
                    </a:lnTo>
                    <a:cubicBezTo>
                      <a:pt x="2768727" y="1823371"/>
                      <a:pt x="2745486" y="1879282"/>
                      <a:pt x="2727103" y="1936814"/>
                    </a:cubicBezTo>
                    <a:lnTo>
                      <a:pt x="2660142" y="1958435"/>
                    </a:lnTo>
                    <a:cubicBezTo>
                      <a:pt x="2570131" y="1987677"/>
                      <a:pt x="2505837" y="2063306"/>
                      <a:pt x="2490216" y="2154269"/>
                    </a:cubicBezTo>
                    <a:lnTo>
                      <a:pt x="0" y="2154269"/>
                    </a:lnTo>
                    <a:lnTo>
                      <a:pt x="0" y="246221"/>
                    </a:lnTo>
                    <a:cubicBezTo>
                      <a:pt x="0" y="110680"/>
                      <a:pt x="110966" y="0"/>
                      <a:pt x="246507" y="0"/>
                    </a:cubicBezTo>
                    <a:close/>
                    <a:moveTo>
                      <a:pt x="2001020" y="452763"/>
                    </a:moveTo>
                    <a:cubicBezTo>
                      <a:pt x="1970842" y="458099"/>
                      <a:pt x="1945338" y="480941"/>
                      <a:pt x="1938052" y="512731"/>
                    </a:cubicBezTo>
                    <a:lnTo>
                      <a:pt x="1669447" y="1685354"/>
                    </a:lnTo>
                    <a:cubicBezTo>
                      <a:pt x="1659731" y="1727454"/>
                      <a:pt x="1686211" y="1769555"/>
                      <a:pt x="1728311" y="1779270"/>
                    </a:cubicBezTo>
                    <a:cubicBezTo>
                      <a:pt x="1770698" y="1788986"/>
                      <a:pt x="1812798" y="1762506"/>
                      <a:pt x="1822514" y="1720120"/>
                    </a:cubicBezTo>
                    <a:lnTo>
                      <a:pt x="2091119" y="547783"/>
                    </a:lnTo>
                    <a:cubicBezTo>
                      <a:pt x="2100834" y="505396"/>
                      <a:pt x="2074355" y="463296"/>
                      <a:pt x="2032254" y="453580"/>
                    </a:cubicBezTo>
                    <a:cubicBezTo>
                      <a:pt x="2021657" y="451151"/>
                      <a:pt x="2011079" y="450985"/>
                      <a:pt x="2001020" y="452763"/>
                    </a:cubicBezTo>
                    <a:close/>
                    <a:moveTo>
                      <a:pt x="2295582" y="678745"/>
                    </a:moveTo>
                    <a:cubicBezTo>
                      <a:pt x="2265194" y="675495"/>
                      <a:pt x="2234351" y="690300"/>
                      <a:pt x="2218563" y="718661"/>
                    </a:cubicBezTo>
                    <a:cubicBezTo>
                      <a:pt x="2197513" y="756476"/>
                      <a:pt x="2211229" y="804291"/>
                      <a:pt x="2249043" y="825341"/>
                    </a:cubicBezTo>
                    <a:lnTo>
                      <a:pt x="2770156" y="1116425"/>
                    </a:lnTo>
                    <a:lnTo>
                      <a:pt x="2249043" y="1407509"/>
                    </a:lnTo>
                    <a:cubicBezTo>
                      <a:pt x="2211229" y="1428560"/>
                      <a:pt x="2197513" y="1476375"/>
                      <a:pt x="2218563" y="1514189"/>
                    </a:cubicBezTo>
                    <a:cubicBezTo>
                      <a:pt x="2239613" y="1552194"/>
                      <a:pt x="2287429" y="1565719"/>
                      <a:pt x="2325243" y="1544669"/>
                    </a:cubicBezTo>
                    <a:lnTo>
                      <a:pt x="2969228" y="1185005"/>
                    </a:lnTo>
                    <a:cubicBezTo>
                      <a:pt x="3007043" y="1163955"/>
                      <a:pt x="3020759" y="1116139"/>
                      <a:pt x="2999709" y="1078325"/>
                    </a:cubicBezTo>
                    <a:cubicBezTo>
                      <a:pt x="2992184" y="1064800"/>
                      <a:pt x="2981039" y="1054322"/>
                      <a:pt x="2968371" y="1047274"/>
                    </a:cubicBezTo>
                    <a:lnTo>
                      <a:pt x="2325243" y="688181"/>
                    </a:lnTo>
                    <a:cubicBezTo>
                      <a:pt x="2315789" y="682918"/>
                      <a:pt x="2305711" y="679829"/>
                      <a:pt x="2295582" y="678745"/>
                    </a:cubicBezTo>
                    <a:close/>
                    <a:moveTo>
                      <a:pt x="1464888" y="678745"/>
                    </a:moveTo>
                    <a:cubicBezTo>
                      <a:pt x="1454759" y="679829"/>
                      <a:pt x="1444681" y="682918"/>
                      <a:pt x="1435227" y="688181"/>
                    </a:cubicBezTo>
                    <a:lnTo>
                      <a:pt x="792099" y="1047274"/>
                    </a:lnTo>
                    <a:cubicBezTo>
                      <a:pt x="779431" y="1054322"/>
                      <a:pt x="768382" y="1064800"/>
                      <a:pt x="760762" y="1078325"/>
                    </a:cubicBezTo>
                    <a:cubicBezTo>
                      <a:pt x="739712" y="1116139"/>
                      <a:pt x="753427" y="1163955"/>
                      <a:pt x="791242" y="1185005"/>
                    </a:cubicBezTo>
                    <a:lnTo>
                      <a:pt x="1435227" y="1544669"/>
                    </a:lnTo>
                    <a:cubicBezTo>
                      <a:pt x="1473041" y="1565719"/>
                      <a:pt x="1520857" y="1552194"/>
                      <a:pt x="1541907" y="1514189"/>
                    </a:cubicBezTo>
                    <a:cubicBezTo>
                      <a:pt x="1562957" y="1476375"/>
                      <a:pt x="1549241" y="1428560"/>
                      <a:pt x="1511427" y="1407509"/>
                    </a:cubicBezTo>
                    <a:lnTo>
                      <a:pt x="990314" y="1116425"/>
                    </a:lnTo>
                    <a:lnTo>
                      <a:pt x="1511427" y="825341"/>
                    </a:lnTo>
                    <a:cubicBezTo>
                      <a:pt x="1549241" y="804291"/>
                      <a:pt x="1562957" y="756476"/>
                      <a:pt x="1541907" y="718661"/>
                    </a:cubicBezTo>
                    <a:cubicBezTo>
                      <a:pt x="1526119" y="690300"/>
                      <a:pt x="1495276" y="675495"/>
                      <a:pt x="1464888" y="678745"/>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1" name="Freeform: Shape 50">
                <a:extLst>
                  <a:ext uri="{FF2B5EF4-FFF2-40B4-BE49-F238E27FC236}">
                    <a16:creationId xmlns:a16="http://schemas.microsoft.com/office/drawing/2014/main" id="{D26AF7D1-E14C-E3DC-EEAD-A32A2C9712CA}"/>
                  </a:ext>
                </a:extLst>
              </p:cNvPr>
              <p:cNvSpPr/>
              <p:nvPr/>
            </p:nvSpPr>
            <p:spPr>
              <a:xfrm>
                <a:off x="-8777684" y="2441123"/>
                <a:ext cx="2232565" cy="2232565"/>
              </a:xfrm>
              <a:custGeom>
                <a:avLst/>
                <a:gdLst>
                  <a:gd name="connsiteX0" fmla="*/ 1046893 w 2232565"/>
                  <a:gd name="connsiteY0" fmla="*/ 0 h 2232565"/>
                  <a:gd name="connsiteX1" fmla="*/ 1185386 w 2232565"/>
                  <a:gd name="connsiteY1" fmla="*/ 0 h 2232565"/>
                  <a:gd name="connsiteX2" fmla="*/ 1274731 w 2232565"/>
                  <a:gd name="connsiteY2" fmla="*/ 65056 h 2232565"/>
                  <a:gd name="connsiteX3" fmla="*/ 1306830 w 2232565"/>
                  <a:gd name="connsiteY3" fmla="*/ 163354 h 2232565"/>
                  <a:gd name="connsiteX4" fmla="*/ 1370266 w 2232565"/>
                  <a:gd name="connsiteY4" fmla="*/ 224600 h 2232565"/>
                  <a:gd name="connsiteX5" fmla="*/ 1566862 w 2232565"/>
                  <a:gd name="connsiteY5" fmla="*/ 306134 h 2232565"/>
                  <a:gd name="connsiteX6" fmla="*/ 1655159 w 2232565"/>
                  <a:gd name="connsiteY6" fmla="*/ 307753 h 2232565"/>
                  <a:gd name="connsiteX7" fmla="*/ 1747456 w 2232565"/>
                  <a:gd name="connsiteY7" fmla="*/ 260795 h 2232565"/>
                  <a:gd name="connsiteX8" fmla="*/ 1856518 w 2232565"/>
                  <a:gd name="connsiteY8" fmla="*/ 278035 h 2232565"/>
                  <a:gd name="connsiteX9" fmla="*/ 1954530 w 2232565"/>
                  <a:gd name="connsiteY9" fmla="*/ 376047 h 2232565"/>
                  <a:gd name="connsiteX10" fmla="*/ 1971770 w 2232565"/>
                  <a:gd name="connsiteY10" fmla="*/ 485109 h 2232565"/>
                  <a:gd name="connsiteX11" fmla="*/ 1924812 w 2232565"/>
                  <a:gd name="connsiteY11" fmla="*/ 577406 h 2232565"/>
                  <a:gd name="connsiteX12" fmla="*/ 1926431 w 2232565"/>
                  <a:gd name="connsiteY12" fmla="*/ 665703 h 2232565"/>
                  <a:gd name="connsiteX13" fmla="*/ 2007965 w 2232565"/>
                  <a:gd name="connsiteY13" fmla="*/ 862298 h 2232565"/>
                  <a:gd name="connsiteX14" fmla="*/ 2069211 w 2232565"/>
                  <a:gd name="connsiteY14" fmla="*/ 925735 h 2232565"/>
                  <a:gd name="connsiteX15" fmla="*/ 2167509 w 2232565"/>
                  <a:gd name="connsiteY15" fmla="*/ 957834 h 2232565"/>
                  <a:gd name="connsiteX16" fmla="*/ 2232565 w 2232565"/>
                  <a:gd name="connsiteY16" fmla="*/ 1047179 h 2232565"/>
                  <a:gd name="connsiteX17" fmla="*/ 2232565 w 2232565"/>
                  <a:gd name="connsiteY17" fmla="*/ 1185672 h 2232565"/>
                  <a:gd name="connsiteX18" fmla="*/ 2167509 w 2232565"/>
                  <a:gd name="connsiteY18" fmla="*/ 1275017 h 2232565"/>
                  <a:gd name="connsiteX19" fmla="*/ 2069211 w 2232565"/>
                  <a:gd name="connsiteY19" fmla="*/ 1306830 h 2232565"/>
                  <a:gd name="connsiteX20" fmla="*/ 2007965 w 2232565"/>
                  <a:gd name="connsiteY20" fmla="*/ 1370553 h 2232565"/>
                  <a:gd name="connsiteX21" fmla="*/ 1926431 w 2232565"/>
                  <a:gd name="connsiteY21" fmla="*/ 1567149 h 2232565"/>
                  <a:gd name="connsiteX22" fmla="*/ 1924812 w 2232565"/>
                  <a:gd name="connsiteY22" fmla="*/ 1655445 h 2232565"/>
                  <a:gd name="connsiteX23" fmla="*/ 1971770 w 2232565"/>
                  <a:gd name="connsiteY23" fmla="*/ 1747743 h 2232565"/>
                  <a:gd name="connsiteX24" fmla="*/ 1954530 w 2232565"/>
                  <a:gd name="connsiteY24" fmla="*/ 1856804 h 2232565"/>
                  <a:gd name="connsiteX25" fmla="*/ 1856518 w 2232565"/>
                  <a:gd name="connsiteY25" fmla="*/ 1954816 h 2232565"/>
                  <a:gd name="connsiteX26" fmla="*/ 1747456 w 2232565"/>
                  <a:gd name="connsiteY26" fmla="*/ 1972056 h 2232565"/>
                  <a:gd name="connsiteX27" fmla="*/ 1655159 w 2232565"/>
                  <a:gd name="connsiteY27" fmla="*/ 1925098 h 2232565"/>
                  <a:gd name="connsiteX28" fmla="*/ 1566862 w 2232565"/>
                  <a:gd name="connsiteY28" fmla="*/ 1926717 h 2232565"/>
                  <a:gd name="connsiteX29" fmla="*/ 1370266 w 2232565"/>
                  <a:gd name="connsiteY29" fmla="*/ 2007965 h 2232565"/>
                  <a:gd name="connsiteX30" fmla="*/ 1306830 w 2232565"/>
                  <a:gd name="connsiteY30" fmla="*/ 2069497 h 2232565"/>
                  <a:gd name="connsiteX31" fmla="*/ 1274731 w 2232565"/>
                  <a:gd name="connsiteY31" fmla="*/ 2167795 h 2232565"/>
                  <a:gd name="connsiteX32" fmla="*/ 1185386 w 2232565"/>
                  <a:gd name="connsiteY32" fmla="*/ 2232565 h 2232565"/>
                  <a:gd name="connsiteX33" fmla="*/ 1046893 w 2232565"/>
                  <a:gd name="connsiteY33" fmla="*/ 2232565 h 2232565"/>
                  <a:gd name="connsiteX34" fmla="*/ 957548 w 2232565"/>
                  <a:gd name="connsiteY34" fmla="*/ 2167795 h 2232565"/>
                  <a:gd name="connsiteX35" fmla="*/ 925735 w 2232565"/>
                  <a:gd name="connsiteY35" fmla="*/ 2069497 h 2232565"/>
                  <a:gd name="connsiteX36" fmla="*/ 862012 w 2232565"/>
                  <a:gd name="connsiteY36" fmla="*/ 2007965 h 2232565"/>
                  <a:gd name="connsiteX37" fmla="*/ 665416 w 2232565"/>
                  <a:gd name="connsiteY37" fmla="*/ 1926717 h 2232565"/>
                  <a:gd name="connsiteX38" fmla="*/ 577120 w 2232565"/>
                  <a:gd name="connsiteY38" fmla="*/ 1925098 h 2232565"/>
                  <a:gd name="connsiteX39" fmla="*/ 484822 w 2232565"/>
                  <a:gd name="connsiteY39" fmla="*/ 1972056 h 2232565"/>
                  <a:gd name="connsiteX40" fmla="*/ 375761 w 2232565"/>
                  <a:gd name="connsiteY40" fmla="*/ 1954816 h 2232565"/>
                  <a:gd name="connsiteX41" fmla="*/ 277749 w 2232565"/>
                  <a:gd name="connsiteY41" fmla="*/ 1856804 h 2232565"/>
                  <a:gd name="connsiteX42" fmla="*/ 260509 w 2232565"/>
                  <a:gd name="connsiteY42" fmla="*/ 1747743 h 2232565"/>
                  <a:gd name="connsiteX43" fmla="*/ 307467 w 2232565"/>
                  <a:gd name="connsiteY43" fmla="*/ 1655445 h 2232565"/>
                  <a:gd name="connsiteX44" fmla="*/ 305848 w 2232565"/>
                  <a:gd name="connsiteY44" fmla="*/ 1567149 h 2232565"/>
                  <a:gd name="connsiteX45" fmla="*/ 224599 w 2232565"/>
                  <a:gd name="connsiteY45" fmla="*/ 1370553 h 2232565"/>
                  <a:gd name="connsiteX46" fmla="*/ 163068 w 2232565"/>
                  <a:gd name="connsiteY46" fmla="*/ 1306830 h 2232565"/>
                  <a:gd name="connsiteX47" fmla="*/ 64770 w 2232565"/>
                  <a:gd name="connsiteY47" fmla="*/ 1275017 h 2232565"/>
                  <a:gd name="connsiteX48" fmla="*/ 0 w 2232565"/>
                  <a:gd name="connsiteY48" fmla="*/ 1185672 h 2232565"/>
                  <a:gd name="connsiteX49" fmla="*/ 0 w 2232565"/>
                  <a:gd name="connsiteY49" fmla="*/ 1047179 h 2232565"/>
                  <a:gd name="connsiteX50" fmla="*/ 64770 w 2232565"/>
                  <a:gd name="connsiteY50" fmla="*/ 957834 h 2232565"/>
                  <a:gd name="connsiteX51" fmla="*/ 163354 w 2232565"/>
                  <a:gd name="connsiteY51" fmla="*/ 925735 h 2232565"/>
                  <a:gd name="connsiteX52" fmla="*/ 224599 w 2232565"/>
                  <a:gd name="connsiteY52" fmla="*/ 862298 h 2232565"/>
                  <a:gd name="connsiteX53" fmla="*/ 305848 w 2232565"/>
                  <a:gd name="connsiteY53" fmla="*/ 665703 h 2232565"/>
                  <a:gd name="connsiteX54" fmla="*/ 307467 w 2232565"/>
                  <a:gd name="connsiteY54" fmla="*/ 577406 h 2232565"/>
                  <a:gd name="connsiteX55" fmla="*/ 260509 w 2232565"/>
                  <a:gd name="connsiteY55" fmla="*/ 485109 h 2232565"/>
                  <a:gd name="connsiteX56" fmla="*/ 277749 w 2232565"/>
                  <a:gd name="connsiteY56" fmla="*/ 376047 h 2232565"/>
                  <a:gd name="connsiteX57" fmla="*/ 375761 w 2232565"/>
                  <a:gd name="connsiteY57" fmla="*/ 278035 h 2232565"/>
                  <a:gd name="connsiteX58" fmla="*/ 484822 w 2232565"/>
                  <a:gd name="connsiteY58" fmla="*/ 260795 h 2232565"/>
                  <a:gd name="connsiteX59" fmla="*/ 577120 w 2232565"/>
                  <a:gd name="connsiteY59" fmla="*/ 307753 h 2232565"/>
                  <a:gd name="connsiteX60" fmla="*/ 665416 w 2232565"/>
                  <a:gd name="connsiteY60" fmla="*/ 306134 h 2232565"/>
                  <a:gd name="connsiteX61" fmla="*/ 862012 w 2232565"/>
                  <a:gd name="connsiteY61" fmla="*/ 224600 h 2232565"/>
                  <a:gd name="connsiteX62" fmla="*/ 925735 w 2232565"/>
                  <a:gd name="connsiteY62" fmla="*/ 163354 h 2232565"/>
                  <a:gd name="connsiteX63" fmla="*/ 957548 w 2232565"/>
                  <a:gd name="connsiteY63" fmla="*/ 65056 h 2232565"/>
                  <a:gd name="connsiteX64" fmla="*/ 1046893 w 2232565"/>
                  <a:gd name="connsiteY64" fmla="*/ 0 h 2232565"/>
                  <a:gd name="connsiteX65" fmla="*/ 1116044 w 2232565"/>
                  <a:gd name="connsiteY65" fmla="*/ 630079 h 2232565"/>
                  <a:gd name="connsiteX66" fmla="*/ 772096 w 2232565"/>
                  <a:gd name="connsiteY66" fmla="*/ 772668 h 2232565"/>
                  <a:gd name="connsiteX67" fmla="*/ 629793 w 2232565"/>
                  <a:gd name="connsiteY67" fmla="*/ 1116330 h 2232565"/>
                  <a:gd name="connsiteX68" fmla="*/ 772096 w 2232565"/>
                  <a:gd name="connsiteY68" fmla="*/ 1460278 h 2232565"/>
                  <a:gd name="connsiteX69" fmla="*/ 1116044 w 2232565"/>
                  <a:gd name="connsiteY69" fmla="*/ 1602582 h 2232565"/>
                  <a:gd name="connsiteX70" fmla="*/ 1459801 w 2232565"/>
                  <a:gd name="connsiteY70" fmla="*/ 1460278 h 2232565"/>
                  <a:gd name="connsiteX71" fmla="*/ 1602105 w 2232565"/>
                  <a:gd name="connsiteY71" fmla="*/ 1116330 h 2232565"/>
                  <a:gd name="connsiteX72" fmla="*/ 1459801 w 2232565"/>
                  <a:gd name="connsiteY72" fmla="*/ 772668 h 2232565"/>
                  <a:gd name="connsiteX73" fmla="*/ 1116044 w 2232565"/>
                  <a:gd name="connsiteY73" fmla="*/ 630079 h 223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232565" h="2232565">
                    <a:moveTo>
                      <a:pt x="1046893" y="0"/>
                    </a:moveTo>
                    <a:lnTo>
                      <a:pt x="1185386" y="0"/>
                    </a:lnTo>
                    <a:cubicBezTo>
                      <a:pt x="1227010" y="0"/>
                      <a:pt x="1262062" y="25622"/>
                      <a:pt x="1274731" y="65056"/>
                    </a:cubicBezTo>
                    <a:lnTo>
                      <a:pt x="1306830" y="163354"/>
                    </a:lnTo>
                    <a:cubicBezTo>
                      <a:pt x="1316545" y="194120"/>
                      <a:pt x="1339215" y="216027"/>
                      <a:pt x="1370266" y="224600"/>
                    </a:cubicBezTo>
                    <a:cubicBezTo>
                      <a:pt x="1439418" y="244317"/>
                      <a:pt x="1505236" y="271844"/>
                      <a:pt x="1566862" y="306134"/>
                    </a:cubicBezTo>
                    <a:cubicBezTo>
                      <a:pt x="1594961" y="321755"/>
                      <a:pt x="1626489" y="322326"/>
                      <a:pt x="1655159" y="307753"/>
                    </a:cubicBezTo>
                    <a:lnTo>
                      <a:pt x="1747456" y="260795"/>
                    </a:lnTo>
                    <a:cubicBezTo>
                      <a:pt x="1784413" y="241935"/>
                      <a:pt x="1827371" y="248889"/>
                      <a:pt x="1856518" y="278035"/>
                    </a:cubicBezTo>
                    <a:lnTo>
                      <a:pt x="1954530" y="376047"/>
                    </a:lnTo>
                    <a:cubicBezTo>
                      <a:pt x="1983677" y="405194"/>
                      <a:pt x="1990725" y="448151"/>
                      <a:pt x="1971770" y="485109"/>
                    </a:cubicBezTo>
                    <a:lnTo>
                      <a:pt x="1924812" y="577406"/>
                    </a:lnTo>
                    <a:cubicBezTo>
                      <a:pt x="1910239" y="605981"/>
                      <a:pt x="1910810" y="637604"/>
                      <a:pt x="1926431" y="665703"/>
                    </a:cubicBezTo>
                    <a:cubicBezTo>
                      <a:pt x="1960721" y="727234"/>
                      <a:pt x="1988248" y="793147"/>
                      <a:pt x="2007965" y="862298"/>
                    </a:cubicBezTo>
                    <a:cubicBezTo>
                      <a:pt x="2016633" y="893350"/>
                      <a:pt x="2038445" y="916020"/>
                      <a:pt x="2069211" y="925735"/>
                    </a:cubicBezTo>
                    <a:lnTo>
                      <a:pt x="2167509" y="957834"/>
                    </a:lnTo>
                    <a:cubicBezTo>
                      <a:pt x="2206943" y="970503"/>
                      <a:pt x="2232565" y="1005555"/>
                      <a:pt x="2232565" y="1047179"/>
                    </a:cubicBezTo>
                    <a:lnTo>
                      <a:pt x="2232565" y="1185672"/>
                    </a:lnTo>
                    <a:cubicBezTo>
                      <a:pt x="2232565" y="1227011"/>
                      <a:pt x="2206943" y="1262349"/>
                      <a:pt x="2167509" y="1275017"/>
                    </a:cubicBezTo>
                    <a:lnTo>
                      <a:pt x="2069211" y="1306830"/>
                    </a:lnTo>
                    <a:cubicBezTo>
                      <a:pt x="2038445" y="1316832"/>
                      <a:pt x="2016538" y="1339501"/>
                      <a:pt x="2007965" y="1370553"/>
                    </a:cubicBezTo>
                    <a:cubicBezTo>
                      <a:pt x="1988248" y="1439704"/>
                      <a:pt x="1960721" y="1505522"/>
                      <a:pt x="1926431" y="1567149"/>
                    </a:cubicBezTo>
                    <a:cubicBezTo>
                      <a:pt x="1910810" y="1595247"/>
                      <a:pt x="1910239" y="1626775"/>
                      <a:pt x="1924812" y="1655445"/>
                    </a:cubicBezTo>
                    <a:lnTo>
                      <a:pt x="1971770" y="1747743"/>
                    </a:lnTo>
                    <a:cubicBezTo>
                      <a:pt x="1990630" y="1784414"/>
                      <a:pt x="1983677" y="1827372"/>
                      <a:pt x="1954530" y="1856804"/>
                    </a:cubicBezTo>
                    <a:lnTo>
                      <a:pt x="1856518" y="1954816"/>
                    </a:lnTo>
                    <a:cubicBezTo>
                      <a:pt x="1827371" y="1983963"/>
                      <a:pt x="1784413" y="1990725"/>
                      <a:pt x="1747456" y="1972056"/>
                    </a:cubicBezTo>
                    <a:lnTo>
                      <a:pt x="1655159" y="1925098"/>
                    </a:lnTo>
                    <a:cubicBezTo>
                      <a:pt x="1626584" y="1910239"/>
                      <a:pt x="1594961" y="1910811"/>
                      <a:pt x="1566862" y="1926717"/>
                    </a:cubicBezTo>
                    <a:cubicBezTo>
                      <a:pt x="1505331" y="1961007"/>
                      <a:pt x="1439418" y="1988535"/>
                      <a:pt x="1370266" y="2007965"/>
                    </a:cubicBezTo>
                    <a:cubicBezTo>
                      <a:pt x="1339215" y="2016919"/>
                      <a:pt x="1316545" y="2038731"/>
                      <a:pt x="1306830" y="2069497"/>
                    </a:cubicBezTo>
                    <a:lnTo>
                      <a:pt x="1274731" y="2167795"/>
                    </a:lnTo>
                    <a:cubicBezTo>
                      <a:pt x="1262062" y="2207229"/>
                      <a:pt x="1226915" y="2232565"/>
                      <a:pt x="1185386" y="2232565"/>
                    </a:cubicBezTo>
                    <a:lnTo>
                      <a:pt x="1046893" y="2232565"/>
                    </a:lnTo>
                    <a:cubicBezTo>
                      <a:pt x="1005554" y="2232565"/>
                      <a:pt x="970216" y="2207133"/>
                      <a:pt x="957548" y="2167795"/>
                    </a:cubicBezTo>
                    <a:lnTo>
                      <a:pt x="925735" y="2069497"/>
                    </a:lnTo>
                    <a:cubicBezTo>
                      <a:pt x="915733" y="2038731"/>
                      <a:pt x="893064" y="2016824"/>
                      <a:pt x="862012" y="2007965"/>
                    </a:cubicBezTo>
                    <a:cubicBezTo>
                      <a:pt x="792861" y="1988535"/>
                      <a:pt x="727043" y="1961007"/>
                      <a:pt x="665416" y="1926717"/>
                    </a:cubicBezTo>
                    <a:cubicBezTo>
                      <a:pt x="637318" y="1911096"/>
                      <a:pt x="605790" y="1910239"/>
                      <a:pt x="577120" y="1925098"/>
                    </a:cubicBezTo>
                    <a:lnTo>
                      <a:pt x="484822" y="1972056"/>
                    </a:lnTo>
                    <a:cubicBezTo>
                      <a:pt x="448056" y="1990725"/>
                      <a:pt x="405193" y="1983963"/>
                      <a:pt x="375761" y="1954816"/>
                    </a:cubicBezTo>
                    <a:lnTo>
                      <a:pt x="277749" y="1856804"/>
                    </a:lnTo>
                    <a:cubicBezTo>
                      <a:pt x="248602" y="1827372"/>
                      <a:pt x="241840" y="1784414"/>
                      <a:pt x="260509" y="1747743"/>
                    </a:cubicBezTo>
                    <a:lnTo>
                      <a:pt x="307467" y="1655445"/>
                    </a:lnTo>
                    <a:cubicBezTo>
                      <a:pt x="322326" y="1626870"/>
                      <a:pt x="321754" y="1595247"/>
                      <a:pt x="305848" y="1567149"/>
                    </a:cubicBezTo>
                    <a:cubicBezTo>
                      <a:pt x="271558" y="1505617"/>
                      <a:pt x="244030" y="1439704"/>
                      <a:pt x="224599" y="1370553"/>
                    </a:cubicBezTo>
                    <a:cubicBezTo>
                      <a:pt x="215646" y="1339501"/>
                      <a:pt x="193834" y="1316832"/>
                      <a:pt x="163068" y="1306830"/>
                    </a:cubicBezTo>
                    <a:lnTo>
                      <a:pt x="64770" y="1275017"/>
                    </a:lnTo>
                    <a:cubicBezTo>
                      <a:pt x="25336" y="1262349"/>
                      <a:pt x="0" y="1226915"/>
                      <a:pt x="0" y="1185672"/>
                    </a:cubicBezTo>
                    <a:lnTo>
                      <a:pt x="0" y="1047179"/>
                    </a:lnTo>
                    <a:cubicBezTo>
                      <a:pt x="0" y="1005555"/>
                      <a:pt x="25336" y="970503"/>
                      <a:pt x="64770" y="957834"/>
                    </a:cubicBezTo>
                    <a:lnTo>
                      <a:pt x="163354" y="925735"/>
                    </a:lnTo>
                    <a:cubicBezTo>
                      <a:pt x="193834" y="915734"/>
                      <a:pt x="215741" y="893350"/>
                      <a:pt x="224599" y="862298"/>
                    </a:cubicBezTo>
                    <a:cubicBezTo>
                      <a:pt x="244316" y="793147"/>
                      <a:pt x="271558" y="727329"/>
                      <a:pt x="305848" y="665703"/>
                    </a:cubicBezTo>
                    <a:cubicBezTo>
                      <a:pt x="321754" y="637604"/>
                      <a:pt x="322326" y="606076"/>
                      <a:pt x="307467" y="577406"/>
                    </a:cubicBezTo>
                    <a:lnTo>
                      <a:pt x="260509" y="485109"/>
                    </a:lnTo>
                    <a:cubicBezTo>
                      <a:pt x="241840" y="448151"/>
                      <a:pt x="248602" y="405194"/>
                      <a:pt x="277749" y="376047"/>
                    </a:cubicBezTo>
                    <a:lnTo>
                      <a:pt x="375761" y="278035"/>
                    </a:lnTo>
                    <a:cubicBezTo>
                      <a:pt x="405193" y="248889"/>
                      <a:pt x="448151" y="241840"/>
                      <a:pt x="484822" y="260795"/>
                    </a:cubicBezTo>
                    <a:lnTo>
                      <a:pt x="577120" y="307753"/>
                    </a:lnTo>
                    <a:cubicBezTo>
                      <a:pt x="605695" y="322326"/>
                      <a:pt x="637318" y="321755"/>
                      <a:pt x="665416" y="306134"/>
                    </a:cubicBezTo>
                    <a:cubicBezTo>
                      <a:pt x="726948" y="271844"/>
                      <a:pt x="792861" y="244317"/>
                      <a:pt x="862012" y="224600"/>
                    </a:cubicBezTo>
                    <a:cubicBezTo>
                      <a:pt x="893064" y="215932"/>
                      <a:pt x="915733" y="194120"/>
                      <a:pt x="925735" y="163354"/>
                    </a:cubicBezTo>
                    <a:lnTo>
                      <a:pt x="957548" y="65056"/>
                    </a:lnTo>
                    <a:cubicBezTo>
                      <a:pt x="970216" y="25622"/>
                      <a:pt x="1005649" y="0"/>
                      <a:pt x="1046893" y="0"/>
                    </a:cubicBezTo>
                    <a:close/>
                    <a:moveTo>
                      <a:pt x="1116044" y="630079"/>
                    </a:moveTo>
                    <a:cubicBezTo>
                      <a:pt x="981551" y="630079"/>
                      <a:pt x="860108" y="684657"/>
                      <a:pt x="772096" y="772668"/>
                    </a:cubicBezTo>
                    <a:cubicBezTo>
                      <a:pt x="684085" y="860679"/>
                      <a:pt x="629793" y="982218"/>
                      <a:pt x="629793" y="1116330"/>
                    </a:cubicBezTo>
                    <a:cubicBezTo>
                      <a:pt x="629793" y="1250823"/>
                      <a:pt x="684085" y="1372267"/>
                      <a:pt x="772096" y="1460278"/>
                    </a:cubicBezTo>
                    <a:cubicBezTo>
                      <a:pt x="860108" y="1548289"/>
                      <a:pt x="981646" y="1602582"/>
                      <a:pt x="1116044" y="1602582"/>
                    </a:cubicBezTo>
                    <a:cubicBezTo>
                      <a:pt x="1250251" y="1602582"/>
                      <a:pt x="1371695" y="1548289"/>
                      <a:pt x="1459801" y="1460278"/>
                    </a:cubicBezTo>
                    <a:cubicBezTo>
                      <a:pt x="1547812" y="1372267"/>
                      <a:pt x="1602105" y="1250728"/>
                      <a:pt x="1602105" y="1116330"/>
                    </a:cubicBezTo>
                    <a:cubicBezTo>
                      <a:pt x="1602105" y="982123"/>
                      <a:pt x="1547812" y="860679"/>
                      <a:pt x="1459801" y="772668"/>
                    </a:cubicBezTo>
                    <a:cubicBezTo>
                      <a:pt x="1371791" y="684657"/>
                      <a:pt x="1250251" y="630079"/>
                      <a:pt x="1116044" y="630079"/>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2" name="Freeform: Shape 51">
                <a:extLst>
                  <a:ext uri="{FF2B5EF4-FFF2-40B4-BE49-F238E27FC236}">
                    <a16:creationId xmlns:a16="http://schemas.microsoft.com/office/drawing/2014/main" id="{A1830A05-6F74-3D8E-839D-6B8BDEE477BB}"/>
                  </a:ext>
                </a:extLst>
              </p:cNvPr>
              <p:cNvSpPr/>
              <p:nvPr/>
            </p:nvSpPr>
            <p:spPr>
              <a:xfrm>
                <a:off x="-7990443" y="3228555"/>
                <a:ext cx="657701" cy="657701"/>
              </a:xfrm>
              <a:custGeom>
                <a:avLst/>
                <a:gdLst>
                  <a:gd name="connsiteX0" fmla="*/ 328803 w 657701"/>
                  <a:gd name="connsiteY0" fmla="*/ 0 h 657701"/>
                  <a:gd name="connsiteX1" fmla="*/ 561308 w 657701"/>
                  <a:gd name="connsiteY1" fmla="*/ 96393 h 657701"/>
                  <a:gd name="connsiteX2" fmla="*/ 657701 w 657701"/>
                  <a:gd name="connsiteY2" fmla="*/ 328898 h 657701"/>
                  <a:gd name="connsiteX3" fmla="*/ 561308 w 657701"/>
                  <a:gd name="connsiteY3" fmla="*/ 561594 h 657701"/>
                  <a:gd name="connsiteX4" fmla="*/ 328803 w 657701"/>
                  <a:gd name="connsiteY4" fmla="*/ 657701 h 657701"/>
                  <a:gd name="connsiteX5" fmla="*/ 96107 w 657701"/>
                  <a:gd name="connsiteY5" fmla="*/ 561594 h 657701"/>
                  <a:gd name="connsiteX6" fmla="*/ 0 w 657701"/>
                  <a:gd name="connsiteY6" fmla="*/ 328898 h 657701"/>
                  <a:gd name="connsiteX7" fmla="*/ 96107 w 657701"/>
                  <a:gd name="connsiteY7" fmla="*/ 96393 h 657701"/>
                  <a:gd name="connsiteX8" fmla="*/ 328803 w 657701"/>
                  <a:gd name="connsiteY8" fmla="*/ 0 h 657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7701" h="657701">
                    <a:moveTo>
                      <a:pt x="328803" y="0"/>
                    </a:moveTo>
                    <a:cubicBezTo>
                      <a:pt x="419576" y="0"/>
                      <a:pt x="501682" y="36957"/>
                      <a:pt x="561308" y="96393"/>
                    </a:cubicBezTo>
                    <a:cubicBezTo>
                      <a:pt x="620744" y="155829"/>
                      <a:pt x="657701" y="238125"/>
                      <a:pt x="657701" y="328898"/>
                    </a:cubicBezTo>
                    <a:cubicBezTo>
                      <a:pt x="657701" y="419862"/>
                      <a:pt x="620744" y="501967"/>
                      <a:pt x="561308" y="561594"/>
                    </a:cubicBezTo>
                    <a:cubicBezTo>
                      <a:pt x="501682" y="621030"/>
                      <a:pt x="419576" y="657701"/>
                      <a:pt x="328803" y="657701"/>
                    </a:cubicBezTo>
                    <a:cubicBezTo>
                      <a:pt x="237839" y="657701"/>
                      <a:pt x="155734" y="621030"/>
                      <a:pt x="96107" y="561594"/>
                    </a:cubicBezTo>
                    <a:cubicBezTo>
                      <a:pt x="36671" y="501967"/>
                      <a:pt x="0" y="419862"/>
                      <a:pt x="0" y="328898"/>
                    </a:cubicBezTo>
                    <a:cubicBezTo>
                      <a:pt x="0" y="238220"/>
                      <a:pt x="36767" y="155829"/>
                      <a:pt x="96107" y="96393"/>
                    </a:cubicBezTo>
                    <a:cubicBezTo>
                      <a:pt x="155734" y="36957"/>
                      <a:pt x="237839" y="0"/>
                      <a:pt x="328803" y="0"/>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3" name="Freeform: Shape 52">
                <a:extLst>
                  <a:ext uri="{FF2B5EF4-FFF2-40B4-BE49-F238E27FC236}">
                    <a16:creationId xmlns:a16="http://schemas.microsoft.com/office/drawing/2014/main" id="{DF642C7A-ACE7-8807-906A-678BF15F2797}"/>
                  </a:ext>
                </a:extLst>
              </p:cNvPr>
              <p:cNvSpPr/>
              <p:nvPr/>
            </p:nvSpPr>
            <p:spPr>
              <a:xfrm>
                <a:off x="-11422111" y="3602506"/>
                <a:ext cx="2796350" cy="545402"/>
              </a:xfrm>
              <a:custGeom>
                <a:avLst/>
                <a:gdLst>
                  <a:gd name="connsiteX0" fmla="*/ 0 w 2796350"/>
                  <a:gd name="connsiteY0" fmla="*/ 0 h 545402"/>
                  <a:gd name="connsiteX1" fmla="*/ 2486692 w 2796350"/>
                  <a:gd name="connsiteY1" fmla="*/ 0 h 545402"/>
                  <a:gd name="connsiteX2" fmla="*/ 2486692 w 2796350"/>
                  <a:gd name="connsiteY2" fmla="*/ 24289 h 545402"/>
                  <a:gd name="connsiteX3" fmla="*/ 2660333 w 2796350"/>
                  <a:gd name="connsiteY3" fmla="*/ 263272 h 545402"/>
                  <a:gd name="connsiteX4" fmla="*/ 2726912 w 2796350"/>
                  <a:gd name="connsiteY4" fmla="*/ 285084 h 545402"/>
                  <a:gd name="connsiteX5" fmla="*/ 2796350 w 2796350"/>
                  <a:gd name="connsiteY5" fmla="*/ 452248 h 545402"/>
                  <a:gd name="connsiteX6" fmla="*/ 2764536 w 2796350"/>
                  <a:gd name="connsiteY6" fmla="*/ 514922 h 545402"/>
                  <a:gd name="connsiteX7" fmla="*/ 2751296 w 2796350"/>
                  <a:gd name="connsiteY7" fmla="*/ 545402 h 545402"/>
                  <a:gd name="connsiteX8" fmla="*/ 246507 w 2796350"/>
                  <a:gd name="connsiteY8" fmla="*/ 545402 h 545402"/>
                  <a:gd name="connsiteX9" fmla="*/ 0 w 2796350"/>
                  <a:gd name="connsiteY9" fmla="*/ 299181 h 545402"/>
                  <a:gd name="connsiteX10" fmla="*/ 0 w 2796350"/>
                  <a:gd name="connsiteY10" fmla="*/ 0 h 54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96350" h="545402">
                    <a:moveTo>
                      <a:pt x="0" y="0"/>
                    </a:moveTo>
                    <a:lnTo>
                      <a:pt x="2486692" y="0"/>
                    </a:lnTo>
                    <a:lnTo>
                      <a:pt x="2486692" y="24289"/>
                    </a:lnTo>
                    <a:cubicBezTo>
                      <a:pt x="2486692" y="133922"/>
                      <a:pt x="2556129" y="229553"/>
                      <a:pt x="2660333" y="263272"/>
                    </a:cubicBezTo>
                    <a:lnTo>
                      <a:pt x="2726912" y="285084"/>
                    </a:lnTo>
                    <a:cubicBezTo>
                      <a:pt x="2745581" y="342615"/>
                      <a:pt x="2768822" y="398527"/>
                      <a:pt x="2796350" y="452248"/>
                    </a:cubicBezTo>
                    <a:lnTo>
                      <a:pt x="2764536" y="514922"/>
                    </a:lnTo>
                    <a:cubicBezTo>
                      <a:pt x="2759393" y="524923"/>
                      <a:pt x="2755106" y="535115"/>
                      <a:pt x="2751296" y="545402"/>
                    </a:cubicBezTo>
                    <a:lnTo>
                      <a:pt x="246507" y="545402"/>
                    </a:lnTo>
                    <a:cubicBezTo>
                      <a:pt x="110966" y="545402"/>
                      <a:pt x="0" y="434436"/>
                      <a:pt x="0" y="299181"/>
                    </a:cubicBezTo>
                    <a:lnTo>
                      <a:pt x="0" y="0"/>
                    </a:ln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4" name="Freeform: Shape 53">
                <a:extLst>
                  <a:ext uri="{FF2B5EF4-FFF2-40B4-BE49-F238E27FC236}">
                    <a16:creationId xmlns:a16="http://schemas.microsoft.com/office/drawing/2014/main" id="{EC5D2278-8109-46AE-F4C4-CF304C445C66}"/>
                  </a:ext>
                </a:extLst>
              </p:cNvPr>
              <p:cNvSpPr/>
              <p:nvPr/>
            </p:nvSpPr>
            <p:spPr>
              <a:xfrm>
                <a:off x="-10444084" y="4305356"/>
                <a:ext cx="1804226" cy="449580"/>
              </a:xfrm>
              <a:custGeom>
                <a:avLst/>
                <a:gdLst>
                  <a:gd name="connsiteX0" fmla="*/ 527114 w 1804226"/>
                  <a:gd name="connsiteY0" fmla="*/ 0 h 449580"/>
                  <a:gd name="connsiteX1" fmla="*/ 1276922 w 1804226"/>
                  <a:gd name="connsiteY1" fmla="*/ 0 h 449580"/>
                  <a:gd name="connsiteX2" fmla="*/ 1381697 w 1804226"/>
                  <a:gd name="connsiteY2" fmla="*/ 292132 h 449580"/>
                  <a:gd name="connsiteX3" fmla="*/ 1725454 w 1804226"/>
                  <a:gd name="connsiteY3" fmla="*/ 292132 h 449580"/>
                  <a:gd name="connsiteX4" fmla="*/ 1804226 w 1804226"/>
                  <a:gd name="connsiteY4" fmla="*/ 370713 h 449580"/>
                  <a:gd name="connsiteX5" fmla="*/ 1725359 w 1804226"/>
                  <a:gd name="connsiteY5" fmla="*/ 449580 h 449580"/>
                  <a:gd name="connsiteX6" fmla="*/ 78867 w 1804226"/>
                  <a:gd name="connsiteY6" fmla="*/ 449580 h 449580"/>
                  <a:gd name="connsiteX7" fmla="*/ 0 w 1804226"/>
                  <a:gd name="connsiteY7" fmla="*/ 370713 h 449580"/>
                  <a:gd name="connsiteX8" fmla="*/ 78867 w 1804226"/>
                  <a:gd name="connsiteY8" fmla="*/ 292132 h 449580"/>
                  <a:gd name="connsiteX9" fmla="*/ 422624 w 1804226"/>
                  <a:gd name="connsiteY9" fmla="*/ 292132 h 449580"/>
                  <a:gd name="connsiteX10" fmla="*/ 527114 w 1804226"/>
                  <a:gd name="connsiteY10" fmla="*/ 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4226" h="449580">
                    <a:moveTo>
                      <a:pt x="527114" y="0"/>
                    </a:moveTo>
                    <a:lnTo>
                      <a:pt x="1276922" y="0"/>
                    </a:lnTo>
                    <a:lnTo>
                      <a:pt x="1381697" y="292132"/>
                    </a:lnTo>
                    <a:lnTo>
                      <a:pt x="1725454" y="292132"/>
                    </a:lnTo>
                    <a:cubicBezTo>
                      <a:pt x="1768983" y="292132"/>
                      <a:pt x="1804321" y="327184"/>
                      <a:pt x="1804226" y="370713"/>
                    </a:cubicBezTo>
                    <a:cubicBezTo>
                      <a:pt x="1804226" y="414243"/>
                      <a:pt x="1768793" y="449580"/>
                      <a:pt x="1725359" y="449580"/>
                    </a:cubicBezTo>
                    <a:lnTo>
                      <a:pt x="78867" y="449580"/>
                    </a:lnTo>
                    <a:cubicBezTo>
                      <a:pt x="35338" y="449580"/>
                      <a:pt x="0" y="414147"/>
                      <a:pt x="0" y="370713"/>
                    </a:cubicBezTo>
                    <a:cubicBezTo>
                      <a:pt x="0" y="327279"/>
                      <a:pt x="35433" y="292132"/>
                      <a:pt x="78867" y="292132"/>
                    </a:cubicBezTo>
                    <a:lnTo>
                      <a:pt x="422624" y="292132"/>
                    </a:lnTo>
                    <a:lnTo>
                      <a:pt x="527114" y="0"/>
                    </a:ln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57" name="Group 56">
            <a:extLst>
              <a:ext uri="{FF2B5EF4-FFF2-40B4-BE49-F238E27FC236}">
                <a16:creationId xmlns:a16="http://schemas.microsoft.com/office/drawing/2014/main" id="{7A8A6A0B-247B-7E2F-2A2A-85CA5DF163EF}"/>
              </a:ext>
            </a:extLst>
          </p:cNvPr>
          <p:cNvGrpSpPr/>
          <p:nvPr/>
        </p:nvGrpSpPr>
        <p:grpSpPr>
          <a:xfrm>
            <a:off x="3030973" y="5351728"/>
            <a:ext cx="605924" cy="605917"/>
            <a:chOff x="7257244" y="4575679"/>
            <a:chExt cx="370004" cy="370000"/>
          </a:xfrm>
        </p:grpSpPr>
        <p:grpSp>
          <p:nvGrpSpPr>
            <p:cNvPr id="58" name="Group 57">
              <a:extLst>
                <a:ext uri="{FF2B5EF4-FFF2-40B4-BE49-F238E27FC236}">
                  <a16:creationId xmlns:a16="http://schemas.microsoft.com/office/drawing/2014/main" id="{E4ABD473-6907-34A7-BF9F-388CFEEB1769}"/>
                </a:ext>
              </a:extLst>
            </p:cNvPr>
            <p:cNvGrpSpPr/>
            <p:nvPr/>
          </p:nvGrpSpPr>
          <p:grpSpPr>
            <a:xfrm>
              <a:off x="7257244" y="4575679"/>
              <a:ext cx="370004" cy="370000"/>
              <a:chOff x="7257244" y="4575679"/>
              <a:chExt cx="370004" cy="370000"/>
            </a:xfrm>
          </p:grpSpPr>
          <p:sp>
            <p:nvSpPr>
              <p:cNvPr id="1409" name="Oval 34_1">
                <a:extLst>
                  <a:ext uri="{FF2B5EF4-FFF2-40B4-BE49-F238E27FC236}">
                    <a16:creationId xmlns:a16="http://schemas.microsoft.com/office/drawing/2014/main" id="{D67F3D80-5844-E0B9-DFE3-AEA919666477}"/>
                  </a:ext>
                </a:extLst>
              </p:cNvPr>
              <p:cNvSpPr/>
              <p:nvPr/>
            </p:nvSpPr>
            <p:spPr bwMode="auto">
              <a:xfrm>
                <a:off x="7257244" y="4575679"/>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10" name="Oval 1409">
                <a:extLst>
                  <a:ext uri="{FF2B5EF4-FFF2-40B4-BE49-F238E27FC236}">
                    <a16:creationId xmlns:a16="http://schemas.microsoft.com/office/drawing/2014/main" id="{20152763-40CA-438A-71A9-BEA6951E00D6}"/>
                  </a:ext>
                </a:extLst>
              </p:cNvPr>
              <p:cNvSpPr/>
              <p:nvPr/>
            </p:nvSpPr>
            <p:spPr bwMode="auto">
              <a:xfrm>
                <a:off x="7287409" y="4605841"/>
                <a:ext cx="309678" cy="309674"/>
              </a:xfrm>
              <a:prstGeom prst="ellipse">
                <a:avLst/>
              </a:prstGeom>
              <a:solidFill>
                <a:schemeClr val="tx1"/>
              </a:solidFill>
              <a:ln w="12700">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59" name="Group 58">
              <a:extLst>
                <a:ext uri="{FF2B5EF4-FFF2-40B4-BE49-F238E27FC236}">
                  <a16:creationId xmlns:a16="http://schemas.microsoft.com/office/drawing/2014/main" id="{5D6D4280-65A4-E11A-635C-C6162B4EAB57}"/>
                </a:ext>
              </a:extLst>
            </p:cNvPr>
            <p:cNvGrpSpPr/>
            <p:nvPr/>
          </p:nvGrpSpPr>
          <p:grpSpPr>
            <a:xfrm>
              <a:off x="7357361" y="4675794"/>
              <a:ext cx="169770" cy="169770"/>
              <a:chOff x="-1958873" y="5050077"/>
              <a:chExt cx="266892" cy="266892"/>
            </a:xfrm>
          </p:grpSpPr>
          <p:sp>
            <p:nvSpPr>
              <p:cNvPr id="60" name="Freeform: Shape 59">
                <a:extLst>
                  <a:ext uri="{FF2B5EF4-FFF2-40B4-BE49-F238E27FC236}">
                    <a16:creationId xmlns:a16="http://schemas.microsoft.com/office/drawing/2014/main" id="{F50FC7AE-19B0-770D-4EF7-D443E57D8F8E}"/>
                  </a:ext>
                </a:extLst>
              </p:cNvPr>
              <p:cNvSpPr/>
              <p:nvPr/>
            </p:nvSpPr>
            <p:spPr>
              <a:xfrm>
                <a:off x="-1817046" y="5223596"/>
                <a:ext cx="72515" cy="93373"/>
              </a:xfrm>
              <a:custGeom>
                <a:avLst/>
                <a:gdLst>
                  <a:gd name="connsiteX0" fmla="*/ 0 w 72515"/>
                  <a:gd name="connsiteY0" fmla="*/ 51616 h 93373"/>
                  <a:gd name="connsiteX1" fmla="*/ 12202 w 72515"/>
                  <a:gd name="connsiteY1" fmla="*/ 89459 h 93373"/>
                  <a:gd name="connsiteX2" fmla="*/ 21346 w 72515"/>
                  <a:gd name="connsiteY2" fmla="*/ 91745 h 93373"/>
                  <a:gd name="connsiteX3" fmla="*/ 72304 w 72515"/>
                  <a:gd name="connsiteY3" fmla="*/ 25451 h 93373"/>
                  <a:gd name="connsiteX4" fmla="*/ 67685 w 72515"/>
                  <a:gd name="connsiteY4" fmla="*/ 0 h 93373"/>
                  <a:gd name="connsiteX5" fmla="*/ 0 w 72515"/>
                  <a:gd name="connsiteY5" fmla="*/ 51616 h 93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515" h="93373">
                    <a:moveTo>
                      <a:pt x="0" y="51616"/>
                    </a:moveTo>
                    <a:lnTo>
                      <a:pt x="12202" y="89459"/>
                    </a:lnTo>
                    <a:cubicBezTo>
                      <a:pt x="13440" y="93459"/>
                      <a:pt x="18393" y="94698"/>
                      <a:pt x="21346" y="91745"/>
                    </a:cubicBezTo>
                    <a:cubicBezTo>
                      <a:pt x="39729" y="73362"/>
                      <a:pt x="70209" y="42405"/>
                      <a:pt x="72304" y="25451"/>
                    </a:cubicBezTo>
                    <a:cubicBezTo>
                      <a:pt x="73295" y="18193"/>
                      <a:pt x="70647" y="8534"/>
                      <a:pt x="67685" y="0"/>
                    </a:cubicBezTo>
                    <a:cubicBezTo>
                      <a:pt x="49873" y="18107"/>
                      <a:pt x="27689" y="35690"/>
                      <a:pt x="0" y="51616"/>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1" name="Freeform: Shape 60">
                <a:extLst>
                  <a:ext uri="{FF2B5EF4-FFF2-40B4-BE49-F238E27FC236}">
                    <a16:creationId xmlns:a16="http://schemas.microsoft.com/office/drawing/2014/main" id="{F0538A40-E70D-F225-ABB7-B193BAAF1420}"/>
                  </a:ext>
                </a:extLst>
              </p:cNvPr>
              <p:cNvSpPr/>
              <p:nvPr/>
            </p:nvSpPr>
            <p:spPr>
              <a:xfrm>
                <a:off x="-1958873" y="5102627"/>
                <a:ext cx="93373" cy="72506"/>
              </a:xfrm>
              <a:custGeom>
                <a:avLst/>
                <a:gdLst>
                  <a:gd name="connsiteX0" fmla="*/ 93374 w 93373"/>
                  <a:gd name="connsiteY0" fmla="*/ 4831 h 72506"/>
                  <a:gd name="connsiteX1" fmla="*/ 67923 w 93373"/>
                  <a:gd name="connsiteY1" fmla="*/ 212 h 72506"/>
                  <a:gd name="connsiteX2" fmla="*/ 1629 w 93373"/>
                  <a:gd name="connsiteY2" fmla="*/ 51170 h 72506"/>
                  <a:gd name="connsiteX3" fmla="*/ 3915 w 93373"/>
                  <a:gd name="connsiteY3" fmla="*/ 60314 h 72506"/>
                  <a:gd name="connsiteX4" fmla="*/ 41758 w 93373"/>
                  <a:gd name="connsiteY4" fmla="*/ 72506 h 72506"/>
                  <a:gd name="connsiteX5" fmla="*/ 93374 w 93373"/>
                  <a:gd name="connsiteY5" fmla="*/ 4831 h 7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373" h="72506">
                    <a:moveTo>
                      <a:pt x="93374" y="4831"/>
                    </a:moveTo>
                    <a:cubicBezTo>
                      <a:pt x="84849" y="1869"/>
                      <a:pt x="75181" y="-779"/>
                      <a:pt x="67923" y="212"/>
                    </a:cubicBezTo>
                    <a:cubicBezTo>
                      <a:pt x="50969" y="2307"/>
                      <a:pt x="20012" y="32787"/>
                      <a:pt x="1629" y="51170"/>
                    </a:cubicBezTo>
                    <a:cubicBezTo>
                      <a:pt x="-1324" y="54123"/>
                      <a:pt x="-85" y="59076"/>
                      <a:pt x="3915" y="60314"/>
                    </a:cubicBezTo>
                    <a:lnTo>
                      <a:pt x="41758" y="72506"/>
                    </a:lnTo>
                    <a:cubicBezTo>
                      <a:pt x="57684" y="44827"/>
                      <a:pt x="75267" y="22643"/>
                      <a:pt x="93374" y="4831"/>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2" name="Freeform: Shape 61">
                <a:extLst>
                  <a:ext uri="{FF2B5EF4-FFF2-40B4-BE49-F238E27FC236}">
                    <a16:creationId xmlns:a16="http://schemas.microsoft.com/office/drawing/2014/main" id="{53B4D045-29F3-2841-953E-82DFEF2D8AB8}"/>
                  </a:ext>
                </a:extLst>
              </p:cNvPr>
              <p:cNvSpPr/>
              <p:nvPr/>
            </p:nvSpPr>
            <p:spPr>
              <a:xfrm>
                <a:off x="-1947043" y="5247713"/>
                <a:ext cx="57435" cy="57435"/>
              </a:xfrm>
              <a:custGeom>
                <a:avLst/>
                <a:gdLst>
                  <a:gd name="connsiteX0" fmla="*/ 57436 w 57435"/>
                  <a:gd name="connsiteY0" fmla="*/ 42224 h 57435"/>
                  <a:gd name="connsiteX1" fmla="*/ 0 w 57435"/>
                  <a:gd name="connsiteY1" fmla="*/ 57436 h 57435"/>
                  <a:gd name="connsiteX2" fmla="*/ 15211 w 57435"/>
                  <a:gd name="connsiteY2" fmla="*/ 0 h 57435"/>
                </a:gdLst>
                <a:ahLst/>
                <a:cxnLst>
                  <a:cxn ang="0">
                    <a:pos x="connsiteX0" y="connsiteY0"/>
                  </a:cxn>
                  <a:cxn ang="0">
                    <a:pos x="connsiteX1" y="connsiteY1"/>
                  </a:cxn>
                  <a:cxn ang="0">
                    <a:pos x="connsiteX2" y="connsiteY2"/>
                  </a:cxn>
                </a:cxnLst>
                <a:rect l="l" t="t" r="r" b="b"/>
                <a:pathLst>
                  <a:path w="57435" h="57435">
                    <a:moveTo>
                      <a:pt x="57436" y="42224"/>
                    </a:moveTo>
                    <a:cubicBezTo>
                      <a:pt x="31090" y="57331"/>
                      <a:pt x="381" y="57436"/>
                      <a:pt x="0" y="57436"/>
                    </a:cubicBezTo>
                    <a:cubicBezTo>
                      <a:pt x="0" y="57045"/>
                      <a:pt x="95" y="26346"/>
                      <a:pt x="15211" y="0"/>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3" name="Freeform: Shape 62">
                <a:extLst>
                  <a:ext uri="{FF2B5EF4-FFF2-40B4-BE49-F238E27FC236}">
                    <a16:creationId xmlns:a16="http://schemas.microsoft.com/office/drawing/2014/main" id="{6785B1AE-F17E-68E5-4DF3-9054B82C35F7}"/>
                  </a:ext>
                </a:extLst>
              </p:cNvPr>
              <p:cNvSpPr/>
              <p:nvPr/>
            </p:nvSpPr>
            <p:spPr>
              <a:xfrm>
                <a:off x="-1792281" y="5112716"/>
                <a:ext cx="37654" cy="37490"/>
              </a:xfrm>
              <a:custGeom>
                <a:avLst/>
                <a:gdLst>
                  <a:gd name="connsiteX0" fmla="*/ 18831 w 37654"/>
                  <a:gd name="connsiteY0" fmla="*/ 0 h 37490"/>
                  <a:gd name="connsiteX1" fmla="*/ 5524 w 37654"/>
                  <a:gd name="connsiteY1" fmla="*/ 5515 h 37490"/>
                  <a:gd name="connsiteX2" fmla="*/ 0 w 37654"/>
                  <a:gd name="connsiteY2" fmla="*/ 18831 h 37490"/>
                  <a:gd name="connsiteX3" fmla="*/ 5524 w 37654"/>
                  <a:gd name="connsiteY3" fmla="*/ 32147 h 37490"/>
                  <a:gd name="connsiteX4" fmla="*/ 32147 w 37654"/>
                  <a:gd name="connsiteY4" fmla="*/ 32147 h 37490"/>
                  <a:gd name="connsiteX5" fmla="*/ 32147 w 37654"/>
                  <a:gd name="connsiteY5" fmla="*/ 5515 h 37490"/>
                  <a:gd name="connsiteX6" fmla="*/ 18831 w 37654"/>
                  <a:gd name="connsiteY6" fmla="*/ 0 h 37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54" h="37490">
                    <a:moveTo>
                      <a:pt x="18831" y="0"/>
                    </a:moveTo>
                    <a:cubicBezTo>
                      <a:pt x="13802" y="0"/>
                      <a:pt x="9077" y="1962"/>
                      <a:pt x="5524" y="5515"/>
                    </a:cubicBezTo>
                    <a:cubicBezTo>
                      <a:pt x="1962" y="9077"/>
                      <a:pt x="0" y="13802"/>
                      <a:pt x="0" y="18831"/>
                    </a:cubicBezTo>
                    <a:cubicBezTo>
                      <a:pt x="0" y="23860"/>
                      <a:pt x="1962" y="28594"/>
                      <a:pt x="5524" y="32147"/>
                    </a:cubicBezTo>
                    <a:cubicBezTo>
                      <a:pt x="12621" y="39272"/>
                      <a:pt x="25032" y="39272"/>
                      <a:pt x="32147" y="32147"/>
                    </a:cubicBezTo>
                    <a:cubicBezTo>
                      <a:pt x="39491" y="24803"/>
                      <a:pt x="39491" y="12859"/>
                      <a:pt x="32147" y="5515"/>
                    </a:cubicBezTo>
                    <a:cubicBezTo>
                      <a:pt x="28585" y="1962"/>
                      <a:pt x="23851" y="0"/>
                      <a:pt x="18831" y="0"/>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08" name="Freeform: Shape 1407">
                <a:extLst>
                  <a:ext uri="{FF2B5EF4-FFF2-40B4-BE49-F238E27FC236}">
                    <a16:creationId xmlns:a16="http://schemas.microsoft.com/office/drawing/2014/main" id="{8E42EE3C-66F1-C502-10CD-8D644B4012BB}"/>
                  </a:ext>
                </a:extLst>
              </p:cNvPr>
              <p:cNvSpPr/>
              <p:nvPr/>
            </p:nvSpPr>
            <p:spPr>
              <a:xfrm>
                <a:off x="-1918513" y="5050077"/>
                <a:ext cx="226532" cy="226522"/>
              </a:xfrm>
              <a:custGeom>
                <a:avLst/>
                <a:gdLst>
                  <a:gd name="connsiteX0" fmla="*/ 214453 w 226532"/>
                  <a:gd name="connsiteY0" fmla="*/ 2 h 226522"/>
                  <a:gd name="connsiteX1" fmla="*/ 1169 w 226532"/>
                  <a:gd name="connsiteY1" fmla="*/ 156022 h 226522"/>
                  <a:gd name="connsiteX2" fmla="*/ 3493 w 226532"/>
                  <a:gd name="connsiteY2" fmla="*/ 169566 h 226522"/>
                  <a:gd name="connsiteX3" fmla="*/ 56957 w 226532"/>
                  <a:gd name="connsiteY3" fmla="*/ 223030 h 226522"/>
                  <a:gd name="connsiteX4" fmla="*/ 70501 w 226532"/>
                  <a:gd name="connsiteY4" fmla="*/ 225354 h 226522"/>
                  <a:gd name="connsiteX5" fmla="*/ 226530 w 226532"/>
                  <a:gd name="connsiteY5" fmla="*/ 12080 h 226522"/>
                  <a:gd name="connsiteX6" fmla="*/ 214453 w 226532"/>
                  <a:gd name="connsiteY6" fmla="*/ 2 h 226522"/>
                  <a:gd name="connsiteX7" fmla="*/ 170504 w 226532"/>
                  <a:gd name="connsiteY7" fmla="*/ 106911 h 226522"/>
                  <a:gd name="connsiteX8" fmla="*/ 145063 w 226532"/>
                  <a:gd name="connsiteY8" fmla="*/ 117445 h 226522"/>
                  <a:gd name="connsiteX9" fmla="*/ 119622 w 226532"/>
                  <a:gd name="connsiteY9" fmla="*/ 106911 h 226522"/>
                  <a:gd name="connsiteX10" fmla="*/ 109087 w 226532"/>
                  <a:gd name="connsiteY10" fmla="*/ 81469 h 226522"/>
                  <a:gd name="connsiteX11" fmla="*/ 119622 w 226532"/>
                  <a:gd name="connsiteY11" fmla="*/ 56028 h 226522"/>
                  <a:gd name="connsiteX12" fmla="*/ 170504 w 226532"/>
                  <a:gd name="connsiteY12" fmla="*/ 56028 h 226522"/>
                  <a:gd name="connsiteX13" fmla="*/ 170504 w 226532"/>
                  <a:gd name="connsiteY13" fmla="*/ 106911 h 22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532" h="226522">
                    <a:moveTo>
                      <a:pt x="214453" y="2"/>
                    </a:moveTo>
                    <a:cubicBezTo>
                      <a:pt x="178639" y="678"/>
                      <a:pt x="69330" y="14852"/>
                      <a:pt x="1169" y="156022"/>
                    </a:cubicBezTo>
                    <a:cubicBezTo>
                      <a:pt x="-1022" y="160555"/>
                      <a:pt x="-69" y="166013"/>
                      <a:pt x="3493" y="169566"/>
                    </a:cubicBezTo>
                    <a:lnTo>
                      <a:pt x="56957" y="223030"/>
                    </a:lnTo>
                    <a:cubicBezTo>
                      <a:pt x="60519" y="226592"/>
                      <a:pt x="65967" y="227545"/>
                      <a:pt x="70501" y="225354"/>
                    </a:cubicBezTo>
                    <a:cubicBezTo>
                      <a:pt x="211681" y="157203"/>
                      <a:pt x="225854" y="47894"/>
                      <a:pt x="226530" y="12080"/>
                    </a:cubicBezTo>
                    <a:cubicBezTo>
                      <a:pt x="226654" y="5317"/>
                      <a:pt x="221215" y="-122"/>
                      <a:pt x="214453" y="2"/>
                    </a:cubicBezTo>
                    <a:close/>
                    <a:moveTo>
                      <a:pt x="170504" y="106911"/>
                    </a:moveTo>
                    <a:cubicBezTo>
                      <a:pt x="163703" y="113702"/>
                      <a:pt x="154674" y="117445"/>
                      <a:pt x="145063" y="117445"/>
                    </a:cubicBezTo>
                    <a:cubicBezTo>
                      <a:pt x="135452" y="117445"/>
                      <a:pt x="126413" y="113702"/>
                      <a:pt x="119622" y="106911"/>
                    </a:cubicBezTo>
                    <a:cubicBezTo>
                      <a:pt x="112830" y="100119"/>
                      <a:pt x="109087" y="91080"/>
                      <a:pt x="109087" y="81469"/>
                    </a:cubicBezTo>
                    <a:cubicBezTo>
                      <a:pt x="109087" y="71859"/>
                      <a:pt x="112840" y="62819"/>
                      <a:pt x="119622" y="56028"/>
                    </a:cubicBezTo>
                    <a:cubicBezTo>
                      <a:pt x="133204" y="42445"/>
                      <a:pt x="156903" y="42445"/>
                      <a:pt x="170504" y="56028"/>
                    </a:cubicBezTo>
                    <a:cubicBezTo>
                      <a:pt x="184525" y="70058"/>
                      <a:pt x="184525" y="92880"/>
                      <a:pt x="170504" y="106911"/>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24" name="Group 23">
            <a:extLst>
              <a:ext uri="{FF2B5EF4-FFF2-40B4-BE49-F238E27FC236}">
                <a16:creationId xmlns:a16="http://schemas.microsoft.com/office/drawing/2014/main" id="{15856C2A-2711-F847-2A26-1B8001BDC753}"/>
              </a:ext>
            </a:extLst>
          </p:cNvPr>
          <p:cNvGrpSpPr/>
          <p:nvPr/>
        </p:nvGrpSpPr>
        <p:grpSpPr>
          <a:xfrm>
            <a:off x="8448448" y="1539876"/>
            <a:ext cx="608900" cy="608894"/>
            <a:chOff x="4527538" y="2586038"/>
            <a:chExt cx="370004" cy="370000"/>
          </a:xfrm>
        </p:grpSpPr>
        <p:grpSp>
          <p:nvGrpSpPr>
            <p:cNvPr id="25" name="Group 24">
              <a:extLst>
                <a:ext uri="{FF2B5EF4-FFF2-40B4-BE49-F238E27FC236}">
                  <a16:creationId xmlns:a16="http://schemas.microsoft.com/office/drawing/2014/main" id="{B896BDBB-6698-4420-1036-BD805C4A4B54}"/>
                </a:ext>
              </a:extLst>
            </p:cNvPr>
            <p:cNvGrpSpPr/>
            <p:nvPr/>
          </p:nvGrpSpPr>
          <p:grpSpPr>
            <a:xfrm>
              <a:off x="4527538" y="2586038"/>
              <a:ext cx="370004" cy="370000"/>
              <a:chOff x="4527538" y="2586038"/>
              <a:chExt cx="370004" cy="370000"/>
            </a:xfrm>
          </p:grpSpPr>
          <p:sp>
            <p:nvSpPr>
              <p:cNvPr id="35" name="Oval 34_1">
                <a:extLst>
                  <a:ext uri="{FF2B5EF4-FFF2-40B4-BE49-F238E27FC236}">
                    <a16:creationId xmlns:a16="http://schemas.microsoft.com/office/drawing/2014/main" id="{D62AD0D8-1BBC-DA55-A8A4-F0AC9956B77A}"/>
                  </a:ext>
                </a:extLst>
              </p:cNvPr>
              <p:cNvSpPr/>
              <p:nvPr/>
            </p:nvSpPr>
            <p:spPr bwMode="auto">
              <a:xfrm>
                <a:off x="4527538" y="2586038"/>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36" name="Oval 35">
                <a:extLst>
                  <a:ext uri="{FF2B5EF4-FFF2-40B4-BE49-F238E27FC236}">
                    <a16:creationId xmlns:a16="http://schemas.microsoft.com/office/drawing/2014/main" id="{EA164F96-9FE4-F2A5-B5B9-6F8FF3F07325}"/>
                  </a:ext>
                </a:extLst>
              </p:cNvPr>
              <p:cNvSpPr/>
              <p:nvPr/>
            </p:nvSpPr>
            <p:spPr bwMode="auto">
              <a:xfrm>
                <a:off x="4557703" y="2616200"/>
                <a:ext cx="309678" cy="309674"/>
              </a:xfrm>
              <a:prstGeom prst="ellipse">
                <a:avLst/>
              </a:prstGeom>
              <a:solidFill>
                <a:schemeClr val="tx1"/>
              </a:solidFill>
              <a:ln w="12700">
                <a:gradFill>
                  <a:gsLst>
                    <a:gs pos="0">
                      <a:srgbClr val="B85CBC">
                        <a:lumMod val="99000"/>
                      </a:srgbClr>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26" name="Group 25">
              <a:extLst>
                <a:ext uri="{FF2B5EF4-FFF2-40B4-BE49-F238E27FC236}">
                  <a16:creationId xmlns:a16="http://schemas.microsoft.com/office/drawing/2014/main" id="{4D79A6A5-7038-4C70-7082-348B073AFB96}"/>
                </a:ext>
              </a:extLst>
            </p:cNvPr>
            <p:cNvGrpSpPr/>
            <p:nvPr/>
          </p:nvGrpSpPr>
          <p:grpSpPr>
            <a:xfrm>
              <a:off x="4628043" y="2681288"/>
              <a:ext cx="168994" cy="179500"/>
              <a:chOff x="-8646311" y="35433"/>
              <a:chExt cx="4591333" cy="4876774"/>
            </a:xfrm>
          </p:grpSpPr>
          <p:sp>
            <p:nvSpPr>
              <p:cNvPr id="27" name="Freeform: Shape 26">
                <a:extLst>
                  <a:ext uri="{FF2B5EF4-FFF2-40B4-BE49-F238E27FC236}">
                    <a16:creationId xmlns:a16="http://schemas.microsoft.com/office/drawing/2014/main" id="{E100FBA1-3534-AE59-5826-B47A0109D7E2}"/>
                  </a:ext>
                </a:extLst>
              </p:cNvPr>
              <p:cNvSpPr/>
              <p:nvPr/>
            </p:nvSpPr>
            <p:spPr>
              <a:xfrm>
                <a:off x="-8646302" y="1237462"/>
                <a:ext cx="3979544" cy="2272950"/>
              </a:xfrm>
              <a:custGeom>
                <a:avLst/>
                <a:gdLst>
                  <a:gd name="connsiteX0" fmla="*/ 3050762 w 3979544"/>
                  <a:gd name="connsiteY0" fmla="*/ 1256729 h 2272950"/>
                  <a:gd name="connsiteX1" fmla="*/ 2815781 w 3979544"/>
                  <a:gd name="connsiteY1" fmla="*/ 1738884 h 2272950"/>
                  <a:gd name="connsiteX2" fmla="*/ 2146459 w 3979544"/>
                  <a:gd name="connsiteY2" fmla="*/ 1964627 h 2272950"/>
                  <a:gd name="connsiteX3" fmla="*/ 1841373 w 3979544"/>
                  <a:gd name="connsiteY3" fmla="*/ 2018062 h 2272950"/>
                  <a:gd name="connsiteX4" fmla="*/ 1622012 w 3979544"/>
                  <a:gd name="connsiteY4" fmla="*/ 2100453 h 2272950"/>
                  <a:gd name="connsiteX5" fmla="*/ 1386269 w 3979544"/>
                  <a:gd name="connsiteY5" fmla="*/ 2002822 h 2272950"/>
                  <a:gd name="connsiteX6" fmla="*/ 1334262 w 3979544"/>
                  <a:gd name="connsiteY6" fmla="*/ 1598771 h 2272950"/>
                  <a:gd name="connsiteX7" fmla="*/ 1387507 w 3979544"/>
                  <a:gd name="connsiteY7" fmla="*/ 1514380 h 2272950"/>
                  <a:gd name="connsiteX8" fmla="*/ 1424369 w 3979544"/>
                  <a:gd name="connsiteY8" fmla="*/ 1242536 h 2272950"/>
                  <a:gd name="connsiteX9" fmla="*/ 1650111 w 3979544"/>
                  <a:gd name="connsiteY9" fmla="*/ 573215 h 2272950"/>
                  <a:gd name="connsiteX10" fmla="*/ 2133410 w 3979544"/>
                  <a:gd name="connsiteY10" fmla="*/ 337757 h 2272950"/>
                  <a:gd name="connsiteX11" fmla="*/ 2295811 w 3979544"/>
                  <a:gd name="connsiteY11" fmla="*/ 0 h 2272950"/>
                  <a:gd name="connsiteX12" fmla="*/ 381476 w 3979544"/>
                  <a:gd name="connsiteY12" fmla="*/ 0 h 2272950"/>
                  <a:gd name="connsiteX13" fmla="*/ 0 w 3979544"/>
                  <a:gd name="connsiteY13" fmla="*/ 381381 h 2272950"/>
                  <a:gd name="connsiteX14" fmla="*/ 0 w 3979544"/>
                  <a:gd name="connsiteY14" fmla="*/ 2272951 h 2272950"/>
                  <a:gd name="connsiteX15" fmla="*/ 3979545 w 3979544"/>
                  <a:gd name="connsiteY15" fmla="*/ 2272951 h 2272950"/>
                  <a:gd name="connsiteX16" fmla="*/ 3979545 w 3979544"/>
                  <a:gd name="connsiteY16" fmla="*/ 394716 h 2272950"/>
                  <a:gd name="connsiteX17" fmla="*/ 3495961 w 3979544"/>
                  <a:gd name="connsiteY17" fmla="*/ 987361 h 2272950"/>
                  <a:gd name="connsiteX18" fmla="*/ 3050762 w 3979544"/>
                  <a:gd name="connsiteY18" fmla="*/ 1256729 h 227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79544" h="2272950">
                    <a:moveTo>
                      <a:pt x="3050762" y="1256729"/>
                    </a:moveTo>
                    <a:cubicBezTo>
                      <a:pt x="3028855" y="1435703"/>
                      <a:pt x="2948368" y="1606296"/>
                      <a:pt x="2815781" y="1738884"/>
                    </a:cubicBezTo>
                    <a:cubicBezTo>
                      <a:pt x="2654618" y="1900142"/>
                      <a:pt x="2429351" y="1976057"/>
                      <a:pt x="2146459" y="1964627"/>
                    </a:cubicBezTo>
                    <a:cubicBezTo>
                      <a:pt x="1948053" y="1956721"/>
                      <a:pt x="1856423" y="2008632"/>
                      <a:pt x="1841373" y="2018062"/>
                    </a:cubicBezTo>
                    <a:cubicBezTo>
                      <a:pt x="1780604" y="2071307"/>
                      <a:pt x="1703451" y="2100453"/>
                      <a:pt x="1622012" y="2100453"/>
                    </a:cubicBezTo>
                    <a:cubicBezTo>
                      <a:pt x="1532954" y="2100453"/>
                      <a:pt x="1449229" y="2065782"/>
                      <a:pt x="1386269" y="2002822"/>
                    </a:cubicBezTo>
                    <a:cubicBezTo>
                      <a:pt x="1277588" y="1894142"/>
                      <a:pt x="1260062" y="1726502"/>
                      <a:pt x="1334262" y="1598771"/>
                    </a:cubicBezTo>
                    <a:lnTo>
                      <a:pt x="1387507" y="1514380"/>
                    </a:lnTo>
                    <a:cubicBezTo>
                      <a:pt x="1405604" y="1470279"/>
                      <a:pt x="1430083" y="1383221"/>
                      <a:pt x="1424369" y="1242536"/>
                    </a:cubicBezTo>
                    <a:cubicBezTo>
                      <a:pt x="1413034" y="959549"/>
                      <a:pt x="1488948" y="734378"/>
                      <a:pt x="1650111" y="573215"/>
                    </a:cubicBezTo>
                    <a:cubicBezTo>
                      <a:pt x="1782128" y="441293"/>
                      <a:pt x="1950911" y="359569"/>
                      <a:pt x="2133410" y="337757"/>
                    </a:cubicBezTo>
                    <a:cubicBezTo>
                      <a:pt x="2159222" y="213646"/>
                      <a:pt x="2215134" y="97536"/>
                      <a:pt x="2295811" y="0"/>
                    </a:cubicBezTo>
                    <a:lnTo>
                      <a:pt x="381476" y="0"/>
                    </a:lnTo>
                    <a:cubicBezTo>
                      <a:pt x="171164" y="0"/>
                      <a:pt x="0" y="171069"/>
                      <a:pt x="0" y="381381"/>
                    </a:cubicBezTo>
                    <a:lnTo>
                      <a:pt x="0" y="2272951"/>
                    </a:lnTo>
                    <a:lnTo>
                      <a:pt x="3979545" y="2272951"/>
                    </a:lnTo>
                    <a:lnTo>
                      <a:pt x="3979545" y="394716"/>
                    </a:lnTo>
                    <a:lnTo>
                      <a:pt x="3495961" y="987361"/>
                    </a:lnTo>
                    <a:cubicBezTo>
                      <a:pt x="3382232" y="1126331"/>
                      <a:pt x="3224308" y="1220915"/>
                      <a:pt x="3050762" y="1256729"/>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Shape 28">
                <a:extLst>
                  <a:ext uri="{FF2B5EF4-FFF2-40B4-BE49-F238E27FC236}">
                    <a16:creationId xmlns:a16="http://schemas.microsoft.com/office/drawing/2014/main" id="{F5D3AE2E-8EFA-C02B-3CF5-64F0612D2F99}"/>
                  </a:ext>
                </a:extLst>
              </p:cNvPr>
              <p:cNvSpPr/>
              <p:nvPr/>
            </p:nvSpPr>
            <p:spPr>
              <a:xfrm>
                <a:off x="-8646311" y="3796163"/>
                <a:ext cx="3979544" cy="1116044"/>
              </a:xfrm>
              <a:custGeom>
                <a:avLst/>
                <a:gdLst>
                  <a:gd name="connsiteX0" fmla="*/ 10 w 3979544"/>
                  <a:gd name="connsiteY0" fmla="*/ 121920 h 1116044"/>
                  <a:gd name="connsiteX1" fmla="*/ 381486 w 3979544"/>
                  <a:gd name="connsiteY1" fmla="*/ 503206 h 1116044"/>
                  <a:gd name="connsiteX2" fmla="*/ 1465612 w 3979544"/>
                  <a:gd name="connsiteY2" fmla="*/ 503206 h 1116044"/>
                  <a:gd name="connsiteX3" fmla="*/ 1465612 w 3979544"/>
                  <a:gd name="connsiteY3" fmla="*/ 830294 h 1116044"/>
                  <a:gd name="connsiteX4" fmla="*/ 1225315 w 3979544"/>
                  <a:gd name="connsiteY4" fmla="*/ 830294 h 1116044"/>
                  <a:gd name="connsiteX5" fmla="*/ 1082440 w 3979544"/>
                  <a:gd name="connsiteY5" fmla="*/ 973169 h 1116044"/>
                  <a:gd name="connsiteX6" fmla="*/ 1225315 w 3979544"/>
                  <a:gd name="connsiteY6" fmla="*/ 1116044 h 1116044"/>
                  <a:gd name="connsiteX7" fmla="*/ 2754202 w 3979544"/>
                  <a:gd name="connsiteY7" fmla="*/ 1116044 h 1116044"/>
                  <a:gd name="connsiteX8" fmla="*/ 2897077 w 3979544"/>
                  <a:gd name="connsiteY8" fmla="*/ 973169 h 1116044"/>
                  <a:gd name="connsiteX9" fmla="*/ 2754202 w 3979544"/>
                  <a:gd name="connsiteY9" fmla="*/ 830294 h 1116044"/>
                  <a:gd name="connsiteX10" fmla="*/ 2513905 w 3979544"/>
                  <a:gd name="connsiteY10" fmla="*/ 830294 h 1116044"/>
                  <a:gd name="connsiteX11" fmla="*/ 2513905 w 3979544"/>
                  <a:gd name="connsiteY11" fmla="*/ 503206 h 1116044"/>
                  <a:gd name="connsiteX12" fmla="*/ 3598069 w 3979544"/>
                  <a:gd name="connsiteY12" fmla="*/ 503206 h 1116044"/>
                  <a:gd name="connsiteX13" fmla="*/ 3979545 w 3979544"/>
                  <a:gd name="connsiteY13" fmla="*/ 121920 h 1116044"/>
                  <a:gd name="connsiteX14" fmla="*/ 3979545 w 3979544"/>
                  <a:gd name="connsiteY14" fmla="*/ 0 h 1116044"/>
                  <a:gd name="connsiteX15" fmla="*/ 0 w 3979544"/>
                  <a:gd name="connsiteY15" fmla="*/ 0 h 1116044"/>
                  <a:gd name="connsiteX16" fmla="*/ 0 w 3979544"/>
                  <a:gd name="connsiteY16" fmla="*/ 121920 h 1116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9544" h="1116044">
                    <a:moveTo>
                      <a:pt x="10" y="121920"/>
                    </a:moveTo>
                    <a:cubicBezTo>
                      <a:pt x="10" y="332137"/>
                      <a:pt x="171174" y="503206"/>
                      <a:pt x="381486" y="503206"/>
                    </a:cubicBezTo>
                    <a:lnTo>
                      <a:pt x="1465612" y="503206"/>
                    </a:lnTo>
                    <a:lnTo>
                      <a:pt x="1465612" y="830294"/>
                    </a:lnTo>
                    <a:lnTo>
                      <a:pt x="1225315" y="830294"/>
                    </a:lnTo>
                    <a:cubicBezTo>
                      <a:pt x="1146410" y="830294"/>
                      <a:pt x="1082440" y="894264"/>
                      <a:pt x="1082440" y="973169"/>
                    </a:cubicBezTo>
                    <a:cubicBezTo>
                      <a:pt x="1082440" y="1052075"/>
                      <a:pt x="1146410" y="1116044"/>
                      <a:pt x="1225315" y="1116044"/>
                    </a:cubicBezTo>
                    <a:lnTo>
                      <a:pt x="2754202" y="1116044"/>
                    </a:lnTo>
                    <a:cubicBezTo>
                      <a:pt x="2833107" y="1116044"/>
                      <a:pt x="2897077" y="1052075"/>
                      <a:pt x="2897077" y="973169"/>
                    </a:cubicBezTo>
                    <a:cubicBezTo>
                      <a:pt x="2897077" y="894264"/>
                      <a:pt x="2833107" y="830294"/>
                      <a:pt x="2754202" y="830294"/>
                    </a:cubicBezTo>
                    <a:lnTo>
                      <a:pt x="2513905" y="830294"/>
                    </a:lnTo>
                    <a:lnTo>
                      <a:pt x="2513905" y="503206"/>
                    </a:lnTo>
                    <a:lnTo>
                      <a:pt x="3598069" y="503206"/>
                    </a:lnTo>
                    <a:cubicBezTo>
                      <a:pt x="3808381" y="503206"/>
                      <a:pt x="3979545" y="332137"/>
                      <a:pt x="3979545" y="121920"/>
                    </a:cubicBezTo>
                    <a:lnTo>
                      <a:pt x="3979545" y="0"/>
                    </a:lnTo>
                    <a:lnTo>
                      <a:pt x="0" y="0"/>
                    </a:lnTo>
                    <a:lnTo>
                      <a:pt x="0" y="121920"/>
                    </a:lnTo>
                    <a:close/>
                  </a:path>
                </a:pathLst>
              </a:custGeom>
              <a:solidFill>
                <a:srgbClr val="B85CBC"/>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F331BC36-5A06-C715-CF27-58BFAEBE0A8D}"/>
                  </a:ext>
                </a:extLst>
              </p:cNvPr>
              <p:cNvSpPr/>
              <p:nvPr/>
            </p:nvSpPr>
            <p:spPr>
              <a:xfrm>
                <a:off x="-7068400" y="1851672"/>
                <a:ext cx="1196857" cy="1197111"/>
              </a:xfrm>
              <a:custGeom>
                <a:avLst/>
                <a:gdLst>
                  <a:gd name="connsiteX0" fmla="*/ 13878 w 1196857"/>
                  <a:gd name="connsiteY0" fmla="*/ 1115883 h 1197111"/>
                  <a:gd name="connsiteX1" fmla="*/ 13802 w 1196857"/>
                  <a:gd name="connsiteY1" fmla="*/ 1115959 h 1197111"/>
                  <a:gd name="connsiteX2" fmla="*/ 13764 w 1196857"/>
                  <a:gd name="connsiteY2" fmla="*/ 1115997 h 1197111"/>
                  <a:gd name="connsiteX3" fmla="*/ 13726 w 1196857"/>
                  <a:gd name="connsiteY3" fmla="*/ 1116035 h 1197111"/>
                  <a:gd name="connsiteX4" fmla="*/ 13678 w 1196857"/>
                  <a:gd name="connsiteY4" fmla="*/ 1116083 h 1197111"/>
                  <a:gd name="connsiteX5" fmla="*/ 13630 w 1196857"/>
                  <a:gd name="connsiteY5" fmla="*/ 1116130 h 1197111"/>
                  <a:gd name="connsiteX6" fmla="*/ 13621 w 1196857"/>
                  <a:gd name="connsiteY6" fmla="*/ 1116139 h 1197111"/>
                  <a:gd name="connsiteX7" fmla="*/ 13573 w 1196857"/>
                  <a:gd name="connsiteY7" fmla="*/ 1116187 h 1197111"/>
                  <a:gd name="connsiteX8" fmla="*/ 13564 w 1196857"/>
                  <a:gd name="connsiteY8" fmla="*/ 1116197 h 1197111"/>
                  <a:gd name="connsiteX9" fmla="*/ 13526 w 1196857"/>
                  <a:gd name="connsiteY9" fmla="*/ 1116244 h 1197111"/>
                  <a:gd name="connsiteX10" fmla="*/ 13516 w 1196857"/>
                  <a:gd name="connsiteY10" fmla="*/ 1116254 h 1197111"/>
                  <a:gd name="connsiteX11" fmla="*/ 13469 w 1196857"/>
                  <a:gd name="connsiteY11" fmla="*/ 1116301 h 1197111"/>
                  <a:gd name="connsiteX12" fmla="*/ 13459 w 1196857"/>
                  <a:gd name="connsiteY12" fmla="*/ 1116311 h 1197111"/>
                  <a:gd name="connsiteX13" fmla="*/ 13411 w 1196857"/>
                  <a:gd name="connsiteY13" fmla="*/ 1116359 h 1197111"/>
                  <a:gd name="connsiteX14" fmla="*/ 13945 w 1196857"/>
                  <a:gd name="connsiteY14" fmla="*/ 1183167 h 1197111"/>
                  <a:gd name="connsiteX15" fmla="*/ 47625 w 1196857"/>
                  <a:gd name="connsiteY15" fmla="*/ 1197112 h 1197111"/>
                  <a:gd name="connsiteX16" fmla="*/ 81048 w 1196857"/>
                  <a:gd name="connsiteY16" fmla="*/ 1183415 h 1197111"/>
                  <a:gd name="connsiteX17" fmla="*/ 583654 w 1196857"/>
                  <a:gd name="connsiteY17" fmla="*/ 1061561 h 1197111"/>
                  <a:gd name="connsiteX18" fmla="*/ 1039387 w 1196857"/>
                  <a:gd name="connsiteY18" fmla="*/ 919267 h 1197111"/>
                  <a:gd name="connsiteX19" fmla="*/ 1039387 w 1196857"/>
                  <a:gd name="connsiteY19" fmla="*/ 157725 h 1197111"/>
                  <a:gd name="connsiteX20" fmla="*/ 658616 w 1196857"/>
                  <a:gd name="connsiteY20" fmla="*/ 0 h 1197111"/>
                  <a:gd name="connsiteX21" fmla="*/ 277844 w 1196857"/>
                  <a:gd name="connsiteY21" fmla="*/ 157725 h 1197111"/>
                  <a:gd name="connsiteX22" fmla="*/ 135550 w 1196857"/>
                  <a:gd name="connsiteY22" fmla="*/ 613458 h 1197111"/>
                  <a:gd name="connsiteX23" fmla="*/ 13945 w 1196857"/>
                  <a:gd name="connsiteY23" fmla="*/ 1115816 h 1197111"/>
                  <a:gd name="connsiteX24" fmla="*/ 13878 w 1196857"/>
                  <a:gd name="connsiteY24" fmla="*/ 1115883 h 11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96857" h="1197111">
                    <a:moveTo>
                      <a:pt x="13878" y="1115883"/>
                    </a:moveTo>
                    <a:cubicBezTo>
                      <a:pt x="13850" y="1115901"/>
                      <a:pt x="13821" y="1115930"/>
                      <a:pt x="13802" y="1115959"/>
                    </a:cubicBezTo>
                    <a:cubicBezTo>
                      <a:pt x="13783" y="1115968"/>
                      <a:pt x="13773" y="1115978"/>
                      <a:pt x="13764" y="1115997"/>
                    </a:cubicBezTo>
                    <a:lnTo>
                      <a:pt x="13726" y="1116035"/>
                    </a:lnTo>
                    <a:cubicBezTo>
                      <a:pt x="13707" y="1116044"/>
                      <a:pt x="13697" y="1116063"/>
                      <a:pt x="13678" y="1116083"/>
                    </a:cubicBezTo>
                    <a:cubicBezTo>
                      <a:pt x="13669" y="1116111"/>
                      <a:pt x="13659" y="1116111"/>
                      <a:pt x="13630" y="1116130"/>
                    </a:cubicBezTo>
                    <a:lnTo>
                      <a:pt x="13621" y="1116139"/>
                    </a:lnTo>
                    <a:cubicBezTo>
                      <a:pt x="13611" y="1116159"/>
                      <a:pt x="13592" y="1116168"/>
                      <a:pt x="13573" y="1116187"/>
                    </a:cubicBezTo>
                    <a:cubicBezTo>
                      <a:pt x="13573" y="1116187"/>
                      <a:pt x="13573" y="1116187"/>
                      <a:pt x="13564" y="1116197"/>
                    </a:cubicBezTo>
                    <a:cubicBezTo>
                      <a:pt x="13554" y="1116206"/>
                      <a:pt x="13535" y="1116225"/>
                      <a:pt x="13526" y="1116244"/>
                    </a:cubicBezTo>
                    <a:cubicBezTo>
                      <a:pt x="13526" y="1116244"/>
                      <a:pt x="13526" y="1116244"/>
                      <a:pt x="13516" y="1116254"/>
                    </a:cubicBezTo>
                    <a:cubicBezTo>
                      <a:pt x="13497" y="1116263"/>
                      <a:pt x="13488" y="1116283"/>
                      <a:pt x="13469" y="1116301"/>
                    </a:cubicBezTo>
                    <a:cubicBezTo>
                      <a:pt x="13469" y="1116301"/>
                      <a:pt x="13469" y="1116301"/>
                      <a:pt x="13459" y="1116311"/>
                    </a:cubicBezTo>
                    <a:lnTo>
                      <a:pt x="13411" y="1116359"/>
                    </a:lnTo>
                    <a:cubicBezTo>
                      <a:pt x="-4648" y="1134999"/>
                      <a:pt x="-4467" y="1164746"/>
                      <a:pt x="13945" y="1183167"/>
                    </a:cubicBezTo>
                    <a:cubicBezTo>
                      <a:pt x="23251" y="1192463"/>
                      <a:pt x="35433" y="1197112"/>
                      <a:pt x="47625" y="1197112"/>
                    </a:cubicBezTo>
                    <a:cubicBezTo>
                      <a:pt x="59703" y="1197112"/>
                      <a:pt x="71781" y="1192549"/>
                      <a:pt x="81048" y="1183415"/>
                    </a:cubicBezTo>
                    <a:cubicBezTo>
                      <a:pt x="83963" y="1180652"/>
                      <a:pt x="228238" y="1047274"/>
                      <a:pt x="583654" y="1061561"/>
                    </a:cubicBezTo>
                    <a:cubicBezTo>
                      <a:pt x="783612" y="1069619"/>
                      <a:pt x="936927" y="1021718"/>
                      <a:pt x="1039387" y="919267"/>
                    </a:cubicBezTo>
                    <a:cubicBezTo>
                      <a:pt x="1249347" y="709308"/>
                      <a:pt x="1249347" y="367684"/>
                      <a:pt x="1039387" y="157725"/>
                    </a:cubicBezTo>
                    <a:cubicBezTo>
                      <a:pt x="937679" y="56016"/>
                      <a:pt x="802453" y="0"/>
                      <a:pt x="658616" y="0"/>
                    </a:cubicBezTo>
                    <a:cubicBezTo>
                      <a:pt x="514779" y="0"/>
                      <a:pt x="379552" y="56007"/>
                      <a:pt x="277844" y="157725"/>
                    </a:cubicBezTo>
                    <a:cubicBezTo>
                      <a:pt x="175394" y="260175"/>
                      <a:pt x="127511" y="413509"/>
                      <a:pt x="135550" y="613458"/>
                    </a:cubicBezTo>
                    <a:cubicBezTo>
                      <a:pt x="149914" y="970807"/>
                      <a:pt x="15031" y="1114692"/>
                      <a:pt x="13945" y="1115816"/>
                    </a:cubicBezTo>
                    <a:cubicBezTo>
                      <a:pt x="13907" y="1115844"/>
                      <a:pt x="13897" y="1115863"/>
                      <a:pt x="13878" y="1115883"/>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D170093A-7A3F-2A29-6E6A-5FA731DD81E3}"/>
                  </a:ext>
                </a:extLst>
              </p:cNvPr>
              <p:cNvSpPr/>
              <p:nvPr/>
            </p:nvSpPr>
            <p:spPr>
              <a:xfrm>
                <a:off x="-6218951" y="1166748"/>
                <a:ext cx="1033233" cy="1033691"/>
              </a:xfrm>
              <a:custGeom>
                <a:avLst/>
                <a:gdLst>
                  <a:gd name="connsiteX0" fmla="*/ 611029 w 1033233"/>
                  <a:gd name="connsiteY0" fmla="*/ 1033691 h 1033691"/>
                  <a:gd name="connsiteX1" fmla="*/ 850678 w 1033233"/>
                  <a:gd name="connsiteY1" fmla="*/ 874052 h 1033691"/>
                  <a:gd name="connsiteX2" fmla="*/ 1033234 w 1033233"/>
                  <a:gd name="connsiteY2" fmla="*/ 650329 h 1033691"/>
                  <a:gd name="connsiteX3" fmla="*/ 382905 w 1033233"/>
                  <a:gd name="connsiteY3" fmla="*/ 0 h 1033691"/>
                  <a:gd name="connsiteX4" fmla="*/ 160115 w 1033233"/>
                  <a:gd name="connsiteY4" fmla="*/ 181966 h 1033691"/>
                  <a:gd name="connsiteX5" fmla="*/ 0 w 1033233"/>
                  <a:gd name="connsiteY5" fmla="*/ 421424 h 1033691"/>
                  <a:gd name="connsiteX6" fmla="*/ 391954 w 1033233"/>
                  <a:gd name="connsiteY6" fmla="*/ 640594 h 1033691"/>
                  <a:gd name="connsiteX7" fmla="*/ 611029 w 1033233"/>
                  <a:gd name="connsiteY7" fmla="*/ 1033691 h 1033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3233" h="1033691">
                    <a:moveTo>
                      <a:pt x="611029" y="1033691"/>
                    </a:moveTo>
                    <a:cubicBezTo>
                      <a:pt x="704183" y="1005783"/>
                      <a:pt x="788098" y="950538"/>
                      <a:pt x="850678" y="874052"/>
                    </a:cubicBezTo>
                    <a:lnTo>
                      <a:pt x="1033234" y="650329"/>
                    </a:lnTo>
                    <a:lnTo>
                      <a:pt x="382905" y="0"/>
                    </a:lnTo>
                    <a:lnTo>
                      <a:pt x="160115" y="181966"/>
                    </a:lnTo>
                    <a:cubicBezTo>
                      <a:pt x="83439" y="244450"/>
                      <a:pt x="28004" y="328270"/>
                      <a:pt x="0" y="421424"/>
                    </a:cubicBezTo>
                    <a:cubicBezTo>
                      <a:pt x="147256" y="456000"/>
                      <a:pt x="282321" y="530962"/>
                      <a:pt x="391954" y="640594"/>
                    </a:cubicBezTo>
                    <a:cubicBezTo>
                      <a:pt x="504158" y="752799"/>
                      <a:pt x="577215" y="889483"/>
                      <a:pt x="611029" y="1033691"/>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7F64C389-CD29-3F50-65AE-F2F858295A29}"/>
                  </a:ext>
                </a:extLst>
              </p:cNvPr>
              <p:cNvSpPr/>
              <p:nvPr/>
            </p:nvSpPr>
            <p:spPr>
              <a:xfrm>
                <a:off x="-5613618" y="35433"/>
                <a:ext cx="1558640" cy="1559121"/>
              </a:xfrm>
              <a:custGeom>
                <a:avLst/>
                <a:gdLst>
                  <a:gd name="connsiteX0" fmla="*/ 1472832 w 1558640"/>
                  <a:gd name="connsiteY0" fmla="*/ 85794 h 1559121"/>
                  <a:gd name="connsiteX1" fmla="*/ 1081640 w 1558640"/>
                  <a:gd name="connsiteY1" fmla="*/ 66173 h 1559121"/>
                  <a:gd name="connsiteX2" fmla="*/ 0 w 1558640"/>
                  <a:gd name="connsiteY2" fmla="*/ 949645 h 1559121"/>
                  <a:gd name="connsiteX3" fmla="*/ 609476 w 1558640"/>
                  <a:gd name="connsiteY3" fmla="*/ 1559121 h 1559121"/>
                  <a:gd name="connsiteX4" fmla="*/ 1492548 w 1558640"/>
                  <a:gd name="connsiteY4" fmla="*/ 476900 h 1559121"/>
                  <a:gd name="connsiteX5" fmla="*/ 1472832 w 1558640"/>
                  <a:gd name="connsiteY5" fmla="*/ 85794 h 155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640" h="1559121">
                    <a:moveTo>
                      <a:pt x="1472832" y="85794"/>
                    </a:moveTo>
                    <a:cubicBezTo>
                      <a:pt x="1366438" y="-20600"/>
                      <a:pt x="1198226" y="-29077"/>
                      <a:pt x="1081640" y="66173"/>
                    </a:cubicBezTo>
                    <a:lnTo>
                      <a:pt x="0" y="949645"/>
                    </a:lnTo>
                    <a:lnTo>
                      <a:pt x="609476" y="1559121"/>
                    </a:lnTo>
                    <a:lnTo>
                      <a:pt x="1492548" y="476900"/>
                    </a:lnTo>
                    <a:cubicBezTo>
                      <a:pt x="1587703" y="360400"/>
                      <a:pt x="1579226" y="192188"/>
                      <a:pt x="1472832" y="85794"/>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1432" name="Group 1431">
            <a:extLst>
              <a:ext uri="{FF2B5EF4-FFF2-40B4-BE49-F238E27FC236}">
                <a16:creationId xmlns:a16="http://schemas.microsoft.com/office/drawing/2014/main" id="{E42AB94A-1F44-A7D3-3005-4FA9CC462258}"/>
              </a:ext>
            </a:extLst>
          </p:cNvPr>
          <p:cNvGrpSpPr/>
          <p:nvPr/>
        </p:nvGrpSpPr>
        <p:grpSpPr>
          <a:xfrm>
            <a:off x="8448448" y="4523222"/>
            <a:ext cx="608900" cy="608894"/>
            <a:chOff x="4527538" y="2586038"/>
            <a:chExt cx="370004" cy="370000"/>
          </a:xfrm>
        </p:grpSpPr>
        <p:grpSp>
          <p:nvGrpSpPr>
            <p:cNvPr id="1433" name="Group 1432">
              <a:extLst>
                <a:ext uri="{FF2B5EF4-FFF2-40B4-BE49-F238E27FC236}">
                  <a16:creationId xmlns:a16="http://schemas.microsoft.com/office/drawing/2014/main" id="{66EB8F91-D452-0948-7906-6C4C32A9C601}"/>
                </a:ext>
              </a:extLst>
            </p:cNvPr>
            <p:cNvGrpSpPr/>
            <p:nvPr/>
          </p:nvGrpSpPr>
          <p:grpSpPr>
            <a:xfrm>
              <a:off x="4527538" y="2586038"/>
              <a:ext cx="370004" cy="370000"/>
              <a:chOff x="4527538" y="2586038"/>
              <a:chExt cx="370004" cy="370000"/>
            </a:xfrm>
          </p:grpSpPr>
          <p:sp>
            <p:nvSpPr>
              <p:cNvPr id="1440" name="Oval 34_1">
                <a:extLst>
                  <a:ext uri="{FF2B5EF4-FFF2-40B4-BE49-F238E27FC236}">
                    <a16:creationId xmlns:a16="http://schemas.microsoft.com/office/drawing/2014/main" id="{7096EED4-98F7-EC03-1710-197A220ED4D5}"/>
                  </a:ext>
                </a:extLst>
              </p:cNvPr>
              <p:cNvSpPr/>
              <p:nvPr/>
            </p:nvSpPr>
            <p:spPr bwMode="auto">
              <a:xfrm>
                <a:off x="4527538" y="2586038"/>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42" name="Oval 1441">
                <a:extLst>
                  <a:ext uri="{FF2B5EF4-FFF2-40B4-BE49-F238E27FC236}">
                    <a16:creationId xmlns:a16="http://schemas.microsoft.com/office/drawing/2014/main" id="{6E481526-CAF6-F9B6-0F5A-DB6BFF49A0E3}"/>
                  </a:ext>
                </a:extLst>
              </p:cNvPr>
              <p:cNvSpPr/>
              <p:nvPr/>
            </p:nvSpPr>
            <p:spPr bwMode="auto">
              <a:xfrm>
                <a:off x="4557703" y="2616200"/>
                <a:ext cx="309678" cy="309674"/>
              </a:xfrm>
              <a:prstGeom prst="ellipse">
                <a:avLst/>
              </a:prstGeom>
              <a:solidFill>
                <a:schemeClr val="tx1"/>
              </a:solidFill>
              <a:ln w="12700">
                <a:gradFill>
                  <a:gsLst>
                    <a:gs pos="0">
                      <a:srgbClr val="B85CBC">
                        <a:lumMod val="99000"/>
                      </a:srgbClr>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434" name="Group 1433">
              <a:extLst>
                <a:ext uri="{FF2B5EF4-FFF2-40B4-BE49-F238E27FC236}">
                  <a16:creationId xmlns:a16="http://schemas.microsoft.com/office/drawing/2014/main" id="{73C5FA35-F876-81D6-E1A1-99ED8616CDFD}"/>
                </a:ext>
              </a:extLst>
            </p:cNvPr>
            <p:cNvGrpSpPr/>
            <p:nvPr/>
          </p:nvGrpSpPr>
          <p:grpSpPr>
            <a:xfrm>
              <a:off x="4628043" y="2681288"/>
              <a:ext cx="168994" cy="179500"/>
              <a:chOff x="-8646311" y="35433"/>
              <a:chExt cx="4591333" cy="4876774"/>
            </a:xfrm>
          </p:grpSpPr>
          <p:sp>
            <p:nvSpPr>
              <p:cNvPr id="1435" name="Freeform: Shape 1434">
                <a:extLst>
                  <a:ext uri="{FF2B5EF4-FFF2-40B4-BE49-F238E27FC236}">
                    <a16:creationId xmlns:a16="http://schemas.microsoft.com/office/drawing/2014/main" id="{CA6F1D54-BCD3-EF79-6BF4-A1B70E07D320}"/>
                  </a:ext>
                </a:extLst>
              </p:cNvPr>
              <p:cNvSpPr/>
              <p:nvPr/>
            </p:nvSpPr>
            <p:spPr>
              <a:xfrm>
                <a:off x="-8646302" y="1237462"/>
                <a:ext cx="3979544" cy="2272950"/>
              </a:xfrm>
              <a:custGeom>
                <a:avLst/>
                <a:gdLst>
                  <a:gd name="connsiteX0" fmla="*/ 3050762 w 3979544"/>
                  <a:gd name="connsiteY0" fmla="*/ 1256729 h 2272950"/>
                  <a:gd name="connsiteX1" fmla="*/ 2815781 w 3979544"/>
                  <a:gd name="connsiteY1" fmla="*/ 1738884 h 2272950"/>
                  <a:gd name="connsiteX2" fmla="*/ 2146459 w 3979544"/>
                  <a:gd name="connsiteY2" fmla="*/ 1964627 h 2272950"/>
                  <a:gd name="connsiteX3" fmla="*/ 1841373 w 3979544"/>
                  <a:gd name="connsiteY3" fmla="*/ 2018062 h 2272950"/>
                  <a:gd name="connsiteX4" fmla="*/ 1622012 w 3979544"/>
                  <a:gd name="connsiteY4" fmla="*/ 2100453 h 2272950"/>
                  <a:gd name="connsiteX5" fmla="*/ 1386269 w 3979544"/>
                  <a:gd name="connsiteY5" fmla="*/ 2002822 h 2272950"/>
                  <a:gd name="connsiteX6" fmla="*/ 1334262 w 3979544"/>
                  <a:gd name="connsiteY6" fmla="*/ 1598771 h 2272950"/>
                  <a:gd name="connsiteX7" fmla="*/ 1387507 w 3979544"/>
                  <a:gd name="connsiteY7" fmla="*/ 1514380 h 2272950"/>
                  <a:gd name="connsiteX8" fmla="*/ 1424369 w 3979544"/>
                  <a:gd name="connsiteY8" fmla="*/ 1242536 h 2272950"/>
                  <a:gd name="connsiteX9" fmla="*/ 1650111 w 3979544"/>
                  <a:gd name="connsiteY9" fmla="*/ 573215 h 2272950"/>
                  <a:gd name="connsiteX10" fmla="*/ 2133410 w 3979544"/>
                  <a:gd name="connsiteY10" fmla="*/ 337757 h 2272950"/>
                  <a:gd name="connsiteX11" fmla="*/ 2295811 w 3979544"/>
                  <a:gd name="connsiteY11" fmla="*/ 0 h 2272950"/>
                  <a:gd name="connsiteX12" fmla="*/ 381476 w 3979544"/>
                  <a:gd name="connsiteY12" fmla="*/ 0 h 2272950"/>
                  <a:gd name="connsiteX13" fmla="*/ 0 w 3979544"/>
                  <a:gd name="connsiteY13" fmla="*/ 381381 h 2272950"/>
                  <a:gd name="connsiteX14" fmla="*/ 0 w 3979544"/>
                  <a:gd name="connsiteY14" fmla="*/ 2272951 h 2272950"/>
                  <a:gd name="connsiteX15" fmla="*/ 3979545 w 3979544"/>
                  <a:gd name="connsiteY15" fmla="*/ 2272951 h 2272950"/>
                  <a:gd name="connsiteX16" fmla="*/ 3979545 w 3979544"/>
                  <a:gd name="connsiteY16" fmla="*/ 394716 h 2272950"/>
                  <a:gd name="connsiteX17" fmla="*/ 3495961 w 3979544"/>
                  <a:gd name="connsiteY17" fmla="*/ 987361 h 2272950"/>
                  <a:gd name="connsiteX18" fmla="*/ 3050762 w 3979544"/>
                  <a:gd name="connsiteY18" fmla="*/ 1256729 h 227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79544" h="2272950">
                    <a:moveTo>
                      <a:pt x="3050762" y="1256729"/>
                    </a:moveTo>
                    <a:cubicBezTo>
                      <a:pt x="3028855" y="1435703"/>
                      <a:pt x="2948368" y="1606296"/>
                      <a:pt x="2815781" y="1738884"/>
                    </a:cubicBezTo>
                    <a:cubicBezTo>
                      <a:pt x="2654618" y="1900142"/>
                      <a:pt x="2429351" y="1976057"/>
                      <a:pt x="2146459" y="1964627"/>
                    </a:cubicBezTo>
                    <a:cubicBezTo>
                      <a:pt x="1948053" y="1956721"/>
                      <a:pt x="1856423" y="2008632"/>
                      <a:pt x="1841373" y="2018062"/>
                    </a:cubicBezTo>
                    <a:cubicBezTo>
                      <a:pt x="1780604" y="2071307"/>
                      <a:pt x="1703451" y="2100453"/>
                      <a:pt x="1622012" y="2100453"/>
                    </a:cubicBezTo>
                    <a:cubicBezTo>
                      <a:pt x="1532954" y="2100453"/>
                      <a:pt x="1449229" y="2065782"/>
                      <a:pt x="1386269" y="2002822"/>
                    </a:cubicBezTo>
                    <a:cubicBezTo>
                      <a:pt x="1277588" y="1894142"/>
                      <a:pt x="1260062" y="1726502"/>
                      <a:pt x="1334262" y="1598771"/>
                    </a:cubicBezTo>
                    <a:lnTo>
                      <a:pt x="1387507" y="1514380"/>
                    </a:lnTo>
                    <a:cubicBezTo>
                      <a:pt x="1405604" y="1470279"/>
                      <a:pt x="1430083" y="1383221"/>
                      <a:pt x="1424369" y="1242536"/>
                    </a:cubicBezTo>
                    <a:cubicBezTo>
                      <a:pt x="1413034" y="959549"/>
                      <a:pt x="1488948" y="734378"/>
                      <a:pt x="1650111" y="573215"/>
                    </a:cubicBezTo>
                    <a:cubicBezTo>
                      <a:pt x="1782128" y="441293"/>
                      <a:pt x="1950911" y="359569"/>
                      <a:pt x="2133410" y="337757"/>
                    </a:cubicBezTo>
                    <a:cubicBezTo>
                      <a:pt x="2159222" y="213646"/>
                      <a:pt x="2215134" y="97536"/>
                      <a:pt x="2295811" y="0"/>
                    </a:cubicBezTo>
                    <a:lnTo>
                      <a:pt x="381476" y="0"/>
                    </a:lnTo>
                    <a:cubicBezTo>
                      <a:pt x="171164" y="0"/>
                      <a:pt x="0" y="171069"/>
                      <a:pt x="0" y="381381"/>
                    </a:cubicBezTo>
                    <a:lnTo>
                      <a:pt x="0" y="2272951"/>
                    </a:lnTo>
                    <a:lnTo>
                      <a:pt x="3979545" y="2272951"/>
                    </a:lnTo>
                    <a:lnTo>
                      <a:pt x="3979545" y="394716"/>
                    </a:lnTo>
                    <a:lnTo>
                      <a:pt x="3495961" y="987361"/>
                    </a:lnTo>
                    <a:cubicBezTo>
                      <a:pt x="3382232" y="1126331"/>
                      <a:pt x="3224308" y="1220915"/>
                      <a:pt x="3050762" y="1256729"/>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36" name="Freeform: Shape 1435">
                <a:extLst>
                  <a:ext uri="{FF2B5EF4-FFF2-40B4-BE49-F238E27FC236}">
                    <a16:creationId xmlns:a16="http://schemas.microsoft.com/office/drawing/2014/main" id="{44769DA2-41AC-913B-6534-98AFB9FFC40C}"/>
                  </a:ext>
                </a:extLst>
              </p:cNvPr>
              <p:cNvSpPr/>
              <p:nvPr/>
            </p:nvSpPr>
            <p:spPr>
              <a:xfrm>
                <a:off x="-8646311" y="3796163"/>
                <a:ext cx="3979544" cy="1116044"/>
              </a:xfrm>
              <a:custGeom>
                <a:avLst/>
                <a:gdLst>
                  <a:gd name="connsiteX0" fmla="*/ 10 w 3979544"/>
                  <a:gd name="connsiteY0" fmla="*/ 121920 h 1116044"/>
                  <a:gd name="connsiteX1" fmla="*/ 381486 w 3979544"/>
                  <a:gd name="connsiteY1" fmla="*/ 503206 h 1116044"/>
                  <a:gd name="connsiteX2" fmla="*/ 1465612 w 3979544"/>
                  <a:gd name="connsiteY2" fmla="*/ 503206 h 1116044"/>
                  <a:gd name="connsiteX3" fmla="*/ 1465612 w 3979544"/>
                  <a:gd name="connsiteY3" fmla="*/ 830294 h 1116044"/>
                  <a:gd name="connsiteX4" fmla="*/ 1225315 w 3979544"/>
                  <a:gd name="connsiteY4" fmla="*/ 830294 h 1116044"/>
                  <a:gd name="connsiteX5" fmla="*/ 1082440 w 3979544"/>
                  <a:gd name="connsiteY5" fmla="*/ 973169 h 1116044"/>
                  <a:gd name="connsiteX6" fmla="*/ 1225315 w 3979544"/>
                  <a:gd name="connsiteY6" fmla="*/ 1116044 h 1116044"/>
                  <a:gd name="connsiteX7" fmla="*/ 2754202 w 3979544"/>
                  <a:gd name="connsiteY7" fmla="*/ 1116044 h 1116044"/>
                  <a:gd name="connsiteX8" fmla="*/ 2897077 w 3979544"/>
                  <a:gd name="connsiteY8" fmla="*/ 973169 h 1116044"/>
                  <a:gd name="connsiteX9" fmla="*/ 2754202 w 3979544"/>
                  <a:gd name="connsiteY9" fmla="*/ 830294 h 1116044"/>
                  <a:gd name="connsiteX10" fmla="*/ 2513905 w 3979544"/>
                  <a:gd name="connsiteY10" fmla="*/ 830294 h 1116044"/>
                  <a:gd name="connsiteX11" fmla="*/ 2513905 w 3979544"/>
                  <a:gd name="connsiteY11" fmla="*/ 503206 h 1116044"/>
                  <a:gd name="connsiteX12" fmla="*/ 3598069 w 3979544"/>
                  <a:gd name="connsiteY12" fmla="*/ 503206 h 1116044"/>
                  <a:gd name="connsiteX13" fmla="*/ 3979545 w 3979544"/>
                  <a:gd name="connsiteY13" fmla="*/ 121920 h 1116044"/>
                  <a:gd name="connsiteX14" fmla="*/ 3979545 w 3979544"/>
                  <a:gd name="connsiteY14" fmla="*/ 0 h 1116044"/>
                  <a:gd name="connsiteX15" fmla="*/ 0 w 3979544"/>
                  <a:gd name="connsiteY15" fmla="*/ 0 h 1116044"/>
                  <a:gd name="connsiteX16" fmla="*/ 0 w 3979544"/>
                  <a:gd name="connsiteY16" fmla="*/ 121920 h 1116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79544" h="1116044">
                    <a:moveTo>
                      <a:pt x="10" y="121920"/>
                    </a:moveTo>
                    <a:cubicBezTo>
                      <a:pt x="10" y="332137"/>
                      <a:pt x="171174" y="503206"/>
                      <a:pt x="381486" y="503206"/>
                    </a:cubicBezTo>
                    <a:lnTo>
                      <a:pt x="1465612" y="503206"/>
                    </a:lnTo>
                    <a:lnTo>
                      <a:pt x="1465612" y="830294"/>
                    </a:lnTo>
                    <a:lnTo>
                      <a:pt x="1225315" y="830294"/>
                    </a:lnTo>
                    <a:cubicBezTo>
                      <a:pt x="1146410" y="830294"/>
                      <a:pt x="1082440" y="894264"/>
                      <a:pt x="1082440" y="973169"/>
                    </a:cubicBezTo>
                    <a:cubicBezTo>
                      <a:pt x="1082440" y="1052075"/>
                      <a:pt x="1146410" y="1116044"/>
                      <a:pt x="1225315" y="1116044"/>
                    </a:cubicBezTo>
                    <a:lnTo>
                      <a:pt x="2754202" y="1116044"/>
                    </a:lnTo>
                    <a:cubicBezTo>
                      <a:pt x="2833107" y="1116044"/>
                      <a:pt x="2897077" y="1052075"/>
                      <a:pt x="2897077" y="973169"/>
                    </a:cubicBezTo>
                    <a:cubicBezTo>
                      <a:pt x="2897077" y="894264"/>
                      <a:pt x="2833107" y="830294"/>
                      <a:pt x="2754202" y="830294"/>
                    </a:cubicBezTo>
                    <a:lnTo>
                      <a:pt x="2513905" y="830294"/>
                    </a:lnTo>
                    <a:lnTo>
                      <a:pt x="2513905" y="503206"/>
                    </a:lnTo>
                    <a:lnTo>
                      <a:pt x="3598069" y="503206"/>
                    </a:lnTo>
                    <a:cubicBezTo>
                      <a:pt x="3808381" y="503206"/>
                      <a:pt x="3979545" y="332137"/>
                      <a:pt x="3979545" y="121920"/>
                    </a:cubicBezTo>
                    <a:lnTo>
                      <a:pt x="3979545" y="0"/>
                    </a:lnTo>
                    <a:lnTo>
                      <a:pt x="0" y="0"/>
                    </a:lnTo>
                    <a:lnTo>
                      <a:pt x="0" y="121920"/>
                    </a:lnTo>
                    <a:close/>
                  </a:path>
                </a:pathLst>
              </a:custGeom>
              <a:solidFill>
                <a:srgbClr val="B85CBC"/>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37" name="Freeform: Shape 1436">
                <a:extLst>
                  <a:ext uri="{FF2B5EF4-FFF2-40B4-BE49-F238E27FC236}">
                    <a16:creationId xmlns:a16="http://schemas.microsoft.com/office/drawing/2014/main" id="{30F578EC-37E3-01A0-D781-AAC3A9BBA941}"/>
                  </a:ext>
                </a:extLst>
              </p:cNvPr>
              <p:cNvSpPr/>
              <p:nvPr/>
            </p:nvSpPr>
            <p:spPr>
              <a:xfrm>
                <a:off x="-7068400" y="1851672"/>
                <a:ext cx="1196857" cy="1197111"/>
              </a:xfrm>
              <a:custGeom>
                <a:avLst/>
                <a:gdLst>
                  <a:gd name="connsiteX0" fmla="*/ 13878 w 1196857"/>
                  <a:gd name="connsiteY0" fmla="*/ 1115883 h 1197111"/>
                  <a:gd name="connsiteX1" fmla="*/ 13802 w 1196857"/>
                  <a:gd name="connsiteY1" fmla="*/ 1115959 h 1197111"/>
                  <a:gd name="connsiteX2" fmla="*/ 13764 w 1196857"/>
                  <a:gd name="connsiteY2" fmla="*/ 1115997 h 1197111"/>
                  <a:gd name="connsiteX3" fmla="*/ 13726 w 1196857"/>
                  <a:gd name="connsiteY3" fmla="*/ 1116035 h 1197111"/>
                  <a:gd name="connsiteX4" fmla="*/ 13678 w 1196857"/>
                  <a:gd name="connsiteY4" fmla="*/ 1116083 h 1197111"/>
                  <a:gd name="connsiteX5" fmla="*/ 13630 w 1196857"/>
                  <a:gd name="connsiteY5" fmla="*/ 1116130 h 1197111"/>
                  <a:gd name="connsiteX6" fmla="*/ 13621 w 1196857"/>
                  <a:gd name="connsiteY6" fmla="*/ 1116139 h 1197111"/>
                  <a:gd name="connsiteX7" fmla="*/ 13573 w 1196857"/>
                  <a:gd name="connsiteY7" fmla="*/ 1116187 h 1197111"/>
                  <a:gd name="connsiteX8" fmla="*/ 13564 w 1196857"/>
                  <a:gd name="connsiteY8" fmla="*/ 1116197 h 1197111"/>
                  <a:gd name="connsiteX9" fmla="*/ 13526 w 1196857"/>
                  <a:gd name="connsiteY9" fmla="*/ 1116244 h 1197111"/>
                  <a:gd name="connsiteX10" fmla="*/ 13516 w 1196857"/>
                  <a:gd name="connsiteY10" fmla="*/ 1116254 h 1197111"/>
                  <a:gd name="connsiteX11" fmla="*/ 13469 w 1196857"/>
                  <a:gd name="connsiteY11" fmla="*/ 1116301 h 1197111"/>
                  <a:gd name="connsiteX12" fmla="*/ 13459 w 1196857"/>
                  <a:gd name="connsiteY12" fmla="*/ 1116311 h 1197111"/>
                  <a:gd name="connsiteX13" fmla="*/ 13411 w 1196857"/>
                  <a:gd name="connsiteY13" fmla="*/ 1116359 h 1197111"/>
                  <a:gd name="connsiteX14" fmla="*/ 13945 w 1196857"/>
                  <a:gd name="connsiteY14" fmla="*/ 1183167 h 1197111"/>
                  <a:gd name="connsiteX15" fmla="*/ 47625 w 1196857"/>
                  <a:gd name="connsiteY15" fmla="*/ 1197112 h 1197111"/>
                  <a:gd name="connsiteX16" fmla="*/ 81048 w 1196857"/>
                  <a:gd name="connsiteY16" fmla="*/ 1183415 h 1197111"/>
                  <a:gd name="connsiteX17" fmla="*/ 583654 w 1196857"/>
                  <a:gd name="connsiteY17" fmla="*/ 1061561 h 1197111"/>
                  <a:gd name="connsiteX18" fmla="*/ 1039387 w 1196857"/>
                  <a:gd name="connsiteY18" fmla="*/ 919267 h 1197111"/>
                  <a:gd name="connsiteX19" fmla="*/ 1039387 w 1196857"/>
                  <a:gd name="connsiteY19" fmla="*/ 157725 h 1197111"/>
                  <a:gd name="connsiteX20" fmla="*/ 658616 w 1196857"/>
                  <a:gd name="connsiteY20" fmla="*/ 0 h 1197111"/>
                  <a:gd name="connsiteX21" fmla="*/ 277844 w 1196857"/>
                  <a:gd name="connsiteY21" fmla="*/ 157725 h 1197111"/>
                  <a:gd name="connsiteX22" fmla="*/ 135550 w 1196857"/>
                  <a:gd name="connsiteY22" fmla="*/ 613458 h 1197111"/>
                  <a:gd name="connsiteX23" fmla="*/ 13945 w 1196857"/>
                  <a:gd name="connsiteY23" fmla="*/ 1115816 h 1197111"/>
                  <a:gd name="connsiteX24" fmla="*/ 13878 w 1196857"/>
                  <a:gd name="connsiteY24" fmla="*/ 1115883 h 11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96857" h="1197111">
                    <a:moveTo>
                      <a:pt x="13878" y="1115883"/>
                    </a:moveTo>
                    <a:cubicBezTo>
                      <a:pt x="13850" y="1115901"/>
                      <a:pt x="13821" y="1115930"/>
                      <a:pt x="13802" y="1115959"/>
                    </a:cubicBezTo>
                    <a:cubicBezTo>
                      <a:pt x="13783" y="1115968"/>
                      <a:pt x="13773" y="1115978"/>
                      <a:pt x="13764" y="1115997"/>
                    </a:cubicBezTo>
                    <a:lnTo>
                      <a:pt x="13726" y="1116035"/>
                    </a:lnTo>
                    <a:cubicBezTo>
                      <a:pt x="13707" y="1116044"/>
                      <a:pt x="13697" y="1116063"/>
                      <a:pt x="13678" y="1116083"/>
                    </a:cubicBezTo>
                    <a:cubicBezTo>
                      <a:pt x="13669" y="1116111"/>
                      <a:pt x="13659" y="1116111"/>
                      <a:pt x="13630" y="1116130"/>
                    </a:cubicBezTo>
                    <a:lnTo>
                      <a:pt x="13621" y="1116139"/>
                    </a:lnTo>
                    <a:cubicBezTo>
                      <a:pt x="13611" y="1116159"/>
                      <a:pt x="13592" y="1116168"/>
                      <a:pt x="13573" y="1116187"/>
                    </a:cubicBezTo>
                    <a:cubicBezTo>
                      <a:pt x="13573" y="1116187"/>
                      <a:pt x="13573" y="1116187"/>
                      <a:pt x="13564" y="1116197"/>
                    </a:cubicBezTo>
                    <a:cubicBezTo>
                      <a:pt x="13554" y="1116206"/>
                      <a:pt x="13535" y="1116225"/>
                      <a:pt x="13526" y="1116244"/>
                    </a:cubicBezTo>
                    <a:cubicBezTo>
                      <a:pt x="13526" y="1116244"/>
                      <a:pt x="13526" y="1116244"/>
                      <a:pt x="13516" y="1116254"/>
                    </a:cubicBezTo>
                    <a:cubicBezTo>
                      <a:pt x="13497" y="1116263"/>
                      <a:pt x="13488" y="1116283"/>
                      <a:pt x="13469" y="1116301"/>
                    </a:cubicBezTo>
                    <a:cubicBezTo>
                      <a:pt x="13469" y="1116301"/>
                      <a:pt x="13469" y="1116301"/>
                      <a:pt x="13459" y="1116311"/>
                    </a:cubicBezTo>
                    <a:lnTo>
                      <a:pt x="13411" y="1116359"/>
                    </a:lnTo>
                    <a:cubicBezTo>
                      <a:pt x="-4648" y="1134999"/>
                      <a:pt x="-4467" y="1164746"/>
                      <a:pt x="13945" y="1183167"/>
                    </a:cubicBezTo>
                    <a:cubicBezTo>
                      <a:pt x="23251" y="1192463"/>
                      <a:pt x="35433" y="1197112"/>
                      <a:pt x="47625" y="1197112"/>
                    </a:cubicBezTo>
                    <a:cubicBezTo>
                      <a:pt x="59703" y="1197112"/>
                      <a:pt x="71781" y="1192549"/>
                      <a:pt x="81048" y="1183415"/>
                    </a:cubicBezTo>
                    <a:cubicBezTo>
                      <a:pt x="83963" y="1180652"/>
                      <a:pt x="228238" y="1047274"/>
                      <a:pt x="583654" y="1061561"/>
                    </a:cubicBezTo>
                    <a:cubicBezTo>
                      <a:pt x="783612" y="1069619"/>
                      <a:pt x="936927" y="1021718"/>
                      <a:pt x="1039387" y="919267"/>
                    </a:cubicBezTo>
                    <a:cubicBezTo>
                      <a:pt x="1249347" y="709308"/>
                      <a:pt x="1249347" y="367684"/>
                      <a:pt x="1039387" y="157725"/>
                    </a:cubicBezTo>
                    <a:cubicBezTo>
                      <a:pt x="937679" y="56016"/>
                      <a:pt x="802453" y="0"/>
                      <a:pt x="658616" y="0"/>
                    </a:cubicBezTo>
                    <a:cubicBezTo>
                      <a:pt x="514779" y="0"/>
                      <a:pt x="379552" y="56007"/>
                      <a:pt x="277844" y="157725"/>
                    </a:cubicBezTo>
                    <a:cubicBezTo>
                      <a:pt x="175394" y="260175"/>
                      <a:pt x="127511" y="413509"/>
                      <a:pt x="135550" y="613458"/>
                    </a:cubicBezTo>
                    <a:cubicBezTo>
                      <a:pt x="149914" y="970807"/>
                      <a:pt x="15031" y="1114692"/>
                      <a:pt x="13945" y="1115816"/>
                    </a:cubicBezTo>
                    <a:cubicBezTo>
                      <a:pt x="13907" y="1115844"/>
                      <a:pt x="13897" y="1115863"/>
                      <a:pt x="13878" y="1115883"/>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38" name="Freeform: Shape 1437">
                <a:extLst>
                  <a:ext uri="{FF2B5EF4-FFF2-40B4-BE49-F238E27FC236}">
                    <a16:creationId xmlns:a16="http://schemas.microsoft.com/office/drawing/2014/main" id="{630EA463-7FC7-A452-B3DF-EE405F5D6907}"/>
                  </a:ext>
                </a:extLst>
              </p:cNvPr>
              <p:cNvSpPr/>
              <p:nvPr/>
            </p:nvSpPr>
            <p:spPr>
              <a:xfrm>
                <a:off x="-6218951" y="1166748"/>
                <a:ext cx="1033233" cy="1033691"/>
              </a:xfrm>
              <a:custGeom>
                <a:avLst/>
                <a:gdLst>
                  <a:gd name="connsiteX0" fmla="*/ 611029 w 1033233"/>
                  <a:gd name="connsiteY0" fmla="*/ 1033691 h 1033691"/>
                  <a:gd name="connsiteX1" fmla="*/ 850678 w 1033233"/>
                  <a:gd name="connsiteY1" fmla="*/ 874052 h 1033691"/>
                  <a:gd name="connsiteX2" fmla="*/ 1033234 w 1033233"/>
                  <a:gd name="connsiteY2" fmla="*/ 650329 h 1033691"/>
                  <a:gd name="connsiteX3" fmla="*/ 382905 w 1033233"/>
                  <a:gd name="connsiteY3" fmla="*/ 0 h 1033691"/>
                  <a:gd name="connsiteX4" fmla="*/ 160115 w 1033233"/>
                  <a:gd name="connsiteY4" fmla="*/ 181966 h 1033691"/>
                  <a:gd name="connsiteX5" fmla="*/ 0 w 1033233"/>
                  <a:gd name="connsiteY5" fmla="*/ 421424 h 1033691"/>
                  <a:gd name="connsiteX6" fmla="*/ 391954 w 1033233"/>
                  <a:gd name="connsiteY6" fmla="*/ 640594 h 1033691"/>
                  <a:gd name="connsiteX7" fmla="*/ 611029 w 1033233"/>
                  <a:gd name="connsiteY7" fmla="*/ 1033691 h 1033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3233" h="1033691">
                    <a:moveTo>
                      <a:pt x="611029" y="1033691"/>
                    </a:moveTo>
                    <a:cubicBezTo>
                      <a:pt x="704183" y="1005783"/>
                      <a:pt x="788098" y="950538"/>
                      <a:pt x="850678" y="874052"/>
                    </a:cubicBezTo>
                    <a:lnTo>
                      <a:pt x="1033234" y="650329"/>
                    </a:lnTo>
                    <a:lnTo>
                      <a:pt x="382905" y="0"/>
                    </a:lnTo>
                    <a:lnTo>
                      <a:pt x="160115" y="181966"/>
                    </a:lnTo>
                    <a:cubicBezTo>
                      <a:pt x="83439" y="244450"/>
                      <a:pt x="28004" y="328270"/>
                      <a:pt x="0" y="421424"/>
                    </a:cubicBezTo>
                    <a:cubicBezTo>
                      <a:pt x="147256" y="456000"/>
                      <a:pt x="282321" y="530962"/>
                      <a:pt x="391954" y="640594"/>
                    </a:cubicBezTo>
                    <a:cubicBezTo>
                      <a:pt x="504158" y="752799"/>
                      <a:pt x="577215" y="889483"/>
                      <a:pt x="611029" y="1033691"/>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39" name="Freeform: Shape 1438">
                <a:extLst>
                  <a:ext uri="{FF2B5EF4-FFF2-40B4-BE49-F238E27FC236}">
                    <a16:creationId xmlns:a16="http://schemas.microsoft.com/office/drawing/2014/main" id="{03AD296E-4BFB-C32C-CD66-D6DDB3781C5F}"/>
                  </a:ext>
                </a:extLst>
              </p:cNvPr>
              <p:cNvSpPr/>
              <p:nvPr/>
            </p:nvSpPr>
            <p:spPr>
              <a:xfrm>
                <a:off x="-5613618" y="35433"/>
                <a:ext cx="1558640" cy="1559121"/>
              </a:xfrm>
              <a:custGeom>
                <a:avLst/>
                <a:gdLst>
                  <a:gd name="connsiteX0" fmla="*/ 1472832 w 1558640"/>
                  <a:gd name="connsiteY0" fmla="*/ 85794 h 1559121"/>
                  <a:gd name="connsiteX1" fmla="*/ 1081640 w 1558640"/>
                  <a:gd name="connsiteY1" fmla="*/ 66173 h 1559121"/>
                  <a:gd name="connsiteX2" fmla="*/ 0 w 1558640"/>
                  <a:gd name="connsiteY2" fmla="*/ 949645 h 1559121"/>
                  <a:gd name="connsiteX3" fmla="*/ 609476 w 1558640"/>
                  <a:gd name="connsiteY3" fmla="*/ 1559121 h 1559121"/>
                  <a:gd name="connsiteX4" fmla="*/ 1492548 w 1558640"/>
                  <a:gd name="connsiteY4" fmla="*/ 476900 h 1559121"/>
                  <a:gd name="connsiteX5" fmla="*/ 1472832 w 1558640"/>
                  <a:gd name="connsiteY5" fmla="*/ 85794 h 155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640" h="1559121">
                    <a:moveTo>
                      <a:pt x="1472832" y="85794"/>
                    </a:moveTo>
                    <a:cubicBezTo>
                      <a:pt x="1366438" y="-20600"/>
                      <a:pt x="1198226" y="-29077"/>
                      <a:pt x="1081640" y="66173"/>
                    </a:cubicBezTo>
                    <a:lnTo>
                      <a:pt x="0" y="949645"/>
                    </a:lnTo>
                    <a:lnTo>
                      <a:pt x="609476" y="1559121"/>
                    </a:lnTo>
                    <a:lnTo>
                      <a:pt x="1492548" y="476900"/>
                    </a:lnTo>
                    <a:cubicBezTo>
                      <a:pt x="1587703" y="360400"/>
                      <a:pt x="1579226" y="192188"/>
                      <a:pt x="1472832" y="85794"/>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1411" name="Group 1410">
            <a:extLst>
              <a:ext uri="{FF2B5EF4-FFF2-40B4-BE49-F238E27FC236}">
                <a16:creationId xmlns:a16="http://schemas.microsoft.com/office/drawing/2014/main" id="{B56EA695-7B70-12FC-2112-D311E3D35549}"/>
              </a:ext>
            </a:extLst>
          </p:cNvPr>
          <p:cNvGrpSpPr/>
          <p:nvPr/>
        </p:nvGrpSpPr>
        <p:grpSpPr>
          <a:xfrm>
            <a:off x="8448448" y="5021699"/>
            <a:ext cx="608900" cy="608894"/>
            <a:chOff x="4527539" y="4575679"/>
            <a:chExt cx="370004" cy="370000"/>
          </a:xfrm>
        </p:grpSpPr>
        <p:grpSp>
          <p:nvGrpSpPr>
            <p:cNvPr id="1412" name="Group 1411">
              <a:extLst>
                <a:ext uri="{FF2B5EF4-FFF2-40B4-BE49-F238E27FC236}">
                  <a16:creationId xmlns:a16="http://schemas.microsoft.com/office/drawing/2014/main" id="{0096C2C0-270A-7D94-74F9-0BEA2559EE16}"/>
                </a:ext>
              </a:extLst>
            </p:cNvPr>
            <p:cNvGrpSpPr/>
            <p:nvPr/>
          </p:nvGrpSpPr>
          <p:grpSpPr>
            <a:xfrm>
              <a:off x="4527539" y="4575679"/>
              <a:ext cx="370004" cy="370000"/>
              <a:chOff x="4527539" y="4575679"/>
              <a:chExt cx="370004" cy="370000"/>
            </a:xfrm>
          </p:grpSpPr>
          <p:sp>
            <p:nvSpPr>
              <p:cNvPr id="1420" name="Oval 34_1">
                <a:extLst>
                  <a:ext uri="{FF2B5EF4-FFF2-40B4-BE49-F238E27FC236}">
                    <a16:creationId xmlns:a16="http://schemas.microsoft.com/office/drawing/2014/main" id="{7A508FC0-B597-A4CF-C150-12D04BAB00FA}"/>
                  </a:ext>
                </a:extLst>
              </p:cNvPr>
              <p:cNvSpPr/>
              <p:nvPr/>
            </p:nvSpPr>
            <p:spPr bwMode="auto">
              <a:xfrm>
                <a:off x="4527539" y="4575679"/>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21" name="Oval 1420">
                <a:extLst>
                  <a:ext uri="{FF2B5EF4-FFF2-40B4-BE49-F238E27FC236}">
                    <a16:creationId xmlns:a16="http://schemas.microsoft.com/office/drawing/2014/main" id="{E4BB5157-2C53-9E76-1968-A2C311DAC9BC}"/>
                  </a:ext>
                </a:extLst>
              </p:cNvPr>
              <p:cNvSpPr/>
              <p:nvPr/>
            </p:nvSpPr>
            <p:spPr bwMode="auto">
              <a:xfrm>
                <a:off x="4557702" y="4605842"/>
                <a:ext cx="309678" cy="309674"/>
              </a:xfrm>
              <a:prstGeom prst="ellipse">
                <a:avLst/>
              </a:prstGeom>
              <a:solidFill>
                <a:schemeClr val="tx1"/>
              </a:solidFill>
              <a:ln w="12700">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413" name="Group 1412">
              <a:extLst>
                <a:ext uri="{FF2B5EF4-FFF2-40B4-BE49-F238E27FC236}">
                  <a16:creationId xmlns:a16="http://schemas.microsoft.com/office/drawing/2014/main" id="{CD657F5F-A630-F596-663E-B45BE6249900}"/>
                </a:ext>
              </a:extLst>
            </p:cNvPr>
            <p:cNvGrpSpPr/>
            <p:nvPr/>
          </p:nvGrpSpPr>
          <p:grpSpPr>
            <a:xfrm>
              <a:off x="4626863" y="4675179"/>
              <a:ext cx="171356" cy="171000"/>
              <a:chOff x="-6688847" y="2613605"/>
              <a:chExt cx="4691481" cy="4681727"/>
            </a:xfrm>
          </p:grpSpPr>
          <p:sp>
            <p:nvSpPr>
              <p:cNvPr id="1414" name="Freeform: Shape 1413">
                <a:extLst>
                  <a:ext uri="{FF2B5EF4-FFF2-40B4-BE49-F238E27FC236}">
                    <a16:creationId xmlns:a16="http://schemas.microsoft.com/office/drawing/2014/main" id="{A394491F-44A2-2C2C-4191-2D8560CE89B0}"/>
                  </a:ext>
                </a:extLst>
              </p:cNvPr>
              <p:cNvSpPr/>
              <p:nvPr/>
            </p:nvSpPr>
            <p:spPr>
              <a:xfrm>
                <a:off x="-6688847" y="3608472"/>
                <a:ext cx="4691481" cy="2711500"/>
              </a:xfrm>
              <a:custGeom>
                <a:avLst/>
                <a:gdLst>
                  <a:gd name="connsiteX0" fmla="*/ 2345741 w 4691481"/>
                  <a:gd name="connsiteY0" fmla="*/ 0 h 2711500"/>
                  <a:gd name="connsiteX1" fmla="*/ 43891 w 4691481"/>
                  <a:gd name="connsiteY1" fmla="*/ 1228954 h 2711500"/>
                  <a:gd name="connsiteX2" fmla="*/ 43891 w 4691481"/>
                  <a:gd name="connsiteY2" fmla="*/ 1482547 h 2711500"/>
                  <a:gd name="connsiteX3" fmla="*/ 2345741 w 4691481"/>
                  <a:gd name="connsiteY3" fmla="*/ 2711501 h 2711500"/>
                  <a:gd name="connsiteX4" fmla="*/ 4647591 w 4691481"/>
                  <a:gd name="connsiteY4" fmla="*/ 1482547 h 2711500"/>
                  <a:gd name="connsiteX5" fmla="*/ 4647591 w 4691481"/>
                  <a:gd name="connsiteY5" fmla="*/ 1228954 h 2711500"/>
                  <a:gd name="connsiteX6" fmla="*/ 2345741 w 4691481"/>
                  <a:gd name="connsiteY6" fmla="*/ 0 h 2711500"/>
                  <a:gd name="connsiteX7" fmla="*/ 2345741 w 4691481"/>
                  <a:gd name="connsiteY7" fmla="*/ 2282342 h 2711500"/>
                  <a:gd name="connsiteX8" fmla="*/ 1409395 w 4691481"/>
                  <a:gd name="connsiteY8" fmla="*/ 1345997 h 2711500"/>
                  <a:gd name="connsiteX9" fmla="*/ 2345741 w 4691481"/>
                  <a:gd name="connsiteY9" fmla="*/ 409651 h 2711500"/>
                  <a:gd name="connsiteX10" fmla="*/ 3282086 w 4691481"/>
                  <a:gd name="connsiteY10" fmla="*/ 1345997 h 2711500"/>
                  <a:gd name="connsiteX11" fmla="*/ 2345741 w 4691481"/>
                  <a:gd name="connsiteY11" fmla="*/ 2282342 h 271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1481" h="2711500">
                    <a:moveTo>
                      <a:pt x="2345741" y="0"/>
                    </a:moveTo>
                    <a:cubicBezTo>
                      <a:pt x="1077773" y="0"/>
                      <a:pt x="82906" y="1170432"/>
                      <a:pt x="43891" y="1228954"/>
                    </a:cubicBezTo>
                    <a:cubicBezTo>
                      <a:pt x="-14630" y="1306983"/>
                      <a:pt x="-14630" y="1404519"/>
                      <a:pt x="43891" y="1482547"/>
                    </a:cubicBezTo>
                    <a:cubicBezTo>
                      <a:pt x="82906" y="1541069"/>
                      <a:pt x="1077773" y="2711501"/>
                      <a:pt x="2345741" y="2711501"/>
                    </a:cubicBezTo>
                    <a:cubicBezTo>
                      <a:pt x="3613709" y="2711501"/>
                      <a:pt x="4589069" y="1541069"/>
                      <a:pt x="4647591" y="1482547"/>
                    </a:cubicBezTo>
                    <a:cubicBezTo>
                      <a:pt x="4706112" y="1404519"/>
                      <a:pt x="4706112" y="1306983"/>
                      <a:pt x="4647591" y="1228954"/>
                    </a:cubicBezTo>
                    <a:cubicBezTo>
                      <a:pt x="4589069" y="1170432"/>
                      <a:pt x="3613709" y="0"/>
                      <a:pt x="2345741" y="0"/>
                    </a:cubicBezTo>
                    <a:close/>
                    <a:moveTo>
                      <a:pt x="2345741" y="2282342"/>
                    </a:moveTo>
                    <a:cubicBezTo>
                      <a:pt x="1838554" y="2282342"/>
                      <a:pt x="1409395" y="1853184"/>
                      <a:pt x="1409395" y="1345997"/>
                    </a:cubicBezTo>
                    <a:cubicBezTo>
                      <a:pt x="1409395" y="819302"/>
                      <a:pt x="1838554" y="409651"/>
                      <a:pt x="2345741" y="409651"/>
                    </a:cubicBezTo>
                    <a:cubicBezTo>
                      <a:pt x="2872435" y="409651"/>
                      <a:pt x="3282086" y="819302"/>
                      <a:pt x="3282086" y="1345997"/>
                    </a:cubicBezTo>
                    <a:cubicBezTo>
                      <a:pt x="3282086" y="1853184"/>
                      <a:pt x="2872435" y="2282342"/>
                      <a:pt x="2345741" y="2282342"/>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15" name="Freeform: Shape 1414">
                <a:extLst>
                  <a:ext uri="{FF2B5EF4-FFF2-40B4-BE49-F238E27FC236}">
                    <a16:creationId xmlns:a16="http://schemas.microsoft.com/office/drawing/2014/main" id="{C04223D4-12F4-7B1E-07C2-AC0CF45F8909}"/>
                  </a:ext>
                </a:extLst>
              </p:cNvPr>
              <p:cNvSpPr/>
              <p:nvPr/>
            </p:nvSpPr>
            <p:spPr>
              <a:xfrm>
                <a:off x="-4772265" y="4505803"/>
                <a:ext cx="877824" cy="897331"/>
              </a:xfrm>
              <a:custGeom>
                <a:avLst/>
                <a:gdLst>
                  <a:gd name="connsiteX0" fmla="*/ 429158 w 877824"/>
                  <a:gd name="connsiteY0" fmla="*/ 0 h 897331"/>
                  <a:gd name="connsiteX1" fmla="*/ 409651 w 877824"/>
                  <a:gd name="connsiteY1" fmla="*/ 0 h 897331"/>
                  <a:gd name="connsiteX2" fmla="*/ 429158 w 877824"/>
                  <a:gd name="connsiteY2" fmla="*/ 136550 h 897331"/>
                  <a:gd name="connsiteX3" fmla="*/ 0 w 877824"/>
                  <a:gd name="connsiteY3" fmla="*/ 585216 h 897331"/>
                  <a:gd name="connsiteX4" fmla="*/ 429158 w 877824"/>
                  <a:gd name="connsiteY4" fmla="*/ 897331 h 897331"/>
                  <a:gd name="connsiteX5" fmla="*/ 877824 w 877824"/>
                  <a:gd name="connsiteY5" fmla="*/ 448666 h 897331"/>
                  <a:gd name="connsiteX6" fmla="*/ 429158 w 877824"/>
                  <a:gd name="connsiteY6" fmla="*/ 0 h 897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7824" h="897331">
                    <a:moveTo>
                      <a:pt x="429158" y="0"/>
                    </a:moveTo>
                    <a:lnTo>
                      <a:pt x="409651" y="0"/>
                    </a:lnTo>
                    <a:cubicBezTo>
                      <a:pt x="429158" y="39014"/>
                      <a:pt x="429158" y="97536"/>
                      <a:pt x="429158" y="136550"/>
                    </a:cubicBezTo>
                    <a:cubicBezTo>
                      <a:pt x="429158" y="370637"/>
                      <a:pt x="234086" y="565709"/>
                      <a:pt x="0" y="585216"/>
                    </a:cubicBezTo>
                    <a:cubicBezTo>
                      <a:pt x="58522" y="780288"/>
                      <a:pt x="253594" y="897331"/>
                      <a:pt x="429158" y="897331"/>
                    </a:cubicBezTo>
                    <a:cubicBezTo>
                      <a:pt x="682752" y="897331"/>
                      <a:pt x="877824" y="702259"/>
                      <a:pt x="877824" y="448666"/>
                    </a:cubicBezTo>
                    <a:cubicBezTo>
                      <a:pt x="877824" y="195072"/>
                      <a:pt x="682752" y="0"/>
                      <a:pt x="429158" y="0"/>
                    </a:cubicBezTo>
                    <a:close/>
                  </a:path>
                </a:pathLst>
              </a:custGeom>
              <a:solidFill>
                <a:srgbClr val="B85CBC"/>
              </a:solidFill>
              <a:ln w="1950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16" name="Freeform: Shape 1415">
                <a:extLst>
                  <a:ext uri="{FF2B5EF4-FFF2-40B4-BE49-F238E27FC236}">
                    <a16:creationId xmlns:a16="http://schemas.microsoft.com/office/drawing/2014/main" id="{BF9DEB49-6527-A6C2-8AE4-235A67A98DFC}"/>
                  </a:ext>
                </a:extLst>
              </p:cNvPr>
              <p:cNvSpPr/>
              <p:nvPr/>
            </p:nvSpPr>
            <p:spPr>
              <a:xfrm>
                <a:off x="-6683971" y="6046872"/>
                <a:ext cx="1248460" cy="1248460"/>
              </a:xfrm>
              <a:custGeom>
                <a:avLst/>
                <a:gdLst>
                  <a:gd name="connsiteX0" fmla="*/ 195072 w 1248460"/>
                  <a:gd name="connsiteY0" fmla="*/ 0 h 1248460"/>
                  <a:gd name="connsiteX1" fmla="*/ 0 w 1248460"/>
                  <a:gd name="connsiteY1" fmla="*/ 195072 h 1248460"/>
                  <a:gd name="connsiteX2" fmla="*/ 0 w 1248460"/>
                  <a:gd name="connsiteY2" fmla="*/ 1053389 h 1248460"/>
                  <a:gd name="connsiteX3" fmla="*/ 195072 w 1248460"/>
                  <a:gd name="connsiteY3" fmla="*/ 1248461 h 1248460"/>
                  <a:gd name="connsiteX4" fmla="*/ 1053389 w 1248460"/>
                  <a:gd name="connsiteY4" fmla="*/ 1248461 h 1248460"/>
                  <a:gd name="connsiteX5" fmla="*/ 1248461 w 1248460"/>
                  <a:gd name="connsiteY5" fmla="*/ 1053389 h 1248460"/>
                  <a:gd name="connsiteX6" fmla="*/ 1053389 w 1248460"/>
                  <a:gd name="connsiteY6" fmla="*/ 858317 h 1248460"/>
                  <a:gd name="connsiteX7" fmla="*/ 390144 w 1248460"/>
                  <a:gd name="connsiteY7" fmla="*/ 858317 h 1248460"/>
                  <a:gd name="connsiteX8" fmla="*/ 390144 w 1248460"/>
                  <a:gd name="connsiteY8" fmla="*/ 195072 h 1248460"/>
                  <a:gd name="connsiteX9" fmla="*/ 195072 w 1248460"/>
                  <a:gd name="connsiteY9" fmla="*/ 0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460" h="1248460">
                    <a:moveTo>
                      <a:pt x="195072" y="0"/>
                    </a:moveTo>
                    <a:cubicBezTo>
                      <a:pt x="78029" y="0"/>
                      <a:pt x="0" y="78029"/>
                      <a:pt x="0" y="195072"/>
                    </a:cubicBezTo>
                    <a:lnTo>
                      <a:pt x="0" y="1053389"/>
                    </a:lnTo>
                    <a:cubicBezTo>
                      <a:pt x="0" y="1170432"/>
                      <a:pt x="78029" y="1248461"/>
                      <a:pt x="195072" y="1248461"/>
                    </a:cubicBezTo>
                    <a:lnTo>
                      <a:pt x="1053389" y="1248461"/>
                    </a:lnTo>
                    <a:cubicBezTo>
                      <a:pt x="1170432" y="1248461"/>
                      <a:pt x="1248461" y="1170432"/>
                      <a:pt x="1248461" y="1053389"/>
                    </a:cubicBezTo>
                    <a:cubicBezTo>
                      <a:pt x="1248461" y="936345"/>
                      <a:pt x="1170432" y="858317"/>
                      <a:pt x="1053389" y="858317"/>
                    </a:cubicBezTo>
                    <a:lnTo>
                      <a:pt x="390144" y="858317"/>
                    </a:lnTo>
                    <a:lnTo>
                      <a:pt x="390144" y="195072"/>
                    </a:lnTo>
                    <a:cubicBezTo>
                      <a:pt x="390144" y="78029"/>
                      <a:pt x="312115" y="0"/>
                      <a:pt x="195072" y="0"/>
                    </a:cubicBezTo>
                    <a:close/>
                  </a:path>
                </a:pathLst>
              </a:custGeom>
              <a:solidFill>
                <a:srgbClr val="B85CBC"/>
              </a:solidFill>
              <a:ln w="1950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17" name="Freeform: Shape 1416">
                <a:extLst>
                  <a:ext uri="{FF2B5EF4-FFF2-40B4-BE49-F238E27FC236}">
                    <a16:creationId xmlns:a16="http://schemas.microsoft.com/office/drawing/2014/main" id="{BEE8EFEC-8A9D-367C-B044-F84733D3EC91}"/>
                  </a:ext>
                </a:extLst>
              </p:cNvPr>
              <p:cNvSpPr/>
              <p:nvPr/>
            </p:nvSpPr>
            <p:spPr>
              <a:xfrm>
                <a:off x="-6683971" y="2613605"/>
                <a:ext cx="1248460" cy="1248460"/>
              </a:xfrm>
              <a:custGeom>
                <a:avLst/>
                <a:gdLst>
                  <a:gd name="connsiteX0" fmla="*/ 195072 w 1248460"/>
                  <a:gd name="connsiteY0" fmla="*/ 1248461 h 1248460"/>
                  <a:gd name="connsiteX1" fmla="*/ 390144 w 1248460"/>
                  <a:gd name="connsiteY1" fmla="*/ 1053389 h 1248460"/>
                  <a:gd name="connsiteX2" fmla="*/ 390144 w 1248460"/>
                  <a:gd name="connsiteY2" fmla="*/ 390144 h 1248460"/>
                  <a:gd name="connsiteX3" fmla="*/ 1053389 w 1248460"/>
                  <a:gd name="connsiteY3" fmla="*/ 390144 h 1248460"/>
                  <a:gd name="connsiteX4" fmla="*/ 1248461 w 1248460"/>
                  <a:gd name="connsiteY4" fmla="*/ 195072 h 1248460"/>
                  <a:gd name="connsiteX5" fmla="*/ 1053389 w 1248460"/>
                  <a:gd name="connsiteY5" fmla="*/ 0 h 1248460"/>
                  <a:gd name="connsiteX6" fmla="*/ 195072 w 1248460"/>
                  <a:gd name="connsiteY6" fmla="*/ 0 h 1248460"/>
                  <a:gd name="connsiteX7" fmla="*/ 0 w 1248460"/>
                  <a:gd name="connsiteY7" fmla="*/ 195072 h 1248460"/>
                  <a:gd name="connsiteX8" fmla="*/ 0 w 1248460"/>
                  <a:gd name="connsiteY8" fmla="*/ 1053389 h 1248460"/>
                  <a:gd name="connsiteX9" fmla="*/ 195072 w 1248460"/>
                  <a:gd name="connsiteY9" fmla="*/ 1248461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460" h="1248460">
                    <a:moveTo>
                      <a:pt x="195072" y="1248461"/>
                    </a:moveTo>
                    <a:cubicBezTo>
                      <a:pt x="312115" y="1248461"/>
                      <a:pt x="390144" y="1170432"/>
                      <a:pt x="390144" y="1053389"/>
                    </a:cubicBezTo>
                    <a:lnTo>
                      <a:pt x="390144" y="390144"/>
                    </a:lnTo>
                    <a:lnTo>
                      <a:pt x="1053389" y="390144"/>
                    </a:lnTo>
                    <a:cubicBezTo>
                      <a:pt x="1170432" y="390144"/>
                      <a:pt x="1248461" y="312115"/>
                      <a:pt x="1248461" y="195072"/>
                    </a:cubicBezTo>
                    <a:cubicBezTo>
                      <a:pt x="1248461" y="78029"/>
                      <a:pt x="1170432" y="0"/>
                      <a:pt x="1053389" y="0"/>
                    </a:cubicBezTo>
                    <a:lnTo>
                      <a:pt x="195072" y="0"/>
                    </a:lnTo>
                    <a:cubicBezTo>
                      <a:pt x="78029" y="0"/>
                      <a:pt x="0" y="78029"/>
                      <a:pt x="0" y="195072"/>
                    </a:cubicBezTo>
                    <a:lnTo>
                      <a:pt x="0" y="1053389"/>
                    </a:lnTo>
                    <a:cubicBezTo>
                      <a:pt x="0" y="1170432"/>
                      <a:pt x="78029" y="1248461"/>
                      <a:pt x="195072" y="1248461"/>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18" name="Freeform: Shape 1417">
                <a:extLst>
                  <a:ext uri="{FF2B5EF4-FFF2-40B4-BE49-F238E27FC236}">
                    <a16:creationId xmlns:a16="http://schemas.microsoft.com/office/drawing/2014/main" id="{8FECC8AE-578D-976F-4B8E-6553C98EDEF9}"/>
                  </a:ext>
                </a:extLst>
              </p:cNvPr>
              <p:cNvSpPr/>
              <p:nvPr/>
            </p:nvSpPr>
            <p:spPr>
              <a:xfrm>
                <a:off x="-3250703" y="2613605"/>
                <a:ext cx="1248460" cy="1248460"/>
              </a:xfrm>
              <a:custGeom>
                <a:avLst/>
                <a:gdLst>
                  <a:gd name="connsiteX0" fmla="*/ 1053389 w 1248460"/>
                  <a:gd name="connsiteY0" fmla="*/ 1248461 h 1248460"/>
                  <a:gd name="connsiteX1" fmla="*/ 1248461 w 1248460"/>
                  <a:gd name="connsiteY1" fmla="*/ 1053389 h 1248460"/>
                  <a:gd name="connsiteX2" fmla="*/ 1248461 w 1248460"/>
                  <a:gd name="connsiteY2" fmla="*/ 195072 h 1248460"/>
                  <a:gd name="connsiteX3" fmla="*/ 1053389 w 1248460"/>
                  <a:gd name="connsiteY3" fmla="*/ 0 h 1248460"/>
                  <a:gd name="connsiteX4" fmla="*/ 195072 w 1248460"/>
                  <a:gd name="connsiteY4" fmla="*/ 0 h 1248460"/>
                  <a:gd name="connsiteX5" fmla="*/ 0 w 1248460"/>
                  <a:gd name="connsiteY5" fmla="*/ 195072 h 1248460"/>
                  <a:gd name="connsiteX6" fmla="*/ 195072 w 1248460"/>
                  <a:gd name="connsiteY6" fmla="*/ 390144 h 1248460"/>
                  <a:gd name="connsiteX7" fmla="*/ 858317 w 1248460"/>
                  <a:gd name="connsiteY7" fmla="*/ 390144 h 1248460"/>
                  <a:gd name="connsiteX8" fmla="*/ 858317 w 1248460"/>
                  <a:gd name="connsiteY8" fmla="*/ 1053389 h 1248460"/>
                  <a:gd name="connsiteX9" fmla="*/ 1053389 w 1248460"/>
                  <a:gd name="connsiteY9" fmla="*/ 1248461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460" h="1248460">
                    <a:moveTo>
                      <a:pt x="1053389" y="1248461"/>
                    </a:moveTo>
                    <a:cubicBezTo>
                      <a:pt x="1170432" y="1248461"/>
                      <a:pt x="1248461" y="1170432"/>
                      <a:pt x="1248461" y="1053389"/>
                    </a:cubicBezTo>
                    <a:lnTo>
                      <a:pt x="1248461" y="195072"/>
                    </a:lnTo>
                    <a:cubicBezTo>
                      <a:pt x="1248461" y="78029"/>
                      <a:pt x="1170432" y="0"/>
                      <a:pt x="1053389" y="0"/>
                    </a:cubicBezTo>
                    <a:lnTo>
                      <a:pt x="195072" y="0"/>
                    </a:lnTo>
                    <a:cubicBezTo>
                      <a:pt x="78029" y="0"/>
                      <a:pt x="0" y="78029"/>
                      <a:pt x="0" y="195072"/>
                    </a:cubicBezTo>
                    <a:cubicBezTo>
                      <a:pt x="0" y="312115"/>
                      <a:pt x="78029" y="390144"/>
                      <a:pt x="195072" y="390144"/>
                    </a:cubicBezTo>
                    <a:lnTo>
                      <a:pt x="858317" y="390144"/>
                    </a:lnTo>
                    <a:lnTo>
                      <a:pt x="858317" y="1053389"/>
                    </a:lnTo>
                    <a:cubicBezTo>
                      <a:pt x="858317" y="1170432"/>
                      <a:pt x="936345" y="1248461"/>
                      <a:pt x="1053389" y="1248461"/>
                    </a:cubicBezTo>
                    <a:close/>
                  </a:path>
                </a:pathLst>
              </a:custGeom>
              <a:solidFill>
                <a:srgbClr val="B85CBC"/>
              </a:solidFill>
              <a:ln w="1950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19" name="Freeform: Shape 1418">
                <a:extLst>
                  <a:ext uri="{FF2B5EF4-FFF2-40B4-BE49-F238E27FC236}">
                    <a16:creationId xmlns:a16="http://schemas.microsoft.com/office/drawing/2014/main" id="{3AFBCB39-08B2-27E0-2EB8-BF96831A558A}"/>
                  </a:ext>
                </a:extLst>
              </p:cNvPr>
              <p:cNvSpPr/>
              <p:nvPr/>
            </p:nvSpPr>
            <p:spPr>
              <a:xfrm>
                <a:off x="-3250703" y="6046872"/>
                <a:ext cx="1248460" cy="1248460"/>
              </a:xfrm>
              <a:custGeom>
                <a:avLst/>
                <a:gdLst>
                  <a:gd name="connsiteX0" fmla="*/ 1053389 w 1248460"/>
                  <a:gd name="connsiteY0" fmla="*/ 1248461 h 1248460"/>
                  <a:gd name="connsiteX1" fmla="*/ 1248461 w 1248460"/>
                  <a:gd name="connsiteY1" fmla="*/ 1053389 h 1248460"/>
                  <a:gd name="connsiteX2" fmla="*/ 1248461 w 1248460"/>
                  <a:gd name="connsiteY2" fmla="*/ 195072 h 1248460"/>
                  <a:gd name="connsiteX3" fmla="*/ 1053389 w 1248460"/>
                  <a:gd name="connsiteY3" fmla="*/ 0 h 1248460"/>
                  <a:gd name="connsiteX4" fmla="*/ 858317 w 1248460"/>
                  <a:gd name="connsiteY4" fmla="*/ 195072 h 1248460"/>
                  <a:gd name="connsiteX5" fmla="*/ 858317 w 1248460"/>
                  <a:gd name="connsiteY5" fmla="*/ 858317 h 1248460"/>
                  <a:gd name="connsiteX6" fmla="*/ 195072 w 1248460"/>
                  <a:gd name="connsiteY6" fmla="*/ 858317 h 1248460"/>
                  <a:gd name="connsiteX7" fmla="*/ 0 w 1248460"/>
                  <a:gd name="connsiteY7" fmla="*/ 1053389 h 1248460"/>
                  <a:gd name="connsiteX8" fmla="*/ 195072 w 1248460"/>
                  <a:gd name="connsiteY8" fmla="*/ 1248461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460" h="1248460">
                    <a:moveTo>
                      <a:pt x="1053389" y="1248461"/>
                    </a:moveTo>
                    <a:cubicBezTo>
                      <a:pt x="1170432" y="1248461"/>
                      <a:pt x="1248461" y="1170432"/>
                      <a:pt x="1248461" y="1053389"/>
                    </a:cubicBezTo>
                    <a:lnTo>
                      <a:pt x="1248461" y="195072"/>
                    </a:lnTo>
                    <a:cubicBezTo>
                      <a:pt x="1248461" y="78029"/>
                      <a:pt x="1170432" y="0"/>
                      <a:pt x="1053389" y="0"/>
                    </a:cubicBezTo>
                    <a:cubicBezTo>
                      <a:pt x="936345" y="0"/>
                      <a:pt x="858317" y="78029"/>
                      <a:pt x="858317" y="195072"/>
                    </a:cubicBezTo>
                    <a:lnTo>
                      <a:pt x="858317" y="858317"/>
                    </a:lnTo>
                    <a:lnTo>
                      <a:pt x="195072" y="858317"/>
                    </a:lnTo>
                    <a:cubicBezTo>
                      <a:pt x="78029" y="858317"/>
                      <a:pt x="0" y="936345"/>
                      <a:pt x="0" y="1053389"/>
                    </a:cubicBezTo>
                    <a:cubicBezTo>
                      <a:pt x="0" y="1170432"/>
                      <a:pt x="78029" y="1248461"/>
                      <a:pt x="195072" y="1248461"/>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13" name="Group 12">
            <a:extLst>
              <a:ext uri="{FF2B5EF4-FFF2-40B4-BE49-F238E27FC236}">
                <a16:creationId xmlns:a16="http://schemas.microsoft.com/office/drawing/2014/main" id="{44C368F6-E3E0-297C-0CBC-D045FA9FFCDA}"/>
              </a:ext>
            </a:extLst>
          </p:cNvPr>
          <p:cNvGrpSpPr/>
          <p:nvPr/>
        </p:nvGrpSpPr>
        <p:grpSpPr>
          <a:xfrm>
            <a:off x="8448448" y="1977575"/>
            <a:ext cx="608900" cy="608894"/>
            <a:chOff x="7257245" y="2586038"/>
            <a:chExt cx="370004" cy="370000"/>
          </a:xfrm>
        </p:grpSpPr>
        <p:grpSp>
          <p:nvGrpSpPr>
            <p:cNvPr id="14" name="Group 13">
              <a:extLst>
                <a:ext uri="{FF2B5EF4-FFF2-40B4-BE49-F238E27FC236}">
                  <a16:creationId xmlns:a16="http://schemas.microsoft.com/office/drawing/2014/main" id="{B95794D1-0A71-AC39-77D8-CDE2BBCB3319}"/>
                </a:ext>
              </a:extLst>
            </p:cNvPr>
            <p:cNvGrpSpPr/>
            <p:nvPr/>
          </p:nvGrpSpPr>
          <p:grpSpPr>
            <a:xfrm>
              <a:off x="7257245" y="2586038"/>
              <a:ext cx="370004" cy="370000"/>
              <a:chOff x="7257245" y="2586038"/>
              <a:chExt cx="370004" cy="370000"/>
            </a:xfrm>
          </p:grpSpPr>
          <p:sp>
            <p:nvSpPr>
              <p:cNvPr id="22" name="Oval 34_1">
                <a:extLst>
                  <a:ext uri="{FF2B5EF4-FFF2-40B4-BE49-F238E27FC236}">
                    <a16:creationId xmlns:a16="http://schemas.microsoft.com/office/drawing/2014/main" id="{F314D833-1694-EEFB-28DF-FD9CA32086D0}"/>
                  </a:ext>
                </a:extLst>
              </p:cNvPr>
              <p:cNvSpPr/>
              <p:nvPr/>
            </p:nvSpPr>
            <p:spPr bwMode="auto">
              <a:xfrm>
                <a:off x="7257245" y="2586038"/>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23" name="Oval 22">
                <a:extLst>
                  <a:ext uri="{FF2B5EF4-FFF2-40B4-BE49-F238E27FC236}">
                    <a16:creationId xmlns:a16="http://schemas.microsoft.com/office/drawing/2014/main" id="{4747F4D3-AFC3-E4B2-8BA6-DBA486F9E452}"/>
                  </a:ext>
                </a:extLst>
              </p:cNvPr>
              <p:cNvSpPr/>
              <p:nvPr/>
            </p:nvSpPr>
            <p:spPr bwMode="auto">
              <a:xfrm>
                <a:off x="7287408" y="2616201"/>
                <a:ext cx="309678" cy="309674"/>
              </a:xfrm>
              <a:prstGeom prst="ellipse">
                <a:avLst/>
              </a:prstGeom>
              <a:solidFill>
                <a:schemeClr val="tx1"/>
              </a:solidFill>
              <a:ln w="12700">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5" name="Group 14">
              <a:extLst>
                <a:ext uri="{FF2B5EF4-FFF2-40B4-BE49-F238E27FC236}">
                  <a16:creationId xmlns:a16="http://schemas.microsoft.com/office/drawing/2014/main" id="{C2378844-BF59-5213-0BB5-A4A9E0B69067}"/>
                </a:ext>
              </a:extLst>
            </p:cNvPr>
            <p:cNvGrpSpPr/>
            <p:nvPr/>
          </p:nvGrpSpPr>
          <p:grpSpPr>
            <a:xfrm>
              <a:off x="7342712" y="2700338"/>
              <a:ext cx="199068" cy="141400"/>
              <a:chOff x="-11422111" y="1290789"/>
              <a:chExt cx="4876992" cy="3464147"/>
            </a:xfrm>
          </p:grpSpPr>
          <p:sp>
            <p:nvSpPr>
              <p:cNvPr id="16" name="Freeform: Shape 15">
                <a:extLst>
                  <a:ext uri="{FF2B5EF4-FFF2-40B4-BE49-F238E27FC236}">
                    <a16:creationId xmlns:a16="http://schemas.microsoft.com/office/drawing/2014/main" id="{EF7BFC53-E965-8150-FF09-395A91BC4421}"/>
                  </a:ext>
                </a:extLst>
              </p:cNvPr>
              <p:cNvSpPr/>
              <p:nvPr/>
            </p:nvSpPr>
            <p:spPr>
              <a:xfrm>
                <a:off x="-11422110" y="1290789"/>
                <a:ext cx="3760565" cy="2154269"/>
              </a:xfrm>
              <a:custGeom>
                <a:avLst/>
                <a:gdLst>
                  <a:gd name="connsiteX0" fmla="*/ 246507 w 3760565"/>
                  <a:gd name="connsiteY0" fmla="*/ 0 h 2154269"/>
                  <a:gd name="connsiteX1" fmla="*/ 3514059 w 3760565"/>
                  <a:gd name="connsiteY1" fmla="*/ 0 h 2154269"/>
                  <a:gd name="connsiteX2" fmla="*/ 3760565 w 3760565"/>
                  <a:gd name="connsiteY2" fmla="*/ 246221 h 2154269"/>
                  <a:gd name="connsiteX3" fmla="*/ 3760565 w 3760565"/>
                  <a:gd name="connsiteY3" fmla="*/ 992791 h 2154269"/>
                  <a:gd name="connsiteX4" fmla="*/ 3691223 w 3760565"/>
                  <a:gd name="connsiteY4" fmla="*/ 992791 h 2154269"/>
                  <a:gd name="connsiteX5" fmla="*/ 3452241 w 3760565"/>
                  <a:gd name="connsiteY5" fmla="*/ 1166717 h 2154269"/>
                  <a:gd name="connsiteX6" fmla="*/ 3430334 w 3760565"/>
                  <a:gd name="connsiteY6" fmla="*/ 1233392 h 2154269"/>
                  <a:gd name="connsiteX7" fmla="*/ 3263170 w 3760565"/>
                  <a:gd name="connsiteY7" fmla="*/ 1302830 h 2154269"/>
                  <a:gd name="connsiteX8" fmla="*/ 3200495 w 3760565"/>
                  <a:gd name="connsiteY8" fmla="*/ 1270921 h 2154269"/>
                  <a:gd name="connsiteX9" fmla="*/ 2908649 w 3760565"/>
                  <a:gd name="connsiteY9" fmla="*/ 1317117 h 2154269"/>
                  <a:gd name="connsiteX10" fmla="*/ 2810637 w 3760565"/>
                  <a:gd name="connsiteY10" fmla="*/ 1415129 h 2154269"/>
                  <a:gd name="connsiteX11" fmla="*/ 2764441 w 3760565"/>
                  <a:gd name="connsiteY11" fmla="*/ 1706975 h 2154269"/>
                  <a:gd name="connsiteX12" fmla="*/ 2796254 w 3760565"/>
                  <a:gd name="connsiteY12" fmla="*/ 1769650 h 2154269"/>
                  <a:gd name="connsiteX13" fmla="*/ 2727103 w 3760565"/>
                  <a:gd name="connsiteY13" fmla="*/ 1936814 h 2154269"/>
                  <a:gd name="connsiteX14" fmla="*/ 2660142 w 3760565"/>
                  <a:gd name="connsiteY14" fmla="*/ 1958435 h 2154269"/>
                  <a:gd name="connsiteX15" fmla="*/ 2490216 w 3760565"/>
                  <a:gd name="connsiteY15" fmla="*/ 2154269 h 2154269"/>
                  <a:gd name="connsiteX16" fmla="*/ 0 w 3760565"/>
                  <a:gd name="connsiteY16" fmla="*/ 2154269 h 2154269"/>
                  <a:gd name="connsiteX17" fmla="*/ 0 w 3760565"/>
                  <a:gd name="connsiteY17" fmla="*/ 246221 h 2154269"/>
                  <a:gd name="connsiteX18" fmla="*/ 246507 w 3760565"/>
                  <a:gd name="connsiteY18" fmla="*/ 0 h 2154269"/>
                  <a:gd name="connsiteX19" fmla="*/ 2001020 w 3760565"/>
                  <a:gd name="connsiteY19" fmla="*/ 452763 h 2154269"/>
                  <a:gd name="connsiteX20" fmla="*/ 1938052 w 3760565"/>
                  <a:gd name="connsiteY20" fmla="*/ 512731 h 2154269"/>
                  <a:gd name="connsiteX21" fmla="*/ 1669447 w 3760565"/>
                  <a:gd name="connsiteY21" fmla="*/ 1685354 h 2154269"/>
                  <a:gd name="connsiteX22" fmla="*/ 1728311 w 3760565"/>
                  <a:gd name="connsiteY22" fmla="*/ 1779270 h 2154269"/>
                  <a:gd name="connsiteX23" fmla="*/ 1822514 w 3760565"/>
                  <a:gd name="connsiteY23" fmla="*/ 1720120 h 2154269"/>
                  <a:gd name="connsiteX24" fmla="*/ 2091119 w 3760565"/>
                  <a:gd name="connsiteY24" fmla="*/ 547783 h 2154269"/>
                  <a:gd name="connsiteX25" fmla="*/ 2032254 w 3760565"/>
                  <a:gd name="connsiteY25" fmla="*/ 453580 h 2154269"/>
                  <a:gd name="connsiteX26" fmla="*/ 2001020 w 3760565"/>
                  <a:gd name="connsiteY26" fmla="*/ 452763 h 2154269"/>
                  <a:gd name="connsiteX27" fmla="*/ 2295582 w 3760565"/>
                  <a:gd name="connsiteY27" fmla="*/ 678745 h 2154269"/>
                  <a:gd name="connsiteX28" fmla="*/ 2218563 w 3760565"/>
                  <a:gd name="connsiteY28" fmla="*/ 718661 h 2154269"/>
                  <a:gd name="connsiteX29" fmla="*/ 2249043 w 3760565"/>
                  <a:gd name="connsiteY29" fmla="*/ 825341 h 2154269"/>
                  <a:gd name="connsiteX30" fmla="*/ 2770156 w 3760565"/>
                  <a:gd name="connsiteY30" fmla="*/ 1116425 h 2154269"/>
                  <a:gd name="connsiteX31" fmla="*/ 2249043 w 3760565"/>
                  <a:gd name="connsiteY31" fmla="*/ 1407509 h 2154269"/>
                  <a:gd name="connsiteX32" fmla="*/ 2218563 w 3760565"/>
                  <a:gd name="connsiteY32" fmla="*/ 1514189 h 2154269"/>
                  <a:gd name="connsiteX33" fmla="*/ 2325243 w 3760565"/>
                  <a:gd name="connsiteY33" fmla="*/ 1544669 h 2154269"/>
                  <a:gd name="connsiteX34" fmla="*/ 2969228 w 3760565"/>
                  <a:gd name="connsiteY34" fmla="*/ 1185005 h 2154269"/>
                  <a:gd name="connsiteX35" fmla="*/ 2999709 w 3760565"/>
                  <a:gd name="connsiteY35" fmla="*/ 1078325 h 2154269"/>
                  <a:gd name="connsiteX36" fmla="*/ 2968371 w 3760565"/>
                  <a:gd name="connsiteY36" fmla="*/ 1047274 h 2154269"/>
                  <a:gd name="connsiteX37" fmla="*/ 2325243 w 3760565"/>
                  <a:gd name="connsiteY37" fmla="*/ 688181 h 2154269"/>
                  <a:gd name="connsiteX38" fmla="*/ 2295582 w 3760565"/>
                  <a:gd name="connsiteY38" fmla="*/ 678745 h 2154269"/>
                  <a:gd name="connsiteX39" fmla="*/ 1464888 w 3760565"/>
                  <a:gd name="connsiteY39" fmla="*/ 678745 h 2154269"/>
                  <a:gd name="connsiteX40" fmla="*/ 1435227 w 3760565"/>
                  <a:gd name="connsiteY40" fmla="*/ 688181 h 2154269"/>
                  <a:gd name="connsiteX41" fmla="*/ 792099 w 3760565"/>
                  <a:gd name="connsiteY41" fmla="*/ 1047274 h 2154269"/>
                  <a:gd name="connsiteX42" fmla="*/ 760762 w 3760565"/>
                  <a:gd name="connsiteY42" fmla="*/ 1078325 h 2154269"/>
                  <a:gd name="connsiteX43" fmla="*/ 791242 w 3760565"/>
                  <a:gd name="connsiteY43" fmla="*/ 1185005 h 2154269"/>
                  <a:gd name="connsiteX44" fmla="*/ 1435227 w 3760565"/>
                  <a:gd name="connsiteY44" fmla="*/ 1544669 h 2154269"/>
                  <a:gd name="connsiteX45" fmla="*/ 1541907 w 3760565"/>
                  <a:gd name="connsiteY45" fmla="*/ 1514189 h 2154269"/>
                  <a:gd name="connsiteX46" fmla="*/ 1511427 w 3760565"/>
                  <a:gd name="connsiteY46" fmla="*/ 1407509 h 2154269"/>
                  <a:gd name="connsiteX47" fmla="*/ 990314 w 3760565"/>
                  <a:gd name="connsiteY47" fmla="*/ 1116425 h 2154269"/>
                  <a:gd name="connsiteX48" fmla="*/ 1511427 w 3760565"/>
                  <a:gd name="connsiteY48" fmla="*/ 825341 h 2154269"/>
                  <a:gd name="connsiteX49" fmla="*/ 1541907 w 3760565"/>
                  <a:gd name="connsiteY49" fmla="*/ 718661 h 2154269"/>
                  <a:gd name="connsiteX50" fmla="*/ 1464888 w 3760565"/>
                  <a:gd name="connsiteY50" fmla="*/ 678745 h 2154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760565" h="2154269">
                    <a:moveTo>
                      <a:pt x="246507" y="0"/>
                    </a:moveTo>
                    <a:lnTo>
                      <a:pt x="3514059" y="0"/>
                    </a:lnTo>
                    <a:cubicBezTo>
                      <a:pt x="3649599" y="0"/>
                      <a:pt x="3760565" y="110680"/>
                      <a:pt x="3760565" y="246221"/>
                    </a:cubicBezTo>
                    <a:lnTo>
                      <a:pt x="3760565" y="992791"/>
                    </a:lnTo>
                    <a:lnTo>
                      <a:pt x="3691223" y="992791"/>
                    </a:lnTo>
                    <a:cubicBezTo>
                      <a:pt x="3581591" y="992791"/>
                      <a:pt x="3486055" y="1062418"/>
                      <a:pt x="3452241" y="1166717"/>
                    </a:cubicBezTo>
                    <a:lnTo>
                      <a:pt x="3430334" y="1233392"/>
                    </a:lnTo>
                    <a:cubicBezTo>
                      <a:pt x="3372803" y="1251776"/>
                      <a:pt x="3316891" y="1275017"/>
                      <a:pt x="3263170" y="1302830"/>
                    </a:cubicBezTo>
                    <a:lnTo>
                      <a:pt x="3200495" y="1270921"/>
                    </a:lnTo>
                    <a:cubicBezTo>
                      <a:pt x="3103055" y="1221200"/>
                      <a:pt x="2986088" y="1239584"/>
                      <a:pt x="2908649" y="1317117"/>
                    </a:cubicBezTo>
                    <a:lnTo>
                      <a:pt x="2810637" y="1415129"/>
                    </a:lnTo>
                    <a:cubicBezTo>
                      <a:pt x="2733104" y="1492377"/>
                      <a:pt x="2714816" y="1609249"/>
                      <a:pt x="2764441" y="1706975"/>
                    </a:cubicBezTo>
                    <a:lnTo>
                      <a:pt x="2796254" y="1769650"/>
                    </a:lnTo>
                    <a:cubicBezTo>
                      <a:pt x="2768727" y="1823371"/>
                      <a:pt x="2745486" y="1879282"/>
                      <a:pt x="2727103" y="1936814"/>
                    </a:cubicBezTo>
                    <a:lnTo>
                      <a:pt x="2660142" y="1958435"/>
                    </a:lnTo>
                    <a:cubicBezTo>
                      <a:pt x="2570131" y="1987677"/>
                      <a:pt x="2505837" y="2063306"/>
                      <a:pt x="2490216" y="2154269"/>
                    </a:cubicBezTo>
                    <a:lnTo>
                      <a:pt x="0" y="2154269"/>
                    </a:lnTo>
                    <a:lnTo>
                      <a:pt x="0" y="246221"/>
                    </a:lnTo>
                    <a:cubicBezTo>
                      <a:pt x="0" y="110680"/>
                      <a:pt x="110966" y="0"/>
                      <a:pt x="246507" y="0"/>
                    </a:cubicBezTo>
                    <a:close/>
                    <a:moveTo>
                      <a:pt x="2001020" y="452763"/>
                    </a:moveTo>
                    <a:cubicBezTo>
                      <a:pt x="1970842" y="458099"/>
                      <a:pt x="1945338" y="480941"/>
                      <a:pt x="1938052" y="512731"/>
                    </a:cubicBezTo>
                    <a:lnTo>
                      <a:pt x="1669447" y="1685354"/>
                    </a:lnTo>
                    <a:cubicBezTo>
                      <a:pt x="1659731" y="1727454"/>
                      <a:pt x="1686211" y="1769555"/>
                      <a:pt x="1728311" y="1779270"/>
                    </a:cubicBezTo>
                    <a:cubicBezTo>
                      <a:pt x="1770698" y="1788986"/>
                      <a:pt x="1812798" y="1762506"/>
                      <a:pt x="1822514" y="1720120"/>
                    </a:cubicBezTo>
                    <a:lnTo>
                      <a:pt x="2091119" y="547783"/>
                    </a:lnTo>
                    <a:cubicBezTo>
                      <a:pt x="2100834" y="505396"/>
                      <a:pt x="2074355" y="463296"/>
                      <a:pt x="2032254" y="453580"/>
                    </a:cubicBezTo>
                    <a:cubicBezTo>
                      <a:pt x="2021657" y="451151"/>
                      <a:pt x="2011079" y="450985"/>
                      <a:pt x="2001020" y="452763"/>
                    </a:cubicBezTo>
                    <a:close/>
                    <a:moveTo>
                      <a:pt x="2295582" y="678745"/>
                    </a:moveTo>
                    <a:cubicBezTo>
                      <a:pt x="2265194" y="675495"/>
                      <a:pt x="2234351" y="690300"/>
                      <a:pt x="2218563" y="718661"/>
                    </a:cubicBezTo>
                    <a:cubicBezTo>
                      <a:pt x="2197513" y="756476"/>
                      <a:pt x="2211229" y="804291"/>
                      <a:pt x="2249043" y="825341"/>
                    </a:cubicBezTo>
                    <a:lnTo>
                      <a:pt x="2770156" y="1116425"/>
                    </a:lnTo>
                    <a:lnTo>
                      <a:pt x="2249043" y="1407509"/>
                    </a:lnTo>
                    <a:cubicBezTo>
                      <a:pt x="2211229" y="1428560"/>
                      <a:pt x="2197513" y="1476375"/>
                      <a:pt x="2218563" y="1514189"/>
                    </a:cubicBezTo>
                    <a:cubicBezTo>
                      <a:pt x="2239613" y="1552194"/>
                      <a:pt x="2287429" y="1565719"/>
                      <a:pt x="2325243" y="1544669"/>
                    </a:cubicBezTo>
                    <a:lnTo>
                      <a:pt x="2969228" y="1185005"/>
                    </a:lnTo>
                    <a:cubicBezTo>
                      <a:pt x="3007043" y="1163955"/>
                      <a:pt x="3020759" y="1116139"/>
                      <a:pt x="2999709" y="1078325"/>
                    </a:cubicBezTo>
                    <a:cubicBezTo>
                      <a:pt x="2992184" y="1064800"/>
                      <a:pt x="2981039" y="1054322"/>
                      <a:pt x="2968371" y="1047274"/>
                    </a:cubicBezTo>
                    <a:lnTo>
                      <a:pt x="2325243" y="688181"/>
                    </a:lnTo>
                    <a:cubicBezTo>
                      <a:pt x="2315789" y="682918"/>
                      <a:pt x="2305711" y="679829"/>
                      <a:pt x="2295582" y="678745"/>
                    </a:cubicBezTo>
                    <a:close/>
                    <a:moveTo>
                      <a:pt x="1464888" y="678745"/>
                    </a:moveTo>
                    <a:cubicBezTo>
                      <a:pt x="1454759" y="679829"/>
                      <a:pt x="1444681" y="682918"/>
                      <a:pt x="1435227" y="688181"/>
                    </a:cubicBezTo>
                    <a:lnTo>
                      <a:pt x="792099" y="1047274"/>
                    </a:lnTo>
                    <a:cubicBezTo>
                      <a:pt x="779431" y="1054322"/>
                      <a:pt x="768382" y="1064800"/>
                      <a:pt x="760762" y="1078325"/>
                    </a:cubicBezTo>
                    <a:cubicBezTo>
                      <a:pt x="739712" y="1116139"/>
                      <a:pt x="753427" y="1163955"/>
                      <a:pt x="791242" y="1185005"/>
                    </a:cubicBezTo>
                    <a:lnTo>
                      <a:pt x="1435227" y="1544669"/>
                    </a:lnTo>
                    <a:cubicBezTo>
                      <a:pt x="1473041" y="1565719"/>
                      <a:pt x="1520857" y="1552194"/>
                      <a:pt x="1541907" y="1514189"/>
                    </a:cubicBezTo>
                    <a:cubicBezTo>
                      <a:pt x="1562957" y="1476375"/>
                      <a:pt x="1549241" y="1428560"/>
                      <a:pt x="1511427" y="1407509"/>
                    </a:cubicBezTo>
                    <a:lnTo>
                      <a:pt x="990314" y="1116425"/>
                    </a:lnTo>
                    <a:lnTo>
                      <a:pt x="1511427" y="825341"/>
                    </a:lnTo>
                    <a:cubicBezTo>
                      <a:pt x="1549241" y="804291"/>
                      <a:pt x="1562957" y="756476"/>
                      <a:pt x="1541907" y="718661"/>
                    </a:cubicBezTo>
                    <a:cubicBezTo>
                      <a:pt x="1526119" y="690300"/>
                      <a:pt x="1495276" y="675495"/>
                      <a:pt x="1464888" y="678745"/>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8" name="Freeform: Shape 17">
                <a:extLst>
                  <a:ext uri="{FF2B5EF4-FFF2-40B4-BE49-F238E27FC236}">
                    <a16:creationId xmlns:a16="http://schemas.microsoft.com/office/drawing/2014/main" id="{69A72E72-D8A8-4548-598C-5A599B72C83D}"/>
                  </a:ext>
                </a:extLst>
              </p:cNvPr>
              <p:cNvSpPr/>
              <p:nvPr/>
            </p:nvSpPr>
            <p:spPr>
              <a:xfrm>
                <a:off x="-8777684" y="2441123"/>
                <a:ext cx="2232565" cy="2232565"/>
              </a:xfrm>
              <a:custGeom>
                <a:avLst/>
                <a:gdLst>
                  <a:gd name="connsiteX0" fmla="*/ 1046893 w 2232565"/>
                  <a:gd name="connsiteY0" fmla="*/ 0 h 2232565"/>
                  <a:gd name="connsiteX1" fmla="*/ 1185386 w 2232565"/>
                  <a:gd name="connsiteY1" fmla="*/ 0 h 2232565"/>
                  <a:gd name="connsiteX2" fmla="*/ 1274731 w 2232565"/>
                  <a:gd name="connsiteY2" fmla="*/ 65056 h 2232565"/>
                  <a:gd name="connsiteX3" fmla="*/ 1306830 w 2232565"/>
                  <a:gd name="connsiteY3" fmla="*/ 163354 h 2232565"/>
                  <a:gd name="connsiteX4" fmla="*/ 1370266 w 2232565"/>
                  <a:gd name="connsiteY4" fmla="*/ 224600 h 2232565"/>
                  <a:gd name="connsiteX5" fmla="*/ 1566862 w 2232565"/>
                  <a:gd name="connsiteY5" fmla="*/ 306134 h 2232565"/>
                  <a:gd name="connsiteX6" fmla="*/ 1655159 w 2232565"/>
                  <a:gd name="connsiteY6" fmla="*/ 307753 h 2232565"/>
                  <a:gd name="connsiteX7" fmla="*/ 1747456 w 2232565"/>
                  <a:gd name="connsiteY7" fmla="*/ 260795 h 2232565"/>
                  <a:gd name="connsiteX8" fmla="*/ 1856518 w 2232565"/>
                  <a:gd name="connsiteY8" fmla="*/ 278035 h 2232565"/>
                  <a:gd name="connsiteX9" fmla="*/ 1954530 w 2232565"/>
                  <a:gd name="connsiteY9" fmla="*/ 376047 h 2232565"/>
                  <a:gd name="connsiteX10" fmla="*/ 1971770 w 2232565"/>
                  <a:gd name="connsiteY10" fmla="*/ 485109 h 2232565"/>
                  <a:gd name="connsiteX11" fmla="*/ 1924812 w 2232565"/>
                  <a:gd name="connsiteY11" fmla="*/ 577406 h 2232565"/>
                  <a:gd name="connsiteX12" fmla="*/ 1926431 w 2232565"/>
                  <a:gd name="connsiteY12" fmla="*/ 665703 h 2232565"/>
                  <a:gd name="connsiteX13" fmla="*/ 2007965 w 2232565"/>
                  <a:gd name="connsiteY13" fmla="*/ 862298 h 2232565"/>
                  <a:gd name="connsiteX14" fmla="*/ 2069211 w 2232565"/>
                  <a:gd name="connsiteY14" fmla="*/ 925735 h 2232565"/>
                  <a:gd name="connsiteX15" fmla="*/ 2167509 w 2232565"/>
                  <a:gd name="connsiteY15" fmla="*/ 957834 h 2232565"/>
                  <a:gd name="connsiteX16" fmla="*/ 2232565 w 2232565"/>
                  <a:gd name="connsiteY16" fmla="*/ 1047179 h 2232565"/>
                  <a:gd name="connsiteX17" fmla="*/ 2232565 w 2232565"/>
                  <a:gd name="connsiteY17" fmla="*/ 1185672 h 2232565"/>
                  <a:gd name="connsiteX18" fmla="*/ 2167509 w 2232565"/>
                  <a:gd name="connsiteY18" fmla="*/ 1275017 h 2232565"/>
                  <a:gd name="connsiteX19" fmla="*/ 2069211 w 2232565"/>
                  <a:gd name="connsiteY19" fmla="*/ 1306830 h 2232565"/>
                  <a:gd name="connsiteX20" fmla="*/ 2007965 w 2232565"/>
                  <a:gd name="connsiteY20" fmla="*/ 1370553 h 2232565"/>
                  <a:gd name="connsiteX21" fmla="*/ 1926431 w 2232565"/>
                  <a:gd name="connsiteY21" fmla="*/ 1567149 h 2232565"/>
                  <a:gd name="connsiteX22" fmla="*/ 1924812 w 2232565"/>
                  <a:gd name="connsiteY22" fmla="*/ 1655445 h 2232565"/>
                  <a:gd name="connsiteX23" fmla="*/ 1971770 w 2232565"/>
                  <a:gd name="connsiteY23" fmla="*/ 1747743 h 2232565"/>
                  <a:gd name="connsiteX24" fmla="*/ 1954530 w 2232565"/>
                  <a:gd name="connsiteY24" fmla="*/ 1856804 h 2232565"/>
                  <a:gd name="connsiteX25" fmla="*/ 1856518 w 2232565"/>
                  <a:gd name="connsiteY25" fmla="*/ 1954816 h 2232565"/>
                  <a:gd name="connsiteX26" fmla="*/ 1747456 w 2232565"/>
                  <a:gd name="connsiteY26" fmla="*/ 1972056 h 2232565"/>
                  <a:gd name="connsiteX27" fmla="*/ 1655159 w 2232565"/>
                  <a:gd name="connsiteY27" fmla="*/ 1925098 h 2232565"/>
                  <a:gd name="connsiteX28" fmla="*/ 1566862 w 2232565"/>
                  <a:gd name="connsiteY28" fmla="*/ 1926717 h 2232565"/>
                  <a:gd name="connsiteX29" fmla="*/ 1370266 w 2232565"/>
                  <a:gd name="connsiteY29" fmla="*/ 2007965 h 2232565"/>
                  <a:gd name="connsiteX30" fmla="*/ 1306830 w 2232565"/>
                  <a:gd name="connsiteY30" fmla="*/ 2069497 h 2232565"/>
                  <a:gd name="connsiteX31" fmla="*/ 1274731 w 2232565"/>
                  <a:gd name="connsiteY31" fmla="*/ 2167795 h 2232565"/>
                  <a:gd name="connsiteX32" fmla="*/ 1185386 w 2232565"/>
                  <a:gd name="connsiteY32" fmla="*/ 2232565 h 2232565"/>
                  <a:gd name="connsiteX33" fmla="*/ 1046893 w 2232565"/>
                  <a:gd name="connsiteY33" fmla="*/ 2232565 h 2232565"/>
                  <a:gd name="connsiteX34" fmla="*/ 957548 w 2232565"/>
                  <a:gd name="connsiteY34" fmla="*/ 2167795 h 2232565"/>
                  <a:gd name="connsiteX35" fmla="*/ 925735 w 2232565"/>
                  <a:gd name="connsiteY35" fmla="*/ 2069497 h 2232565"/>
                  <a:gd name="connsiteX36" fmla="*/ 862012 w 2232565"/>
                  <a:gd name="connsiteY36" fmla="*/ 2007965 h 2232565"/>
                  <a:gd name="connsiteX37" fmla="*/ 665416 w 2232565"/>
                  <a:gd name="connsiteY37" fmla="*/ 1926717 h 2232565"/>
                  <a:gd name="connsiteX38" fmla="*/ 577120 w 2232565"/>
                  <a:gd name="connsiteY38" fmla="*/ 1925098 h 2232565"/>
                  <a:gd name="connsiteX39" fmla="*/ 484822 w 2232565"/>
                  <a:gd name="connsiteY39" fmla="*/ 1972056 h 2232565"/>
                  <a:gd name="connsiteX40" fmla="*/ 375761 w 2232565"/>
                  <a:gd name="connsiteY40" fmla="*/ 1954816 h 2232565"/>
                  <a:gd name="connsiteX41" fmla="*/ 277749 w 2232565"/>
                  <a:gd name="connsiteY41" fmla="*/ 1856804 h 2232565"/>
                  <a:gd name="connsiteX42" fmla="*/ 260509 w 2232565"/>
                  <a:gd name="connsiteY42" fmla="*/ 1747743 h 2232565"/>
                  <a:gd name="connsiteX43" fmla="*/ 307467 w 2232565"/>
                  <a:gd name="connsiteY43" fmla="*/ 1655445 h 2232565"/>
                  <a:gd name="connsiteX44" fmla="*/ 305848 w 2232565"/>
                  <a:gd name="connsiteY44" fmla="*/ 1567149 h 2232565"/>
                  <a:gd name="connsiteX45" fmla="*/ 224599 w 2232565"/>
                  <a:gd name="connsiteY45" fmla="*/ 1370553 h 2232565"/>
                  <a:gd name="connsiteX46" fmla="*/ 163068 w 2232565"/>
                  <a:gd name="connsiteY46" fmla="*/ 1306830 h 2232565"/>
                  <a:gd name="connsiteX47" fmla="*/ 64770 w 2232565"/>
                  <a:gd name="connsiteY47" fmla="*/ 1275017 h 2232565"/>
                  <a:gd name="connsiteX48" fmla="*/ 0 w 2232565"/>
                  <a:gd name="connsiteY48" fmla="*/ 1185672 h 2232565"/>
                  <a:gd name="connsiteX49" fmla="*/ 0 w 2232565"/>
                  <a:gd name="connsiteY49" fmla="*/ 1047179 h 2232565"/>
                  <a:gd name="connsiteX50" fmla="*/ 64770 w 2232565"/>
                  <a:gd name="connsiteY50" fmla="*/ 957834 h 2232565"/>
                  <a:gd name="connsiteX51" fmla="*/ 163354 w 2232565"/>
                  <a:gd name="connsiteY51" fmla="*/ 925735 h 2232565"/>
                  <a:gd name="connsiteX52" fmla="*/ 224599 w 2232565"/>
                  <a:gd name="connsiteY52" fmla="*/ 862298 h 2232565"/>
                  <a:gd name="connsiteX53" fmla="*/ 305848 w 2232565"/>
                  <a:gd name="connsiteY53" fmla="*/ 665703 h 2232565"/>
                  <a:gd name="connsiteX54" fmla="*/ 307467 w 2232565"/>
                  <a:gd name="connsiteY54" fmla="*/ 577406 h 2232565"/>
                  <a:gd name="connsiteX55" fmla="*/ 260509 w 2232565"/>
                  <a:gd name="connsiteY55" fmla="*/ 485109 h 2232565"/>
                  <a:gd name="connsiteX56" fmla="*/ 277749 w 2232565"/>
                  <a:gd name="connsiteY56" fmla="*/ 376047 h 2232565"/>
                  <a:gd name="connsiteX57" fmla="*/ 375761 w 2232565"/>
                  <a:gd name="connsiteY57" fmla="*/ 278035 h 2232565"/>
                  <a:gd name="connsiteX58" fmla="*/ 484822 w 2232565"/>
                  <a:gd name="connsiteY58" fmla="*/ 260795 h 2232565"/>
                  <a:gd name="connsiteX59" fmla="*/ 577120 w 2232565"/>
                  <a:gd name="connsiteY59" fmla="*/ 307753 h 2232565"/>
                  <a:gd name="connsiteX60" fmla="*/ 665416 w 2232565"/>
                  <a:gd name="connsiteY60" fmla="*/ 306134 h 2232565"/>
                  <a:gd name="connsiteX61" fmla="*/ 862012 w 2232565"/>
                  <a:gd name="connsiteY61" fmla="*/ 224600 h 2232565"/>
                  <a:gd name="connsiteX62" fmla="*/ 925735 w 2232565"/>
                  <a:gd name="connsiteY62" fmla="*/ 163354 h 2232565"/>
                  <a:gd name="connsiteX63" fmla="*/ 957548 w 2232565"/>
                  <a:gd name="connsiteY63" fmla="*/ 65056 h 2232565"/>
                  <a:gd name="connsiteX64" fmla="*/ 1046893 w 2232565"/>
                  <a:gd name="connsiteY64" fmla="*/ 0 h 2232565"/>
                  <a:gd name="connsiteX65" fmla="*/ 1116044 w 2232565"/>
                  <a:gd name="connsiteY65" fmla="*/ 630079 h 2232565"/>
                  <a:gd name="connsiteX66" fmla="*/ 772096 w 2232565"/>
                  <a:gd name="connsiteY66" fmla="*/ 772668 h 2232565"/>
                  <a:gd name="connsiteX67" fmla="*/ 629793 w 2232565"/>
                  <a:gd name="connsiteY67" fmla="*/ 1116330 h 2232565"/>
                  <a:gd name="connsiteX68" fmla="*/ 772096 w 2232565"/>
                  <a:gd name="connsiteY68" fmla="*/ 1460278 h 2232565"/>
                  <a:gd name="connsiteX69" fmla="*/ 1116044 w 2232565"/>
                  <a:gd name="connsiteY69" fmla="*/ 1602582 h 2232565"/>
                  <a:gd name="connsiteX70" fmla="*/ 1459801 w 2232565"/>
                  <a:gd name="connsiteY70" fmla="*/ 1460278 h 2232565"/>
                  <a:gd name="connsiteX71" fmla="*/ 1602105 w 2232565"/>
                  <a:gd name="connsiteY71" fmla="*/ 1116330 h 2232565"/>
                  <a:gd name="connsiteX72" fmla="*/ 1459801 w 2232565"/>
                  <a:gd name="connsiteY72" fmla="*/ 772668 h 2232565"/>
                  <a:gd name="connsiteX73" fmla="*/ 1116044 w 2232565"/>
                  <a:gd name="connsiteY73" fmla="*/ 630079 h 223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232565" h="2232565">
                    <a:moveTo>
                      <a:pt x="1046893" y="0"/>
                    </a:moveTo>
                    <a:lnTo>
                      <a:pt x="1185386" y="0"/>
                    </a:lnTo>
                    <a:cubicBezTo>
                      <a:pt x="1227010" y="0"/>
                      <a:pt x="1262062" y="25622"/>
                      <a:pt x="1274731" y="65056"/>
                    </a:cubicBezTo>
                    <a:lnTo>
                      <a:pt x="1306830" y="163354"/>
                    </a:lnTo>
                    <a:cubicBezTo>
                      <a:pt x="1316545" y="194120"/>
                      <a:pt x="1339215" y="216027"/>
                      <a:pt x="1370266" y="224600"/>
                    </a:cubicBezTo>
                    <a:cubicBezTo>
                      <a:pt x="1439418" y="244317"/>
                      <a:pt x="1505236" y="271844"/>
                      <a:pt x="1566862" y="306134"/>
                    </a:cubicBezTo>
                    <a:cubicBezTo>
                      <a:pt x="1594961" y="321755"/>
                      <a:pt x="1626489" y="322326"/>
                      <a:pt x="1655159" y="307753"/>
                    </a:cubicBezTo>
                    <a:lnTo>
                      <a:pt x="1747456" y="260795"/>
                    </a:lnTo>
                    <a:cubicBezTo>
                      <a:pt x="1784413" y="241935"/>
                      <a:pt x="1827371" y="248889"/>
                      <a:pt x="1856518" y="278035"/>
                    </a:cubicBezTo>
                    <a:lnTo>
                      <a:pt x="1954530" y="376047"/>
                    </a:lnTo>
                    <a:cubicBezTo>
                      <a:pt x="1983677" y="405194"/>
                      <a:pt x="1990725" y="448151"/>
                      <a:pt x="1971770" y="485109"/>
                    </a:cubicBezTo>
                    <a:lnTo>
                      <a:pt x="1924812" y="577406"/>
                    </a:lnTo>
                    <a:cubicBezTo>
                      <a:pt x="1910239" y="605981"/>
                      <a:pt x="1910810" y="637604"/>
                      <a:pt x="1926431" y="665703"/>
                    </a:cubicBezTo>
                    <a:cubicBezTo>
                      <a:pt x="1960721" y="727234"/>
                      <a:pt x="1988248" y="793147"/>
                      <a:pt x="2007965" y="862298"/>
                    </a:cubicBezTo>
                    <a:cubicBezTo>
                      <a:pt x="2016633" y="893350"/>
                      <a:pt x="2038445" y="916020"/>
                      <a:pt x="2069211" y="925735"/>
                    </a:cubicBezTo>
                    <a:lnTo>
                      <a:pt x="2167509" y="957834"/>
                    </a:lnTo>
                    <a:cubicBezTo>
                      <a:pt x="2206943" y="970503"/>
                      <a:pt x="2232565" y="1005555"/>
                      <a:pt x="2232565" y="1047179"/>
                    </a:cubicBezTo>
                    <a:lnTo>
                      <a:pt x="2232565" y="1185672"/>
                    </a:lnTo>
                    <a:cubicBezTo>
                      <a:pt x="2232565" y="1227011"/>
                      <a:pt x="2206943" y="1262349"/>
                      <a:pt x="2167509" y="1275017"/>
                    </a:cubicBezTo>
                    <a:lnTo>
                      <a:pt x="2069211" y="1306830"/>
                    </a:lnTo>
                    <a:cubicBezTo>
                      <a:pt x="2038445" y="1316832"/>
                      <a:pt x="2016538" y="1339501"/>
                      <a:pt x="2007965" y="1370553"/>
                    </a:cubicBezTo>
                    <a:cubicBezTo>
                      <a:pt x="1988248" y="1439704"/>
                      <a:pt x="1960721" y="1505522"/>
                      <a:pt x="1926431" y="1567149"/>
                    </a:cubicBezTo>
                    <a:cubicBezTo>
                      <a:pt x="1910810" y="1595247"/>
                      <a:pt x="1910239" y="1626775"/>
                      <a:pt x="1924812" y="1655445"/>
                    </a:cubicBezTo>
                    <a:lnTo>
                      <a:pt x="1971770" y="1747743"/>
                    </a:lnTo>
                    <a:cubicBezTo>
                      <a:pt x="1990630" y="1784414"/>
                      <a:pt x="1983677" y="1827372"/>
                      <a:pt x="1954530" y="1856804"/>
                    </a:cubicBezTo>
                    <a:lnTo>
                      <a:pt x="1856518" y="1954816"/>
                    </a:lnTo>
                    <a:cubicBezTo>
                      <a:pt x="1827371" y="1983963"/>
                      <a:pt x="1784413" y="1990725"/>
                      <a:pt x="1747456" y="1972056"/>
                    </a:cubicBezTo>
                    <a:lnTo>
                      <a:pt x="1655159" y="1925098"/>
                    </a:lnTo>
                    <a:cubicBezTo>
                      <a:pt x="1626584" y="1910239"/>
                      <a:pt x="1594961" y="1910811"/>
                      <a:pt x="1566862" y="1926717"/>
                    </a:cubicBezTo>
                    <a:cubicBezTo>
                      <a:pt x="1505331" y="1961007"/>
                      <a:pt x="1439418" y="1988535"/>
                      <a:pt x="1370266" y="2007965"/>
                    </a:cubicBezTo>
                    <a:cubicBezTo>
                      <a:pt x="1339215" y="2016919"/>
                      <a:pt x="1316545" y="2038731"/>
                      <a:pt x="1306830" y="2069497"/>
                    </a:cubicBezTo>
                    <a:lnTo>
                      <a:pt x="1274731" y="2167795"/>
                    </a:lnTo>
                    <a:cubicBezTo>
                      <a:pt x="1262062" y="2207229"/>
                      <a:pt x="1226915" y="2232565"/>
                      <a:pt x="1185386" y="2232565"/>
                    </a:cubicBezTo>
                    <a:lnTo>
                      <a:pt x="1046893" y="2232565"/>
                    </a:lnTo>
                    <a:cubicBezTo>
                      <a:pt x="1005554" y="2232565"/>
                      <a:pt x="970216" y="2207133"/>
                      <a:pt x="957548" y="2167795"/>
                    </a:cubicBezTo>
                    <a:lnTo>
                      <a:pt x="925735" y="2069497"/>
                    </a:lnTo>
                    <a:cubicBezTo>
                      <a:pt x="915733" y="2038731"/>
                      <a:pt x="893064" y="2016824"/>
                      <a:pt x="862012" y="2007965"/>
                    </a:cubicBezTo>
                    <a:cubicBezTo>
                      <a:pt x="792861" y="1988535"/>
                      <a:pt x="727043" y="1961007"/>
                      <a:pt x="665416" y="1926717"/>
                    </a:cubicBezTo>
                    <a:cubicBezTo>
                      <a:pt x="637318" y="1911096"/>
                      <a:pt x="605790" y="1910239"/>
                      <a:pt x="577120" y="1925098"/>
                    </a:cubicBezTo>
                    <a:lnTo>
                      <a:pt x="484822" y="1972056"/>
                    </a:lnTo>
                    <a:cubicBezTo>
                      <a:pt x="448056" y="1990725"/>
                      <a:pt x="405193" y="1983963"/>
                      <a:pt x="375761" y="1954816"/>
                    </a:cubicBezTo>
                    <a:lnTo>
                      <a:pt x="277749" y="1856804"/>
                    </a:lnTo>
                    <a:cubicBezTo>
                      <a:pt x="248602" y="1827372"/>
                      <a:pt x="241840" y="1784414"/>
                      <a:pt x="260509" y="1747743"/>
                    </a:cubicBezTo>
                    <a:lnTo>
                      <a:pt x="307467" y="1655445"/>
                    </a:lnTo>
                    <a:cubicBezTo>
                      <a:pt x="322326" y="1626870"/>
                      <a:pt x="321754" y="1595247"/>
                      <a:pt x="305848" y="1567149"/>
                    </a:cubicBezTo>
                    <a:cubicBezTo>
                      <a:pt x="271558" y="1505617"/>
                      <a:pt x="244030" y="1439704"/>
                      <a:pt x="224599" y="1370553"/>
                    </a:cubicBezTo>
                    <a:cubicBezTo>
                      <a:pt x="215646" y="1339501"/>
                      <a:pt x="193834" y="1316832"/>
                      <a:pt x="163068" y="1306830"/>
                    </a:cubicBezTo>
                    <a:lnTo>
                      <a:pt x="64770" y="1275017"/>
                    </a:lnTo>
                    <a:cubicBezTo>
                      <a:pt x="25336" y="1262349"/>
                      <a:pt x="0" y="1226915"/>
                      <a:pt x="0" y="1185672"/>
                    </a:cubicBezTo>
                    <a:lnTo>
                      <a:pt x="0" y="1047179"/>
                    </a:lnTo>
                    <a:cubicBezTo>
                      <a:pt x="0" y="1005555"/>
                      <a:pt x="25336" y="970503"/>
                      <a:pt x="64770" y="957834"/>
                    </a:cubicBezTo>
                    <a:lnTo>
                      <a:pt x="163354" y="925735"/>
                    </a:lnTo>
                    <a:cubicBezTo>
                      <a:pt x="193834" y="915734"/>
                      <a:pt x="215741" y="893350"/>
                      <a:pt x="224599" y="862298"/>
                    </a:cubicBezTo>
                    <a:cubicBezTo>
                      <a:pt x="244316" y="793147"/>
                      <a:pt x="271558" y="727329"/>
                      <a:pt x="305848" y="665703"/>
                    </a:cubicBezTo>
                    <a:cubicBezTo>
                      <a:pt x="321754" y="637604"/>
                      <a:pt x="322326" y="606076"/>
                      <a:pt x="307467" y="577406"/>
                    </a:cubicBezTo>
                    <a:lnTo>
                      <a:pt x="260509" y="485109"/>
                    </a:lnTo>
                    <a:cubicBezTo>
                      <a:pt x="241840" y="448151"/>
                      <a:pt x="248602" y="405194"/>
                      <a:pt x="277749" y="376047"/>
                    </a:cubicBezTo>
                    <a:lnTo>
                      <a:pt x="375761" y="278035"/>
                    </a:lnTo>
                    <a:cubicBezTo>
                      <a:pt x="405193" y="248889"/>
                      <a:pt x="448151" y="241840"/>
                      <a:pt x="484822" y="260795"/>
                    </a:cubicBezTo>
                    <a:lnTo>
                      <a:pt x="577120" y="307753"/>
                    </a:lnTo>
                    <a:cubicBezTo>
                      <a:pt x="605695" y="322326"/>
                      <a:pt x="637318" y="321755"/>
                      <a:pt x="665416" y="306134"/>
                    </a:cubicBezTo>
                    <a:cubicBezTo>
                      <a:pt x="726948" y="271844"/>
                      <a:pt x="792861" y="244317"/>
                      <a:pt x="862012" y="224600"/>
                    </a:cubicBezTo>
                    <a:cubicBezTo>
                      <a:pt x="893064" y="215932"/>
                      <a:pt x="915733" y="194120"/>
                      <a:pt x="925735" y="163354"/>
                    </a:cubicBezTo>
                    <a:lnTo>
                      <a:pt x="957548" y="65056"/>
                    </a:lnTo>
                    <a:cubicBezTo>
                      <a:pt x="970216" y="25622"/>
                      <a:pt x="1005649" y="0"/>
                      <a:pt x="1046893" y="0"/>
                    </a:cubicBezTo>
                    <a:close/>
                    <a:moveTo>
                      <a:pt x="1116044" y="630079"/>
                    </a:moveTo>
                    <a:cubicBezTo>
                      <a:pt x="981551" y="630079"/>
                      <a:pt x="860108" y="684657"/>
                      <a:pt x="772096" y="772668"/>
                    </a:cubicBezTo>
                    <a:cubicBezTo>
                      <a:pt x="684085" y="860679"/>
                      <a:pt x="629793" y="982218"/>
                      <a:pt x="629793" y="1116330"/>
                    </a:cubicBezTo>
                    <a:cubicBezTo>
                      <a:pt x="629793" y="1250823"/>
                      <a:pt x="684085" y="1372267"/>
                      <a:pt x="772096" y="1460278"/>
                    </a:cubicBezTo>
                    <a:cubicBezTo>
                      <a:pt x="860108" y="1548289"/>
                      <a:pt x="981646" y="1602582"/>
                      <a:pt x="1116044" y="1602582"/>
                    </a:cubicBezTo>
                    <a:cubicBezTo>
                      <a:pt x="1250251" y="1602582"/>
                      <a:pt x="1371695" y="1548289"/>
                      <a:pt x="1459801" y="1460278"/>
                    </a:cubicBezTo>
                    <a:cubicBezTo>
                      <a:pt x="1547812" y="1372267"/>
                      <a:pt x="1602105" y="1250728"/>
                      <a:pt x="1602105" y="1116330"/>
                    </a:cubicBezTo>
                    <a:cubicBezTo>
                      <a:pt x="1602105" y="982123"/>
                      <a:pt x="1547812" y="860679"/>
                      <a:pt x="1459801" y="772668"/>
                    </a:cubicBezTo>
                    <a:cubicBezTo>
                      <a:pt x="1371791" y="684657"/>
                      <a:pt x="1250251" y="630079"/>
                      <a:pt x="1116044" y="630079"/>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9" name="Freeform: Shape 18">
                <a:extLst>
                  <a:ext uri="{FF2B5EF4-FFF2-40B4-BE49-F238E27FC236}">
                    <a16:creationId xmlns:a16="http://schemas.microsoft.com/office/drawing/2014/main" id="{A970AA74-4071-2EE2-F0CC-47602BCD316E}"/>
                  </a:ext>
                </a:extLst>
              </p:cNvPr>
              <p:cNvSpPr/>
              <p:nvPr/>
            </p:nvSpPr>
            <p:spPr>
              <a:xfrm>
                <a:off x="-7990443" y="3228555"/>
                <a:ext cx="657701" cy="657701"/>
              </a:xfrm>
              <a:custGeom>
                <a:avLst/>
                <a:gdLst>
                  <a:gd name="connsiteX0" fmla="*/ 328803 w 657701"/>
                  <a:gd name="connsiteY0" fmla="*/ 0 h 657701"/>
                  <a:gd name="connsiteX1" fmla="*/ 561308 w 657701"/>
                  <a:gd name="connsiteY1" fmla="*/ 96393 h 657701"/>
                  <a:gd name="connsiteX2" fmla="*/ 657701 w 657701"/>
                  <a:gd name="connsiteY2" fmla="*/ 328898 h 657701"/>
                  <a:gd name="connsiteX3" fmla="*/ 561308 w 657701"/>
                  <a:gd name="connsiteY3" fmla="*/ 561594 h 657701"/>
                  <a:gd name="connsiteX4" fmla="*/ 328803 w 657701"/>
                  <a:gd name="connsiteY4" fmla="*/ 657701 h 657701"/>
                  <a:gd name="connsiteX5" fmla="*/ 96107 w 657701"/>
                  <a:gd name="connsiteY5" fmla="*/ 561594 h 657701"/>
                  <a:gd name="connsiteX6" fmla="*/ 0 w 657701"/>
                  <a:gd name="connsiteY6" fmla="*/ 328898 h 657701"/>
                  <a:gd name="connsiteX7" fmla="*/ 96107 w 657701"/>
                  <a:gd name="connsiteY7" fmla="*/ 96393 h 657701"/>
                  <a:gd name="connsiteX8" fmla="*/ 328803 w 657701"/>
                  <a:gd name="connsiteY8" fmla="*/ 0 h 657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7701" h="657701">
                    <a:moveTo>
                      <a:pt x="328803" y="0"/>
                    </a:moveTo>
                    <a:cubicBezTo>
                      <a:pt x="419576" y="0"/>
                      <a:pt x="501682" y="36957"/>
                      <a:pt x="561308" y="96393"/>
                    </a:cubicBezTo>
                    <a:cubicBezTo>
                      <a:pt x="620744" y="155829"/>
                      <a:pt x="657701" y="238125"/>
                      <a:pt x="657701" y="328898"/>
                    </a:cubicBezTo>
                    <a:cubicBezTo>
                      <a:pt x="657701" y="419862"/>
                      <a:pt x="620744" y="501967"/>
                      <a:pt x="561308" y="561594"/>
                    </a:cubicBezTo>
                    <a:cubicBezTo>
                      <a:pt x="501682" y="621030"/>
                      <a:pt x="419576" y="657701"/>
                      <a:pt x="328803" y="657701"/>
                    </a:cubicBezTo>
                    <a:cubicBezTo>
                      <a:pt x="237839" y="657701"/>
                      <a:pt x="155734" y="621030"/>
                      <a:pt x="96107" y="561594"/>
                    </a:cubicBezTo>
                    <a:cubicBezTo>
                      <a:pt x="36671" y="501967"/>
                      <a:pt x="0" y="419862"/>
                      <a:pt x="0" y="328898"/>
                    </a:cubicBezTo>
                    <a:cubicBezTo>
                      <a:pt x="0" y="238220"/>
                      <a:pt x="36767" y="155829"/>
                      <a:pt x="96107" y="96393"/>
                    </a:cubicBezTo>
                    <a:cubicBezTo>
                      <a:pt x="155734" y="36957"/>
                      <a:pt x="237839" y="0"/>
                      <a:pt x="328803" y="0"/>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0" name="Freeform: Shape 19">
                <a:extLst>
                  <a:ext uri="{FF2B5EF4-FFF2-40B4-BE49-F238E27FC236}">
                    <a16:creationId xmlns:a16="http://schemas.microsoft.com/office/drawing/2014/main" id="{1894CDAA-EB54-0145-0F01-4C390960B9EC}"/>
                  </a:ext>
                </a:extLst>
              </p:cNvPr>
              <p:cNvSpPr/>
              <p:nvPr/>
            </p:nvSpPr>
            <p:spPr>
              <a:xfrm>
                <a:off x="-11422111" y="3602506"/>
                <a:ext cx="2796350" cy="545402"/>
              </a:xfrm>
              <a:custGeom>
                <a:avLst/>
                <a:gdLst>
                  <a:gd name="connsiteX0" fmla="*/ 0 w 2796350"/>
                  <a:gd name="connsiteY0" fmla="*/ 0 h 545402"/>
                  <a:gd name="connsiteX1" fmla="*/ 2486692 w 2796350"/>
                  <a:gd name="connsiteY1" fmla="*/ 0 h 545402"/>
                  <a:gd name="connsiteX2" fmla="*/ 2486692 w 2796350"/>
                  <a:gd name="connsiteY2" fmla="*/ 24289 h 545402"/>
                  <a:gd name="connsiteX3" fmla="*/ 2660333 w 2796350"/>
                  <a:gd name="connsiteY3" fmla="*/ 263272 h 545402"/>
                  <a:gd name="connsiteX4" fmla="*/ 2726912 w 2796350"/>
                  <a:gd name="connsiteY4" fmla="*/ 285084 h 545402"/>
                  <a:gd name="connsiteX5" fmla="*/ 2796350 w 2796350"/>
                  <a:gd name="connsiteY5" fmla="*/ 452248 h 545402"/>
                  <a:gd name="connsiteX6" fmla="*/ 2764536 w 2796350"/>
                  <a:gd name="connsiteY6" fmla="*/ 514922 h 545402"/>
                  <a:gd name="connsiteX7" fmla="*/ 2751296 w 2796350"/>
                  <a:gd name="connsiteY7" fmla="*/ 545402 h 545402"/>
                  <a:gd name="connsiteX8" fmla="*/ 246507 w 2796350"/>
                  <a:gd name="connsiteY8" fmla="*/ 545402 h 545402"/>
                  <a:gd name="connsiteX9" fmla="*/ 0 w 2796350"/>
                  <a:gd name="connsiteY9" fmla="*/ 299181 h 545402"/>
                  <a:gd name="connsiteX10" fmla="*/ 0 w 2796350"/>
                  <a:gd name="connsiteY10" fmla="*/ 0 h 54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96350" h="545402">
                    <a:moveTo>
                      <a:pt x="0" y="0"/>
                    </a:moveTo>
                    <a:lnTo>
                      <a:pt x="2486692" y="0"/>
                    </a:lnTo>
                    <a:lnTo>
                      <a:pt x="2486692" y="24289"/>
                    </a:lnTo>
                    <a:cubicBezTo>
                      <a:pt x="2486692" y="133922"/>
                      <a:pt x="2556129" y="229553"/>
                      <a:pt x="2660333" y="263272"/>
                    </a:cubicBezTo>
                    <a:lnTo>
                      <a:pt x="2726912" y="285084"/>
                    </a:lnTo>
                    <a:cubicBezTo>
                      <a:pt x="2745581" y="342615"/>
                      <a:pt x="2768822" y="398527"/>
                      <a:pt x="2796350" y="452248"/>
                    </a:cubicBezTo>
                    <a:lnTo>
                      <a:pt x="2764536" y="514922"/>
                    </a:lnTo>
                    <a:cubicBezTo>
                      <a:pt x="2759393" y="524923"/>
                      <a:pt x="2755106" y="535115"/>
                      <a:pt x="2751296" y="545402"/>
                    </a:cubicBezTo>
                    <a:lnTo>
                      <a:pt x="246507" y="545402"/>
                    </a:lnTo>
                    <a:cubicBezTo>
                      <a:pt x="110966" y="545402"/>
                      <a:pt x="0" y="434436"/>
                      <a:pt x="0" y="299181"/>
                    </a:cubicBezTo>
                    <a:lnTo>
                      <a:pt x="0" y="0"/>
                    </a:ln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1" name="Freeform: Shape 20">
                <a:extLst>
                  <a:ext uri="{FF2B5EF4-FFF2-40B4-BE49-F238E27FC236}">
                    <a16:creationId xmlns:a16="http://schemas.microsoft.com/office/drawing/2014/main" id="{A8DE669E-6A32-2D08-49A7-DFA4A17C00AF}"/>
                  </a:ext>
                </a:extLst>
              </p:cNvPr>
              <p:cNvSpPr/>
              <p:nvPr/>
            </p:nvSpPr>
            <p:spPr>
              <a:xfrm>
                <a:off x="-10444084" y="4305356"/>
                <a:ext cx="1804226" cy="449580"/>
              </a:xfrm>
              <a:custGeom>
                <a:avLst/>
                <a:gdLst>
                  <a:gd name="connsiteX0" fmla="*/ 527114 w 1804226"/>
                  <a:gd name="connsiteY0" fmla="*/ 0 h 449580"/>
                  <a:gd name="connsiteX1" fmla="*/ 1276922 w 1804226"/>
                  <a:gd name="connsiteY1" fmla="*/ 0 h 449580"/>
                  <a:gd name="connsiteX2" fmla="*/ 1381697 w 1804226"/>
                  <a:gd name="connsiteY2" fmla="*/ 292132 h 449580"/>
                  <a:gd name="connsiteX3" fmla="*/ 1725454 w 1804226"/>
                  <a:gd name="connsiteY3" fmla="*/ 292132 h 449580"/>
                  <a:gd name="connsiteX4" fmla="*/ 1804226 w 1804226"/>
                  <a:gd name="connsiteY4" fmla="*/ 370713 h 449580"/>
                  <a:gd name="connsiteX5" fmla="*/ 1725359 w 1804226"/>
                  <a:gd name="connsiteY5" fmla="*/ 449580 h 449580"/>
                  <a:gd name="connsiteX6" fmla="*/ 78867 w 1804226"/>
                  <a:gd name="connsiteY6" fmla="*/ 449580 h 449580"/>
                  <a:gd name="connsiteX7" fmla="*/ 0 w 1804226"/>
                  <a:gd name="connsiteY7" fmla="*/ 370713 h 449580"/>
                  <a:gd name="connsiteX8" fmla="*/ 78867 w 1804226"/>
                  <a:gd name="connsiteY8" fmla="*/ 292132 h 449580"/>
                  <a:gd name="connsiteX9" fmla="*/ 422624 w 1804226"/>
                  <a:gd name="connsiteY9" fmla="*/ 292132 h 449580"/>
                  <a:gd name="connsiteX10" fmla="*/ 527114 w 1804226"/>
                  <a:gd name="connsiteY10" fmla="*/ 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4226" h="449580">
                    <a:moveTo>
                      <a:pt x="527114" y="0"/>
                    </a:moveTo>
                    <a:lnTo>
                      <a:pt x="1276922" y="0"/>
                    </a:lnTo>
                    <a:lnTo>
                      <a:pt x="1381697" y="292132"/>
                    </a:lnTo>
                    <a:lnTo>
                      <a:pt x="1725454" y="292132"/>
                    </a:lnTo>
                    <a:cubicBezTo>
                      <a:pt x="1768983" y="292132"/>
                      <a:pt x="1804321" y="327184"/>
                      <a:pt x="1804226" y="370713"/>
                    </a:cubicBezTo>
                    <a:cubicBezTo>
                      <a:pt x="1804226" y="414243"/>
                      <a:pt x="1768793" y="449580"/>
                      <a:pt x="1725359" y="449580"/>
                    </a:cubicBezTo>
                    <a:lnTo>
                      <a:pt x="78867" y="449580"/>
                    </a:lnTo>
                    <a:cubicBezTo>
                      <a:pt x="35338" y="449580"/>
                      <a:pt x="0" y="414147"/>
                      <a:pt x="0" y="370713"/>
                    </a:cubicBezTo>
                    <a:cubicBezTo>
                      <a:pt x="0" y="327279"/>
                      <a:pt x="35433" y="292132"/>
                      <a:pt x="78867" y="292132"/>
                    </a:cubicBezTo>
                    <a:lnTo>
                      <a:pt x="422624" y="292132"/>
                    </a:lnTo>
                    <a:lnTo>
                      <a:pt x="527114" y="0"/>
                    </a:ln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1443" name="Group 1442">
            <a:extLst>
              <a:ext uri="{FF2B5EF4-FFF2-40B4-BE49-F238E27FC236}">
                <a16:creationId xmlns:a16="http://schemas.microsoft.com/office/drawing/2014/main" id="{E13936DB-7893-5560-F976-8705A939EF08}"/>
              </a:ext>
            </a:extLst>
          </p:cNvPr>
          <p:cNvGrpSpPr/>
          <p:nvPr/>
        </p:nvGrpSpPr>
        <p:grpSpPr>
          <a:xfrm>
            <a:off x="8441444" y="2398079"/>
            <a:ext cx="605924" cy="605917"/>
            <a:chOff x="7257244" y="4575679"/>
            <a:chExt cx="370004" cy="370000"/>
          </a:xfrm>
        </p:grpSpPr>
        <p:grpSp>
          <p:nvGrpSpPr>
            <p:cNvPr id="1450" name="Group 1449">
              <a:extLst>
                <a:ext uri="{FF2B5EF4-FFF2-40B4-BE49-F238E27FC236}">
                  <a16:creationId xmlns:a16="http://schemas.microsoft.com/office/drawing/2014/main" id="{81808661-FD3C-B820-8E4C-237A40BA55F7}"/>
                </a:ext>
              </a:extLst>
            </p:cNvPr>
            <p:cNvGrpSpPr/>
            <p:nvPr/>
          </p:nvGrpSpPr>
          <p:grpSpPr>
            <a:xfrm>
              <a:off x="7257244" y="4575679"/>
              <a:ext cx="370004" cy="370000"/>
              <a:chOff x="7257244" y="4575679"/>
              <a:chExt cx="370004" cy="370000"/>
            </a:xfrm>
          </p:grpSpPr>
          <p:sp>
            <p:nvSpPr>
              <p:cNvPr id="1457" name="Oval 34_1">
                <a:extLst>
                  <a:ext uri="{FF2B5EF4-FFF2-40B4-BE49-F238E27FC236}">
                    <a16:creationId xmlns:a16="http://schemas.microsoft.com/office/drawing/2014/main" id="{0879BFD5-6E86-CCFD-7B5F-5D8DEE8000EB}"/>
                  </a:ext>
                </a:extLst>
              </p:cNvPr>
              <p:cNvSpPr/>
              <p:nvPr/>
            </p:nvSpPr>
            <p:spPr bwMode="auto">
              <a:xfrm>
                <a:off x="7257244" y="4575679"/>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58" name="Oval 1457">
                <a:extLst>
                  <a:ext uri="{FF2B5EF4-FFF2-40B4-BE49-F238E27FC236}">
                    <a16:creationId xmlns:a16="http://schemas.microsoft.com/office/drawing/2014/main" id="{267D58F1-4F8A-0A6F-791F-E2C462234BF4}"/>
                  </a:ext>
                </a:extLst>
              </p:cNvPr>
              <p:cNvSpPr/>
              <p:nvPr/>
            </p:nvSpPr>
            <p:spPr bwMode="auto">
              <a:xfrm>
                <a:off x="7287409" y="4605841"/>
                <a:ext cx="309678" cy="309674"/>
              </a:xfrm>
              <a:prstGeom prst="ellipse">
                <a:avLst/>
              </a:prstGeom>
              <a:solidFill>
                <a:schemeClr val="tx1"/>
              </a:solidFill>
              <a:ln w="12700">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451" name="Group 1450">
              <a:extLst>
                <a:ext uri="{FF2B5EF4-FFF2-40B4-BE49-F238E27FC236}">
                  <a16:creationId xmlns:a16="http://schemas.microsoft.com/office/drawing/2014/main" id="{DB6BDAFC-37FF-E3DE-A795-9CD651AC80BB}"/>
                </a:ext>
              </a:extLst>
            </p:cNvPr>
            <p:cNvGrpSpPr/>
            <p:nvPr/>
          </p:nvGrpSpPr>
          <p:grpSpPr>
            <a:xfrm>
              <a:off x="7357361" y="4675794"/>
              <a:ext cx="169770" cy="169770"/>
              <a:chOff x="-1958873" y="5050077"/>
              <a:chExt cx="266892" cy="266892"/>
            </a:xfrm>
          </p:grpSpPr>
          <p:sp>
            <p:nvSpPr>
              <p:cNvPr id="1452" name="Freeform: Shape 1451">
                <a:extLst>
                  <a:ext uri="{FF2B5EF4-FFF2-40B4-BE49-F238E27FC236}">
                    <a16:creationId xmlns:a16="http://schemas.microsoft.com/office/drawing/2014/main" id="{3FC800A6-47ED-9BAA-2541-1851FDDE90EB}"/>
                  </a:ext>
                </a:extLst>
              </p:cNvPr>
              <p:cNvSpPr/>
              <p:nvPr/>
            </p:nvSpPr>
            <p:spPr>
              <a:xfrm>
                <a:off x="-1817046" y="5223596"/>
                <a:ext cx="72515" cy="93373"/>
              </a:xfrm>
              <a:custGeom>
                <a:avLst/>
                <a:gdLst>
                  <a:gd name="connsiteX0" fmla="*/ 0 w 72515"/>
                  <a:gd name="connsiteY0" fmla="*/ 51616 h 93373"/>
                  <a:gd name="connsiteX1" fmla="*/ 12202 w 72515"/>
                  <a:gd name="connsiteY1" fmla="*/ 89459 h 93373"/>
                  <a:gd name="connsiteX2" fmla="*/ 21346 w 72515"/>
                  <a:gd name="connsiteY2" fmla="*/ 91745 h 93373"/>
                  <a:gd name="connsiteX3" fmla="*/ 72304 w 72515"/>
                  <a:gd name="connsiteY3" fmla="*/ 25451 h 93373"/>
                  <a:gd name="connsiteX4" fmla="*/ 67685 w 72515"/>
                  <a:gd name="connsiteY4" fmla="*/ 0 h 93373"/>
                  <a:gd name="connsiteX5" fmla="*/ 0 w 72515"/>
                  <a:gd name="connsiteY5" fmla="*/ 51616 h 93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515" h="93373">
                    <a:moveTo>
                      <a:pt x="0" y="51616"/>
                    </a:moveTo>
                    <a:lnTo>
                      <a:pt x="12202" y="89459"/>
                    </a:lnTo>
                    <a:cubicBezTo>
                      <a:pt x="13440" y="93459"/>
                      <a:pt x="18393" y="94698"/>
                      <a:pt x="21346" y="91745"/>
                    </a:cubicBezTo>
                    <a:cubicBezTo>
                      <a:pt x="39729" y="73362"/>
                      <a:pt x="70209" y="42405"/>
                      <a:pt x="72304" y="25451"/>
                    </a:cubicBezTo>
                    <a:cubicBezTo>
                      <a:pt x="73295" y="18193"/>
                      <a:pt x="70647" y="8534"/>
                      <a:pt x="67685" y="0"/>
                    </a:cubicBezTo>
                    <a:cubicBezTo>
                      <a:pt x="49873" y="18107"/>
                      <a:pt x="27689" y="35690"/>
                      <a:pt x="0" y="51616"/>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53" name="Freeform: Shape 1452">
                <a:extLst>
                  <a:ext uri="{FF2B5EF4-FFF2-40B4-BE49-F238E27FC236}">
                    <a16:creationId xmlns:a16="http://schemas.microsoft.com/office/drawing/2014/main" id="{44829BE0-A3A7-A177-9D71-0C124377DEDC}"/>
                  </a:ext>
                </a:extLst>
              </p:cNvPr>
              <p:cNvSpPr/>
              <p:nvPr/>
            </p:nvSpPr>
            <p:spPr>
              <a:xfrm>
                <a:off x="-1958873" y="5102627"/>
                <a:ext cx="93373" cy="72506"/>
              </a:xfrm>
              <a:custGeom>
                <a:avLst/>
                <a:gdLst>
                  <a:gd name="connsiteX0" fmla="*/ 93374 w 93373"/>
                  <a:gd name="connsiteY0" fmla="*/ 4831 h 72506"/>
                  <a:gd name="connsiteX1" fmla="*/ 67923 w 93373"/>
                  <a:gd name="connsiteY1" fmla="*/ 212 h 72506"/>
                  <a:gd name="connsiteX2" fmla="*/ 1629 w 93373"/>
                  <a:gd name="connsiteY2" fmla="*/ 51170 h 72506"/>
                  <a:gd name="connsiteX3" fmla="*/ 3915 w 93373"/>
                  <a:gd name="connsiteY3" fmla="*/ 60314 h 72506"/>
                  <a:gd name="connsiteX4" fmla="*/ 41758 w 93373"/>
                  <a:gd name="connsiteY4" fmla="*/ 72506 h 72506"/>
                  <a:gd name="connsiteX5" fmla="*/ 93374 w 93373"/>
                  <a:gd name="connsiteY5" fmla="*/ 4831 h 7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373" h="72506">
                    <a:moveTo>
                      <a:pt x="93374" y="4831"/>
                    </a:moveTo>
                    <a:cubicBezTo>
                      <a:pt x="84849" y="1869"/>
                      <a:pt x="75181" y="-779"/>
                      <a:pt x="67923" y="212"/>
                    </a:cubicBezTo>
                    <a:cubicBezTo>
                      <a:pt x="50969" y="2307"/>
                      <a:pt x="20012" y="32787"/>
                      <a:pt x="1629" y="51170"/>
                    </a:cubicBezTo>
                    <a:cubicBezTo>
                      <a:pt x="-1324" y="54123"/>
                      <a:pt x="-85" y="59076"/>
                      <a:pt x="3915" y="60314"/>
                    </a:cubicBezTo>
                    <a:lnTo>
                      <a:pt x="41758" y="72506"/>
                    </a:lnTo>
                    <a:cubicBezTo>
                      <a:pt x="57684" y="44827"/>
                      <a:pt x="75267" y="22643"/>
                      <a:pt x="93374" y="4831"/>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54" name="Freeform: Shape 1453">
                <a:extLst>
                  <a:ext uri="{FF2B5EF4-FFF2-40B4-BE49-F238E27FC236}">
                    <a16:creationId xmlns:a16="http://schemas.microsoft.com/office/drawing/2014/main" id="{3B65E3B2-D5DC-C0D9-874E-477C98F6BA88}"/>
                  </a:ext>
                </a:extLst>
              </p:cNvPr>
              <p:cNvSpPr/>
              <p:nvPr/>
            </p:nvSpPr>
            <p:spPr>
              <a:xfrm>
                <a:off x="-1947043" y="5247713"/>
                <a:ext cx="57435" cy="57435"/>
              </a:xfrm>
              <a:custGeom>
                <a:avLst/>
                <a:gdLst>
                  <a:gd name="connsiteX0" fmla="*/ 57436 w 57435"/>
                  <a:gd name="connsiteY0" fmla="*/ 42224 h 57435"/>
                  <a:gd name="connsiteX1" fmla="*/ 0 w 57435"/>
                  <a:gd name="connsiteY1" fmla="*/ 57436 h 57435"/>
                  <a:gd name="connsiteX2" fmla="*/ 15211 w 57435"/>
                  <a:gd name="connsiteY2" fmla="*/ 0 h 57435"/>
                </a:gdLst>
                <a:ahLst/>
                <a:cxnLst>
                  <a:cxn ang="0">
                    <a:pos x="connsiteX0" y="connsiteY0"/>
                  </a:cxn>
                  <a:cxn ang="0">
                    <a:pos x="connsiteX1" y="connsiteY1"/>
                  </a:cxn>
                  <a:cxn ang="0">
                    <a:pos x="connsiteX2" y="connsiteY2"/>
                  </a:cxn>
                </a:cxnLst>
                <a:rect l="l" t="t" r="r" b="b"/>
                <a:pathLst>
                  <a:path w="57435" h="57435">
                    <a:moveTo>
                      <a:pt x="57436" y="42224"/>
                    </a:moveTo>
                    <a:cubicBezTo>
                      <a:pt x="31090" y="57331"/>
                      <a:pt x="381" y="57436"/>
                      <a:pt x="0" y="57436"/>
                    </a:cubicBezTo>
                    <a:cubicBezTo>
                      <a:pt x="0" y="57045"/>
                      <a:pt x="95" y="26346"/>
                      <a:pt x="15211" y="0"/>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55" name="Freeform: Shape 1454">
                <a:extLst>
                  <a:ext uri="{FF2B5EF4-FFF2-40B4-BE49-F238E27FC236}">
                    <a16:creationId xmlns:a16="http://schemas.microsoft.com/office/drawing/2014/main" id="{8B4897E0-DA0A-F2E4-824A-2CE4DE8AAD47}"/>
                  </a:ext>
                </a:extLst>
              </p:cNvPr>
              <p:cNvSpPr/>
              <p:nvPr/>
            </p:nvSpPr>
            <p:spPr>
              <a:xfrm>
                <a:off x="-1792281" y="5112716"/>
                <a:ext cx="37654" cy="37490"/>
              </a:xfrm>
              <a:custGeom>
                <a:avLst/>
                <a:gdLst>
                  <a:gd name="connsiteX0" fmla="*/ 18831 w 37654"/>
                  <a:gd name="connsiteY0" fmla="*/ 0 h 37490"/>
                  <a:gd name="connsiteX1" fmla="*/ 5524 w 37654"/>
                  <a:gd name="connsiteY1" fmla="*/ 5515 h 37490"/>
                  <a:gd name="connsiteX2" fmla="*/ 0 w 37654"/>
                  <a:gd name="connsiteY2" fmla="*/ 18831 h 37490"/>
                  <a:gd name="connsiteX3" fmla="*/ 5524 w 37654"/>
                  <a:gd name="connsiteY3" fmla="*/ 32147 h 37490"/>
                  <a:gd name="connsiteX4" fmla="*/ 32147 w 37654"/>
                  <a:gd name="connsiteY4" fmla="*/ 32147 h 37490"/>
                  <a:gd name="connsiteX5" fmla="*/ 32147 w 37654"/>
                  <a:gd name="connsiteY5" fmla="*/ 5515 h 37490"/>
                  <a:gd name="connsiteX6" fmla="*/ 18831 w 37654"/>
                  <a:gd name="connsiteY6" fmla="*/ 0 h 37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54" h="37490">
                    <a:moveTo>
                      <a:pt x="18831" y="0"/>
                    </a:moveTo>
                    <a:cubicBezTo>
                      <a:pt x="13802" y="0"/>
                      <a:pt x="9077" y="1962"/>
                      <a:pt x="5524" y="5515"/>
                    </a:cubicBezTo>
                    <a:cubicBezTo>
                      <a:pt x="1962" y="9077"/>
                      <a:pt x="0" y="13802"/>
                      <a:pt x="0" y="18831"/>
                    </a:cubicBezTo>
                    <a:cubicBezTo>
                      <a:pt x="0" y="23860"/>
                      <a:pt x="1962" y="28594"/>
                      <a:pt x="5524" y="32147"/>
                    </a:cubicBezTo>
                    <a:cubicBezTo>
                      <a:pt x="12621" y="39272"/>
                      <a:pt x="25032" y="39272"/>
                      <a:pt x="32147" y="32147"/>
                    </a:cubicBezTo>
                    <a:cubicBezTo>
                      <a:pt x="39491" y="24803"/>
                      <a:pt x="39491" y="12859"/>
                      <a:pt x="32147" y="5515"/>
                    </a:cubicBezTo>
                    <a:cubicBezTo>
                      <a:pt x="28585" y="1962"/>
                      <a:pt x="23851" y="0"/>
                      <a:pt x="18831" y="0"/>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56" name="Freeform: Shape 1455">
                <a:extLst>
                  <a:ext uri="{FF2B5EF4-FFF2-40B4-BE49-F238E27FC236}">
                    <a16:creationId xmlns:a16="http://schemas.microsoft.com/office/drawing/2014/main" id="{8A139C94-52E8-0489-B79A-236D19A8DD07}"/>
                  </a:ext>
                </a:extLst>
              </p:cNvPr>
              <p:cNvSpPr/>
              <p:nvPr/>
            </p:nvSpPr>
            <p:spPr>
              <a:xfrm>
                <a:off x="-1918513" y="5050077"/>
                <a:ext cx="226532" cy="226522"/>
              </a:xfrm>
              <a:custGeom>
                <a:avLst/>
                <a:gdLst>
                  <a:gd name="connsiteX0" fmla="*/ 214453 w 226532"/>
                  <a:gd name="connsiteY0" fmla="*/ 2 h 226522"/>
                  <a:gd name="connsiteX1" fmla="*/ 1169 w 226532"/>
                  <a:gd name="connsiteY1" fmla="*/ 156022 h 226522"/>
                  <a:gd name="connsiteX2" fmla="*/ 3493 w 226532"/>
                  <a:gd name="connsiteY2" fmla="*/ 169566 h 226522"/>
                  <a:gd name="connsiteX3" fmla="*/ 56957 w 226532"/>
                  <a:gd name="connsiteY3" fmla="*/ 223030 h 226522"/>
                  <a:gd name="connsiteX4" fmla="*/ 70501 w 226532"/>
                  <a:gd name="connsiteY4" fmla="*/ 225354 h 226522"/>
                  <a:gd name="connsiteX5" fmla="*/ 226530 w 226532"/>
                  <a:gd name="connsiteY5" fmla="*/ 12080 h 226522"/>
                  <a:gd name="connsiteX6" fmla="*/ 214453 w 226532"/>
                  <a:gd name="connsiteY6" fmla="*/ 2 h 226522"/>
                  <a:gd name="connsiteX7" fmla="*/ 170504 w 226532"/>
                  <a:gd name="connsiteY7" fmla="*/ 106911 h 226522"/>
                  <a:gd name="connsiteX8" fmla="*/ 145063 w 226532"/>
                  <a:gd name="connsiteY8" fmla="*/ 117445 h 226522"/>
                  <a:gd name="connsiteX9" fmla="*/ 119622 w 226532"/>
                  <a:gd name="connsiteY9" fmla="*/ 106911 h 226522"/>
                  <a:gd name="connsiteX10" fmla="*/ 109087 w 226532"/>
                  <a:gd name="connsiteY10" fmla="*/ 81469 h 226522"/>
                  <a:gd name="connsiteX11" fmla="*/ 119622 w 226532"/>
                  <a:gd name="connsiteY11" fmla="*/ 56028 h 226522"/>
                  <a:gd name="connsiteX12" fmla="*/ 170504 w 226532"/>
                  <a:gd name="connsiteY12" fmla="*/ 56028 h 226522"/>
                  <a:gd name="connsiteX13" fmla="*/ 170504 w 226532"/>
                  <a:gd name="connsiteY13" fmla="*/ 106911 h 22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532" h="226522">
                    <a:moveTo>
                      <a:pt x="214453" y="2"/>
                    </a:moveTo>
                    <a:cubicBezTo>
                      <a:pt x="178639" y="678"/>
                      <a:pt x="69330" y="14852"/>
                      <a:pt x="1169" y="156022"/>
                    </a:cubicBezTo>
                    <a:cubicBezTo>
                      <a:pt x="-1022" y="160555"/>
                      <a:pt x="-69" y="166013"/>
                      <a:pt x="3493" y="169566"/>
                    </a:cubicBezTo>
                    <a:lnTo>
                      <a:pt x="56957" y="223030"/>
                    </a:lnTo>
                    <a:cubicBezTo>
                      <a:pt x="60519" y="226592"/>
                      <a:pt x="65967" y="227545"/>
                      <a:pt x="70501" y="225354"/>
                    </a:cubicBezTo>
                    <a:cubicBezTo>
                      <a:pt x="211681" y="157203"/>
                      <a:pt x="225854" y="47894"/>
                      <a:pt x="226530" y="12080"/>
                    </a:cubicBezTo>
                    <a:cubicBezTo>
                      <a:pt x="226654" y="5317"/>
                      <a:pt x="221215" y="-122"/>
                      <a:pt x="214453" y="2"/>
                    </a:cubicBezTo>
                    <a:close/>
                    <a:moveTo>
                      <a:pt x="170504" y="106911"/>
                    </a:moveTo>
                    <a:cubicBezTo>
                      <a:pt x="163703" y="113702"/>
                      <a:pt x="154674" y="117445"/>
                      <a:pt x="145063" y="117445"/>
                    </a:cubicBezTo>
                    <a:cubicBezTo>
                      <a:pt x="135452" y="117445"/>
                      <a:pt x="126413" y="113702"/>
                      <a:pt x="119622" y="106911"/>
                    </a:cubicBezTo>
                    <a:cubicBezTo>
                      <a:pt x="112830" y="100119"/>
                      <a:pt x="109087" y="91080"/>
                      <a:pt x="109087" y="81469"/>
                    </a:cubicBezTo>
                    <a:cubicBezTo>
                      <a:pt x="109087" y="71859"/>
                      <a:pt x="112840" y="62819"/>
                      <a:pt x="119622" y="56028"/>
                    </a:cubicBezTo>
                    <a:cubicBezTo>
                      <a:pt x="133204" y="42445"/>
                      <a:pt x="156903" y="42445"/>
                      <a:pt x="170504" y="56028"/>
                    </a:cubicBezTo>
                    <a:cubicBezTo>
                      <a:pt x="184525" y="70058"/>
                      <a:pt x="184525" y="92880"/>
                      <a:pt x="170504" y="106911"/>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1459" name="Group 1458">
            <a:extLst>
              <a:ext uri="{FF2B5EF4-FFF2-40B4-BE49-F238E27FC236}">
                <a16:creationId xmlns:a16="http://schemas.microsoft.com/office/drawing/2014/main" id="{F236916B-B75D-5D54-9E31-3EE56247D360}"/>
              </a:ext>
            </a:extLst>
          </p:cNvPr>
          <p:cNvGrpSpPr/>
          <p:nvPr/>
        </p:nvGrpSpPr>
        <p:grpSpPr>
          <a:xfrm>
            <a:off x="8448448" y="2809428"/>
            <a:ext cx="608900" cy="608894"/>
            <a:chOff x="4527539" y="4575679"/>
            <a:chExt cx="370004" cy="370000"/>
          </a:xfrm>
        </p:grpSpPr>
        <p:grpSp>
          <p:nvGrpSpPr>
            <p:cNvPr id="1460" name="Group 1459">
              <a:extLst>
                <a:ext uri="{FF2B5EF4-FFF2-40B4-BE49-F238E27FC236}">
                  <a16:creationId xmlns:a16="http://schemas.microsoft.com/office/drawing/2014/main" id="{7BBE1163-3E22-1F2D-3BFA-53A0A11C0310}"/>
                </a:ext>
              </a:extLst>
            </p:cNvPr>
            <p:cNvGrpSpPr/>
            <p:nvPr/>
          </p:nvGrpSpPr>
          <p:grpSpPr>
            <a:xfrm>
              <a:off x="4527539" y="4575679"/>
              <a:ext cx="370004" cy="370000"/>
              <a:chOff x="4527539" y="4575679"/>
              <a:chExt cx="370004" cy="370000"/>
            </a:xfrm>
          </p:grpSpPr>
          <p:sp>
            <p:nvSpPr>
              <p:cNvPr id="1468" name="Oval 34_1">
                <a:extLst>
                  <a:ext uri="{FF2B5EF4-FFF2-40B4-BE49-F238E27FC236}">
                    <a16:creationId xmlns:a16="http://schemas.microsoft.com/office/drawing/2014/main" id="{EB877A91-2700-EE9E-5B5C-D47FB1D4622D}"/>
                  </a:ext>
                </a:extLst>
              </p:cNvPr>
              <p:cNvSpPr/>
              <p:nvPr/>
            </p:nvSpPr>
            <p:spPr bwMode="auto">
              <a:xfrm>
                <a:off x="4527539" y="4575679"/>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69" name="Oval 1468">
                <a:extLst>
                  <a:ext uri="{FF2B5EF4-FFF2-40B4-BE49-F238E27FC236}">
                    <a16:creationId xmlns:a16="http://schemas.microsoft.com/office/drawing/2014/main" id="{8C768F98-B6B1-CFE7-5E04-472829FCF12F}"/>
                  </a:ext>
                </a:extLst>
              </p:cNvPr>
              <p:cNvSpPr/>
              <p:nvPr/>
            </p:nvSpPr>
            <p:spPr bwMode="auto">
              <a:xfrm>
                <a:off x="4557702" y="4605842"/>
                <a:ext cx="309678" cy="309674"/>
              </a:xfrm>
              <a:prstGeom prst="ellipse">
                <a:avLst/>
              </a:prstGeom>
              <a:solidFill>
                <a:schemeClr val="tx1"/>
              </a:solidFill>
              <a:ln w="12700">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461" name="Group 1460">
              <a:extLst>
                <a:ext uri="{FF2B5EF4-FFF2-40B4-BE49-F238E27FC236}">
                  <a16:creationId xmlns:a16="http://schemas.microsoft.com/office/drawing/2014/main" id="{23050651-865D-38BC-66A7-E4D2EB0E5A1E}"/>
                </a:ext>
              </a:extLst>
            </p:cNvPr>
            <p:cNvGrpSpPr/>
            <p:nvPr/>
          </p:nvGrpSpPr>
          <p:grpSpPr>
            <a:xfrm>
              <a:off x="4626863" y="4675179"/>
              <a:ext cx="171356" cy="171000"/>
              <a:chOff x="-6688847" y="2613605"/>
              <a:chExt cx="4691481" cy="4681727"/>
            </a:xfrm>
          </p:grpSpPr>
          <p:sp>
            <p:nvSpPr>
              <p:cNvPr id="1462" name="Freeform: Shape 1461">
                <a:extLst>
                  <a:ext uri="{FF2B5EF4-FFF2-40B4-BE49-F238E27FC236}">
                    <a16:creationId xmlns:a16="http://schemas.microsoft.com/office/drawing/2014/main" id="{E25AF7A1-5651-A188-7974-7782EF7FADB1}"/>
                  </a:ext>
                </a:extLst>
              </p:cNvPr>
              <p:cNvSpPr/>
              <p:nvPr/>
            </p:nvSpPr>
            <p:spPr>
              <a:xfrm>
                <a:off x="-6688847" y="3608472"/>
                <a:ext cx="4691481" cy="2711500"/>
              </a:xfrm>
              <a:custGeom>
                <a:avLst/>
                <a:gdLst>
                  <a:gd name="connsiteX0" fmla="*/ 2345741 w 4691481"/>
                  <a:gd name="connsiteY0" fmla="*/ 0 h 2711500"/>
                  <a:gd name="connsiteX1" fmla="*/ 43891 w 4691481"/>
                  <a:gd name="connsiteY1" fmla="*/ 1228954 h 2711500"/>
                  <a:gd name="connsiteX2" fmla="*/ 43891 w 4691481"/>
                  <a:gd name="connsiteY2" fmla="*/ 1482547 h 2711500"/>
                  <a:gd name="connsiteX3" fmla="*/ 2345741 w 4691481"/>
                  <a:gd name="connsiteY3" fmla="*/ 2711501 h 2711500"/>
                  <a:gd name="connsiteX4" fmla="*/ 4647591 w 4691481"/>
                  <a:gd name="connsiteY4" fmla="*/ 1482547 h 2711500"/>
                  <a:gd name="connsiteX5" fmla="*/ 4647591 w 4691481"/>
                  <a:gd name="connsiteY5" fmla="*/ 1228954 h 2711500"/>
                  <a:gd name="connsiteX6" fmla="*/ 2345741 w 4691481"/>
                  <a:gd name="connsiteY6" fmla="*/ 0 h 2711500"/>
                  <a:gd name="connsiteX7" fmla="*/ 2345741 w 4691481"/>
                  <a:gd name="connsiteY7" fmla="*/ 2282342 h 2711500"/>
                  <a:gd name="connsiteX8" fmla="*/ 1409395 w 4691481"/>
                  <a:gd name="connsiteY8" fmla="*/ 1345997 h 2711500"/>
                  <a:gd name="connsiteX9" fmla="*/ 2345741 w 4691481"/>
                  <a:gd name="connsiteY9" fmla="*/ 409651 h 2711500"/>
                  <a:gd name="connsiteX10" fmla="*/ 3282086 w 4691481"/>
                  <a:gd name="connsiteY10" fmla="*/ 1345997 h 2711500"/>
                  <a:gd name="connsiteX11" fmla="*/ 2345741 w 4691481"/>
                  <a:gd name="connsiteY11" fmla="*/ 2282342 h 271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1481" h="2711500">
                    <a:moveTo>
                      <a:pt x="2345741" y="0"/>
                    </a:moveTo>
                    <a:cubicBezTo>
                      <a:pt x="1077773" y="0"/>
                      <a:pt x="82906" y="1170432"/>
                      <a:pt x="43891" y="1228954"/>
                    </a:cubicBezTo>
                    <a:cubicBezTo>
                      <a:pt x="-14630" y="1306983"/>
                      <a:pt x="-14630" y="1404519"/>
                      <a:pt x="43891" y="1482547"/>
                    </a:cubicBezTo>
                    <a:cubicBezTo>
                      <a:pt x="82906" y="1541069"/>
                      <a:pt x="1077773" y="2711501"/>
                      <a:pt x="2345741" y="2711501"/>
                    </a:cubicBezTo>
                    <a:cubicBezTo>
                      <a:pt x="3613709" y="2711501"/>
                      <a:pt x="4589069" y="1541069"/>
                      <a:pt x="4647591" y="1482547"/>
                    </a:cubicBezTo>
                    <a:cubicBezTo>
                      <a:pt x="4706112" y="1404519"/>
                      <a:pt x="4706112" y="1306983"/>
                      <a:pt x="4647591" y="1228954"/>
                    </a:cubicBezTo>
                    <a:cubicBezTo>
                      <a:pt x="4589069" y="1170432"/>
                      <a:pt x="3613709" y="0"/>
                      <a:pt x="2345741" y="0"/>
                    </a:cubicBezTo>
                    <a:close/>
                    <a:moveTo>
                      <a:pt x="2345741" y="2282342"/>
                    </a:moveTo>
                    <a:cubicBezTo>
                      <a:pt x="1838554" y="2282342"/>
                      <a:pt x="1409395" y="1853184"/>
                      <a:pt x="1409395" y="1345997"/>
                    </a:cubicBezTo>
                    <a:cubicBezTo>
                      <a:pt x="1409395" y="819302"/>
                      <a:pt x="1838554" y="409651"/>
                      <a:pt x="2345741" y="409651"/>
                    </a:cubicBezTo>
                    <a:cubicBezTo>
                      <a:pt x="2872435" y="409651"/>
                      <a:pt x="3282086" y="819302"/>
                      <a:pt x="3282086" y="1345997"/>
                    </a:cubicBezTo>
                    <a:cubicBezTo>
                      <a:pt x="3282086" y="1853184"/>
                      <a:pt x="2872435" y="2282342"/>
                      <a:pt x="2345741" y="2282342"/>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63" name="Freeform: Shape 1462">
                <a:extLst>
                  <a:ext uri="{FF2B5EF4-FFF2-40B4-BE49-F238E27FC236}">
                    <a16:creationId xmlns:a16="http://schemas.microsoft.com/office/drawing/2014/main" id="{A1497EB7-BA2D-828C-9632-060FB203535E}"/>
                  </a:ext>
                </a:extLst>
              </p:cNvPr>
              <p:cNvSpPr/>
              <p:nvPr/>
            </p:nvSpPr>
            <p:spPr>
              <a:xfrm>
                <a:off x="-4772265" y="4505803"/>
                <a:ext cx="877824" cy="897331"/>
              </a:xfrm>
              <a:custGeom>
                <a:avLst/>
                <a:gdLst>
                  <a:gd name="connsiteX0" fmla="*/ 429158 w 877824"/>
                  <a:gd name="connsiteY0" fmla="*/ 0 h 897331"/>
                  <a:gd name="connsiteX1" fmla="*/ 409651 w 877824"/>
                  <a:gd name="connsiteY1" fmla="*/ 0 h 897331"/>
                  <a:gd name="connsiteX2" fmla="*/ 429158 w 877824"/>
                  <a:gd name="connsiteY2" fmla="*/ 136550 h 897331"/>
                  <a:gd name="connsiteX3" fmla="*/ 0 w 877824"/>
                  <a:gd name="connsiteY3" fmla="*/ 585216 h 897331"/>
                  <a:gd name="connsiteX4" fmla="*/ 429158 w 877824"/>
                  <a:gd name="connsiteY4" fmla="*/ 897331 h 897331"/>
                  <a:gd name="connsiteX5" fmla="*/ 877824 w 877824"/>
                  <a:gd name="connsiteY5" fmla="*/ 448666 h 897331"/>
                  <a:gd name="connsiteX6" fmla="*/ 429158 w 877824"/>
                  <a:gd name="connsiteY6" fmla="*/ 0 h 897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7824" h="897331">
                    <a:moveTo>
                      <a:pt x="429158" y="0"/>
                    </a:moveTo>
                    <a:lnTo>
                      <a:pt x="409651" y="0"/>
                    </a:lnTo>
                    <a:cubicBezTo>
                      <a:pt x="429158" y="39014"/>
                      <a:pt x="429158" y="97536"/>
                      <a:pt x="429158" y="136550"/>
                    </a:cubicBezTo>
                    <a:cubicBezTo>
                      <a:pt x="429158" y="370637"/>
                      <a:pt x="234086" y="565709"/>
                      <a:pt x="0" y="585216"/>
                    </a:cubicBezTo>
                    <a:cubicBezTo>
                      <a:pt x="58522" y="780288"/>
                      <a:pt x="253594" y="897331"/>
                      <a:pt x="429158" y="897331"/>
                    </a:cubicBezTo>
                    <a:cubicBezTo>
                      <a:pt x="682752" y="897331"/>
                      <a:pt x="877824" y="702259"/>
                      <a:pt x="877824" y="448666"/>
                    </a:cubicBezTo>
                    <a:cubicBezTo>
                      <a:pt x="877824" y="195072"/>
                      <a:pt x="682752" y="0"/>
                      <a:pt x="429158" y="0"/>
                    </a:cubicBezTo>
                    <a:close/>
                  </a:path>
                </a:pathLst>
              </a:custGeom>
              <a:solidFill>
                <a:srgbClr val="B85CBC"/>
              </a:solidFill>
              <a:ln w="1950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64" name="Freeform: Shape 1463">
                <a:extLst>
                  <a:ext uri="{FF2B5EF4-FFF2-40B4-BE49-F238E27FC236}">
                    <a16:creationId xmlns:a16="http://schemas.microsoft.com/office/drawing/2014/main" id="{DD9F9350-8EC9-E9D9-8B74-D40F879F4BC3}"/>
                  </a:ext>
                </a:extLst>
              </p:cNvPr>
              <p:cNvSpPr/>
              <p:nvPr/>
            </p:nvSpPr>
            <p:spPr>
              <a:xfrm>
                <a:off x="-6683971" y="6046872"/>
                <a:ext cx="1248460" cy="1248460"/>
              </a:xfrm>
              <a:custGeom>
                <a:avLst/>
                <a:gdLst>
                  <a:gd name="connsiteX0" fmla="*/ 195072 w 1248460"/>
                  <a:gd name="connsiteY0" fmla="*/ 0 h 1248460"/>
                  <a:gd name="connsiteX1" fmla="*/ 0 w 1248460"/>
                  <a:gd name="connsiteY1" fmla="*/ 195072 h 1248460"/>
                  <a:gd name="connsiteX2" fmla="*/ 0 w 1248460"/>
                  <a:gd name="connsiteY2" fmla="*/ 1053389 h 1248460"/>
                  <a:gd name="connsiteX3" fmla="*/ 195072 w 1248460"/>
                  <a:gd name="connsiteY3" fmla="*/ 1248461 h 1248460"/>
                  <a:gd name="connsiteX4" fmla="*/ 1053389 w 1248460"/>
                  <a:gd name="connsiteY4" fmla="*/ 1248461 h 1248460"/>
                  <a:gd name="connsiteX5" fmla="*/ 1248461 w 1248460"/>
                  <a:gd name="connsiteY5" fmla="*/ 1053389 h 1248460"/>
                  <a:gd name="connsiteX6" fmla="*/ 1053389 w 1248460"/>
                  <a:gd name="connsiteY6" fmla="*/ 858317 h 1248460"/>
                  <a:gd name="connsiteX7" fmla="*/ 390144 w 1248460"/>
                  <a:gd name="connsiteY7" fmla="*/ 858317 h 1248460"/>
                  <a:gd name="connsiteX8" fmla="*/ 390144 w 1248460"/>
                  <a:gd name="connsiteY8" fmla="*/ 195072 h 1248460"/>
                  <a:gd name="connsiteX9" fmla="*/ 195072 w 1248460"/>
                  <a:gd name="connsiteY9" fmla="*/ 0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460" h="1248460">
                    <a:moveTo>
                      <a:pt x="195072" y="0"/>
                    </a:moveTo>
                    <a:cubicBezTo>
                      <a:pt x="78029" y="0"/>
                      <a:pt x="0" y="78029"/>
                      <a:pt x="0" y="195072"/>
                    </a:cubicBezTo>
                    <a:lnTo>
                      <a:pt x="0" y="1053389"/>
                    </a:lnTo>
                    <a:cubicBezTo>
                      <a:pt x="0" y="1170432"/>
                      <a:pt x="78029" y="1248461"/>
                      <a:pt x="195072" y="1248461"/>
                    </a:cubicBezTo>
                    <a:lnTo>
                      <a:pt x="1053389" y="1248461"/>
                    </a:lnTo>
                    <a:cubicBezTo>
                      <a:pt x="1170432" y="1248461"/>
                      <a:pt x="1248461" y="1170432"/>
                      <a:pt x="1248461" y="1053389"/>
                    </a:cubicBezTo>
                    <a:cubicBezTo>
                      <a:pt x="1248461" y="936345"/>
                      <a:pt x="1170432" y="858317"/>
                      <a:pt x="1053389" y="858317"/>
                    </a:cubicBezTo>
                    <a:lnTo>
                      <a:pt x="390144" y="858317"/>
                    </a:lnTo>
                    <a:lnTo>
                      <a:pt x="390144" y="195072"/>
                    </a:lnTo>
                    <a:cubicBezTo>
                      <a:pt x="390144" y="78029"/>
                      <a:pt x="312115" y="0"/>
                      <a:pt x="195072" y="0"/>
                    </a:cubicBezTo>
                    <a:close/>
                  </a:path>
                </a:pathLst>
              </a:custGeom>
              <a:solidFill>
                <a:srgbClr val="B85CBC"/>
              </a:solidFill>
              <a:ln w="1950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65" name="Freeform: Shape 1464">
                <a:extLst>
                  <a:ext uri="{FF2B5EF4-FFF2-40B4-BE49-F238E27FC236}">
                    <a16:creationId xmlns:a16="http://schemas.microsoft.com/office/drawing/2014/main" id="{726415EB-A89F-1B8F-A365-041E121F90FB}"/>
                  </a:ext>
                </a:extLst>
              </p:cNvPr>
              <p:cNvSpPr/>
              <p:nvPr/>
            </p:nvSpPr>
            <p:spPr>
              <a:xfrm>
                <a:off x="-6683971" y="2613605"/>
                <a:ext cx="1248460" cy="1248460"/>
              </a:xfrm>
              <a:custGeom>
                <a:avLst/>
                <a:gdLst>
                  <a:gd name="connsiteX0" fmla="*/ 195072 w 1248460"/>
                  <a:gd name="connsiteY0" fmla="*/ 1248461 h 1248460"/>
                  <a:gd name="connsiteX1" fmla="*/ 390144 w 1248460"/>
                  <a:gd name="connsiteY1" fmla="*/ 1053389 h 1248460"/>
                  <a:gd name="connsiteX2" fmla="*/ 390144 w 1248460"/>
                  <a:gd name="connsiteY2" fmla="*/ 390144 h 1248460"/>
                  <a:gd name="connsiteX3" fmla="*/ 1053389 w 1248460"/>
                  <a:gd name="connsiteY3" fmla="*/ 390144 h 1248460"/>
                  <a:gd name="connsiteX4" fmla="*/ 1248461 w 1248460"/>
                  <a:gd name="connsiteY4" fmla="*/ 195072 h 1248460"/>
                  <a:gd name="connsiteX5" fmla="*/ 1053389 w 1248460"/>
                  <a:gd name="connsiteY5" fmla="*/ 0 h 1248460"/>
                  <a:gd name="connsiteX6" fmla="*/ 195072 w 1248460"/>
                  <a:gd name="connsiteY6" fmla="*/ 0 h 1248460"/>
                  <a:gd name="connsiteX7" fmla="*/ 0 w 1248460"/>
                  <a:gd name="connsiteY7" fmla="*/ 195072 h 1248460"/>
                  <a:gd name="connsiteX8" fmla="*/ 0 w 1248460"/>
                  <a:gd name="connsiteY8" fmla="*/ 1053389 h 1248460"/>
                  <a:gd name="connsiteX9" fmla="*/ 195072 w 1248460"/>
                  <a:gd name="connsiteY9" fmla="*/ 1248461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460" h="1248460">
                    <a:moveTo>
                      <a:pt x="195072" y="1248461"/>
                    </a:moveTo>
                    <a:cubicBezTo>
                      <a:pt x="312115" y="1248461"/>
                      <a:pt x="390144" y="1170432"/>
                      <a:pt x="390144" y="1053389"/>
                    </a:cubicBezTo>
                    <a:lnTo>
                      <a:pt x="390144" y="390144"/>
                    </a:lnTo>
                    <a:lnTo>
                      <a:pt x="1053389" y="390144"/>
                    </a:lnTo>
                    <a:cubicBezTo>
                      <a:pt x="1170432" y="390144"/>
                      <a:pt x="1248461" y="312115"/>
                      <a:pt x="1248461" y="195072"/>
                    </a:cubicBezTo>
                    <a:cubicBezTo>
                      <a:pt x="1248461" y="78029"/>
                      <a:pt x="1170432" y="0"/>
                      <a:pt x="1053389" y="0"/>
                    </a:cubicBezTo>
                    <a:lnTo>
                      <a:pt x="195072" y="0"/>
                    </a:lnTo>
                    <a:cubicBezTo>
                      <a:pt x="78029" y="0"/>
                      <a:pt x="0" y="78029"/>
                      <a:pt x="0" y="195072"/>
                    </a:cubicBezTo>
                    <a:lnTo>
                      <a:pt x="0" y="1053389"/>
                    </a:lnTo>
                    <a:cubicBezTo>
                      <a:pt x="0" y="1170432"/>
                      <a:pt x="78029" y="1248461"/>
                      <a:pt x="195072" y="1248461"/>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66" name="Freeform: Shape 1465">
                <a:extLst>
                  <a:ext uri="{FF2B5EF4-FFF2-40B4-BE49-F238E27FC236}">
                    <a16:creationId xmlns:a16="http://schemas.microsoft.com/office/drawing/2014/main" id="{24B3B2A4-BCCA-B890-F98A-A57540D94DFF}"/>
                  </a:ext>
                </a:extLst>
              </p:cNvPr>
              <p:cNvSpPr/>
              <p:nvPr/>
            </p:nvSpPr>
            <p:spPr>
              <a:xfrm>
                <a:off x="-3250703" y="2613605"/>
                <a:ext cx="1248460" cy="1248460"/>
              </a:xfrm>
              <a:custGeom>
                <a:avLst/>
                <a:gdLst>
                  <a:gd name="connsiteX0" fmla="*/ 1053389 w 1248460"/>
                  <a:gd name="connsiteY0" fmla="*/ 1248461 h 1248460"/>
                  <a:gd name="connsiteX1" fmla="*/ 1248461 w 1248460"/>
                  <a:gd name="connsiteY1" fmla="*/ 1053389 h 1248460"/>
                  <a:gd name="connsiteX2" fmla="*/ 1248461 w 1248460"/>
                  <a:gd name="connsiteY2" fmla="*/ 195072 h 1248460"/>
                  <a:gd name="connsiteX3" fmla="*/ 1053389 w 1248460"/>
                  <a:gd name="connsiteY3" fmla="*/ 0 h 1248460"/>
                  <a:gd name="connsiteX4" fmla="*/ 195072 w 1248460"/>
                  <a:gd name="connsiteY4" fmla="*/ 0 h 1248460"/>
                  <a:gd name="connsiteX5" fmla="*/ 0 w 1248460"/>
                  <a:gd name="connsiteY5" fmla="*/ 195072 h 1248460"/>
                  <a:gd name="connsiteX6" fmla="*/ 195072 w 1248460"/>
                  <a:gd name="connsiteY6" fmla="*/ 390144 h 1248460"/>
                  <a:gd name="connsiteX7" fmla="*/ 858317 w 1248460"/>
                  <a:gd name="connsiteY7" fmla="*/ 390144 h 1248460"/>
                  <a:gd name="connsiteX8" fmla="*/ 858317 w 1248460"/>
                  <a:gd name="connsiteY8" fmla="*/ 1053389 h 1248460"/>
                  <a:gd name="connsiteX9" fmla="*/ 1053389 w 1248460"/>
                  <a:gd name="connsiteY9" fmla="*/ 1248461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460" h="1248460">
                    <a:moveTo>
                      <a:pt x="1053389" y="1248461"/>
                    </a:moveTo>
                    <a:cubicBezTo>
                      <a:pt x="1170432" y="1248461"/>
                      <a:pt x="1248461" y="1170432"/>
                      <a:pt x="1248461" y="1053389"/>
                    </a:cubicBezTo>
                    <a:lnTo>
                      <a:pt x="1248461" y="195072"/>
                    </a:lnTo>
                    <a:cubicBezTo>
                      <a:pt x="1248461" y="78029"/>
                      <a:pt x="1170432" y="0"/>
                      <a:pt x="1053389" y="0"/>
                    </a:cubicBezTo>
                    <a:lnTo>
                      <a:pt x="195072" y="0"/>
                    </a:lnTo>
                    <a:cubicBezTo>
                      <a:pt x="78029" y="0"/>
                      <a:pt x="0" y="78029"/>
                      <a:pt x="0" y="195072"/>
                    </a:cubicBezTo>
                    <a:cubicBezTo>
                      <a:pt x="0" y="312115"/>
                      <a:pt x="78029" y="390144"/>
                      <a:pt x="195072" y="390144"/>
                    </a:cubicBezTo>
                    <a:lnTo>
                      <a:pt x="858317" y="390144"/>
                    </a:lnTo>
                    <a:lnTo>
                      <a:pt x="858317" y="1053389"/>
                    </a:lnTo>
                    <a:cubicBezTo>
                      <a:pt x="858317" y="1170432"/>
                      <a:pt x="936345" y="1248461"/>
                      <a:pt x="1053389" y="1248461"/>
                    </a:cubicBezTo>
                    <a:close/>
                  </a:path>
                </a:pathLst>
              </a:custGeom>
              <a:solidFill>
                <a:srgbClr val="B85CBC"/>
              </a:solidFill>
              <a:ln w="1950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67" name="Freeform: Shape 1466">
                <a:extLst>
                  <a:ext uri="{FF2B5EF4-FFF2-40B4-BE49-F238E27FC236}">
                    <a16:creationId xmlns:a16="http://schemas.microsoft.com/office/drawing/2014/main" id="{8F5231CF-B74D-7B5A-5F6A-E5AD50A5B092}"/>
                  </a:ext>
                </a:extLst>
              </p:cNvPr>
              <p:cNvSpPr/>
              <p:nvPr/>
            </p:nvSpPr>
            <p:spPr>
              <a:xfrm>
                <a:off x="-3250703" y="6046872"/>
                <a:ext cx="1248460" cy="1248460"/>
              </a:xfrm>
              <a:custGeom>
                <a:avLst/>
                <a:gdLst>
                  <a:gd name="connsiteX0" fmla="*/ 1053389 w 1248460"/>
                  <a:gd name="connsiteY0" fmla="*/ 1248461 h 1248460"/>
                  <a:gd name="connsiteX1" fmla="*/ 1248461 w 1248460"/>
                  <a:gd name="connsiteY1" fmla="*/ 1053389 h 1248460"/>
                  <a:gd name="connsiteX2" fmla="*/ 1248461 w 1248460"/>
                  <a:gd name="connsiteY2" fmla="*/ 195072 h 1248460"/>
                  <a:gd name="connsiteX3" fmla="*/ 1053389 w 1248460"/>
                  <a:gd name="connsiteY3" fmla="*/ 0 h 1248460"/>
                  <a:gd name="connsiteX4" fmla="*/ 858317 w 1248460"/>
                  <a:gd name="connsiteY4" fmla="*/ 195072 h 1248460"/>
                  <a:gd name="connsiteX5" fmla="*/ 858317 w 1248460"/>
                  <a:gd name="connsiteY5" fmla="*/ 858317 h 1248460"/>
                  <a:gd name="connsiteX6" fmla="*/ 195072 w 1248460"/>
                  <a:gd name="connsiteY6" fmla="*/ 858317 h 1248460"/>
                  <a:gd name="connsiteX7" fmla="*/ 0 w 1248460"/>
                  <a:gd name="connsiteY7" fmla="*/ 1053389 h 1248460"/>
                  <a:gd name="connsiteX8" fmla="*/ 195072 w 1248460"/>
                  <a:gd name="connsiteY8" fmla="*/ 1248461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460" h="1248460">
                    <a:moveTo>
                      <a:pt x="1053389" y="1248461"/>
                    </a:moveTo>
                    <a:cubicBezTo>
                      <a:pt x="1170432" y="1248461"/>
                      <a:pt x="1248461" y="1170432"/>
                      <a:pt x="1248461" y="1053389"/>
                    </a:cubicBezTo>
                    <a:lnTo>
                      <a:pt x="1248461" y="195072"/>
                    </a:lnTo>
                    <a:cubicBezTo>
                      <a:pt x="1248461" y="78029"/>
                      <a:pt x="1170432" y="0"/>
                      <a:pt x="1053389" y="0"/>
                    </a:cubicBezTo>
                    <a:cubicBezTo>
                      <a:pt x="936345" y="0"/>
                      <a:pt x="858317" y="78029"/>
                      <a:pt x="858317" y="195072"/>
                    </a:cubicBezTo>
                    <a:lnTo>
                      <a:pt x="858317" y="858317"/>
                    </a:lnTo>
                    <a:lnTo>
                      <a:pt x="195072" y="858317"/>
                    </a:lnTo>
                    <a:cubicBezTo>
                      <a:pt x="78029" y="858317"/>
                      <a:pt x="0" y="936345"/>
                      <a:pt x="0" y="1053389"/>
                    </a:cubicBezTo>
                    <a:cubicBezTo>
                      <a:pt x="0" y="1170432"/>
                      <a:pt x="78029" y="1248461"/>
                      <a:pt x="195072" y="1248461"/>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1423" name="Group 1422">
            <a:extLst>
              <a:ext uri="{FF2B5EF4-FFF2-40B4-BE49-F238E27FC236}">
                <a16:creationId xmlns:a16="http://schemas.microsoft.com/office/drawing/2014/main" id="{9F27708F-7FEE-5739-5826-22B6F699B50D}"/>
              </a:ext>
            </a:extLst>
          </p:cNvPr>
          <p:cNvGrpSpPr/>
          <p:nvPr/>
        </p:nvGrpSpPr>
        <p:grpSpPr>
          <a:xfrm>
            <a:off x="3030093" y="2245011"/>
            <a:ext cx="608900" cy="608894"/>
            <a:chOff x="7257245" y="2586038"/>
            <a:chExt cx="370004" cy="370000"/>
          </a:xfrm>
        </p:grpSpPr>
        <p:grpSp>
          <p:nvGrpSpPr>
            <p:cNvPr id="1424" name="Group 1423">
              <a:extLst>
                <a:ext uri="{FF2B5EF4-FFF2-40B4-BE49-F238E27FC236}">
                  <a16:creationId xmlns:a16="http://schemas.microsoft.com/office/drawing/2014/main" id="{B5782D8C-EBBC-BEB5-43B0-E31059AEAC4C}"/>
                </a:ext>
              </a:extLst>
            </p:cNvPr>
            <p:cNvGrpSpPr/>
            <p:nvPr/>
          </p:nvGrpSpPr>
          <p:grpSpPr>
            <a:xfrm>
              <a:off x="7257245" y="2586038"/>
              <a:ext cx="370004" cy="370000"/>
              <a:chOff x="7257245" y="2586038"/>
              <a:chExt cx="370004" cy="370000"/>
            </a:xfrm>
          </p:grpSpPr>
          <p:sp>
            <p:nvSpPr>
              <p:cNvPr id="1431" name="Oval 34_1">
                <a:extLst>
                  <a:ext uri="{FF2B5EF4-FFF2-40B4-BE49-F238E27FC236}">
                    <a16:creationId xmlns:a16="http://schemas.microsoft.com/office/drawing/2014/main" id="{F68736FA-D915-8C80-3577-DAAD3397D974}"/>
                  </a:ext>
                </a:extLst>
              </p:cNvPr>
              <p:cNvSpPr/>
              <p:nvPr/>
            </p:nvSpPr>
            <p:spPr bwMode="auto">
              <a:xfrm>
                <a:off x="7257245" y="2586038"/>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70" name="Oval 1469">
                <a:extLst>
                  <a:ext uri="{FF2B5EF4-FFF2-40B4-BE49-F238E27FC236}">
                    <a16:creationId xmlns:a16="http://schemas.microsoft.com/office/drawing/2014/main" id="{17A9BCCF-1D8F-D66C-D09A-7AF69FD32AA2}"/>
                  </a:ext>
                </a:extLst>
              </p:cNvPr>
              <p:cNvSpPr/>
              <p:nvPr/>
            </p:nvSpPr>
            <p:spPr bwMode="auto">
              <a:xfrm>
                <a:off x="7287408" y="2616201"/>
                <a:ext cx="309678" cy="309674"/>
              </a:xfrm>
              <a:prstGeom prst="ellipse">
                <a:avLst/>
              </a:prstGeom>
              <a:solidFill>
                <a:schemeClr val="tx1"/>
              </a:solidFill>
              <a:ln w="12700">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425" name="Group 1424">
              <a:extLst>
                <a:ext uri="{FF2B5EF4-FFF2-40B4-BE49-F238E27FC236}">
                  <a16:creationId xmlns:a16="http://schemas.microsoft.com/office/drawing/2014/main" id="{14598281-4F93-EB04-F83C-2E5AFDB949A4}"/>
                </a:ext>
              </a:extLst>
            </p:cNvPr>
            <p:cNvGrpSpPr/>
            <p:nvPr/>
          </p:nvGrpSpPr>
          <p:grpSpPr>
            <a:xfrm>
              <a:off x="7342712" y="2700338"/>
              <a:ext cx="199068" cy="141400"/>
              <a:chOff x="-11422111" y="1290789"/>
              <a:chExt cx="4876992" cy="3464147"/>
            </a:xfrm>
          </p:grpSpPr>
          <p:sp>
            <p:nvSpPr>
              <p:cNvPr id="1426" name="Freeform: Shape 1425">
                <a:extLst>
                  <a:ext uri="{FF2B5EF4-FFF2-40B4-BE49-F238E27FC236}">
                    <a16:creationId xmlns:a16="http://schemas.microsoft.com/office/drawing/2014/main" id="{7DCE4312-51B6-F90E-C15F-ED2628ACA2BB}"/>
                  </a:ext>
                </a:extLst>
              </p:cNvPr>
              <p:cNvSpPr/>
              <p:nvPr/>
            </p:nvSpPr>
            <p:spPr>
              <a:xfrm>
                <a:off x="-11422110" y="1290789"/>
                <a:ext cx="3760565" cy="2154269"/>
              </a:xfrm>
              <a:custGeom>
                <a:avLst/>
                <a:gdLst>
                  <a:gd name="connsiteX0" fmla="*/ 246507 w 3760565"/>
                  <a:gd name="connsiteY0" fmla="*/ 0 h 2154269"/>
                  <a:gd name="connsiteX1" fmla="*/ 3514059 w 3760565"/>
                  <a:gd name="connsiteY1" fmla="*/ 0 h 2154269"/>
                  <a:gd name="connsiteX2" fmla="*/ 3760565 w 3760565"/>
                  <a:gd name="connsiteY2" fmla="*/ 246221 h 2154269"/>
                  <a:gd name="connsiteX3" fmla="*/ 3760565 w 3760565"/>
                  <a:gd name="connsiteY3" fmla="*/ 992791 h 2154269"/>
                  <a:gd name="connsiteX4" fmla="*/ 3691223 w 3760565"/>
                  <a:gd name="connsiteY4" fmla="*/ 992791 h 2154269"/>
                  <a:gd name="connsiteX5" fmla="*/ 3452241 w 3760565"/>
                  <a:gd name="connsiteY5" fmla="*/ 1166717 h 2154269"/>
                  <a:gd name="connsiteX6" fmla="*/ 3430334 w 3760565"/>
                  <a:gd name="connsiteY6" fmla="*/ 1233392 h 2154269"/>
                  <a:gd name="connsiteX7" fmla="*/ 3263170 w 3760565"/>
                  <a:gd name="connsiteY7" fmla="*/ 1302830 h 2154269"/>
                  <a:gd name="connsiteX8" fmla="*/ 3200495 w 3760565"/>
                  <a:gd name="connsiteY8" fmla="*/ 1270921 h 2154269"/>
                  <a:gd name="connsiteX9" fmla="*/ 2908649 w 3760565"/>
                  <a:gd name="connsiteY9" fmla="*/ 1317117 h 2154269"/>
                  <a:gd name="connsiteX10" fmla="*/ 2810637 w 3760565"/>
                  <a:gd name="connsiteY10" fmla="*/ 1415129 h 2154269"/>
                  <a:gd name="connsiteX11" fmla="*/ 2764441 w 3760565"/>
                  <a:gd name="connsiteY11" fmla="*/ 1706975 h 2154269"/>
                  <a:gd name="connsiteX12" fmla="*/ 2796254 w 3760565"/>
                  <a:gd name="connsiteY12" fmla="*/ 1769650 h 2154269"/>
                  <a:gd name="connsiteX13" fmla="*/ 2727103 w 3760565"/>
                  <a:gd name="connsiteY13" fmla="*/ 1936814 h 2154269"/>
                  <a:gd name="connsiteX14" fmla="*/ 2660142 w 3760565"/>
                  <a:gd name="connsiteY14" fmla="*/ 1958435 h 2154269"/>
                  <a:gd name="connsiteX15" fmla="*/ 2490216 w 3760565"/>
                  <a:gd name="connsiteY15" fmla="*/ 2154269 h 2154269"/>
                  <a:gd name="connsiteX16" fmla="*/ 0 w 3760565"/>
                  <a:gd name="connsiteY16" fmla="*/ 2154269 h 2154269"/>
                  <a:gd name="connsiteX17" fmla="*/ 0 w 3760565"/>
                  <a:gd name="connsiteY17" fmla="*/ 246221 h 2154269"/>
                  <a:gd name="connsiteX18" fmla="*/ 246507 w 3760565"/>
                  <a:gd name="connsiteY18" fmla="*/ 0 h 2154269"/>
                  <a:gd name="connsiteX19" fmla="*/ 2001020 w 3760565"/>
                  <a:gd name="connsiteY19" fmla="*/ 452763 h 2154269"/>
                  <a:gd name="connsiteX20" fmla="*/ 1938052 w 3760565"/>
                  <a:gd name="connsiteY20" fmla="*/ 512731 h 2154269"/>
                  <a:gd name="connsiteX21" fmla="*/ 1669447 w 3760565"/>
                  <a:gd name="connsiteY21" fmla="*/ 1685354 h 2154269"/>
                  <a:gd name="connsiteX22" fmla="*/ 1728311 w 3760565"/>
                  <a:gd name="connsiteY22" fmla="*/ 1779270 h 2154269"/>
                  <a:gd name="connsiteX23" fmla="*/ 1822514 w 3760565"/>
                  <a:gd name="connsiteY23" fmla="*/ 1720120 h 2154269"/>
                  <a:gd name="connsiteX24" fmla="*/ 2091119 w 3760565"/>
                  <a:gd name="connsiteY24" fmla="*/ 547783 h 2154269"/>
                  <a:gd name="connsiteX25" fmla="*/ 2032254 w 3760565"/>
                  <a:gd name="connsiteY25" fmla="*/ 453580 h 2154269"/>
                  <a:gd name="connsiteX26" fmla="*/ 2001020 w 3760565"/>
                  <a:gd name="connsiteY26" fmla="*/ 452763 h 2154269"/>
                  <a:gd name="connsiteX27" fmla="*/ 2295582 w 3760565"/>
                  <a:gd name="connsiteY27" fmla="*/ 678745 h 2154269"/>
                  <a:gd name="connsiteX28" fmla="*/ 2218563 w 3760565"/>
                  <a:gd name="connsiteY28" fmla="*/ 718661 h 2154269"/>
                  <a:gd name="connsiteX29" fmla="*/ 2249043 w 3760565"/>
                  <a:gd name="connsiteY29" fmla="*/ 825341 h 2154269"/>
                  <a:gd name="connsiteX30" fmla="*/ 2770156 w 3760565"/>
                  <a:gd name="connsiteY30" fmla="*/ 1116425 h 2154269"/>
                  <a:gd name="connsiteX31" fmla="*/ 2249043 w 3760565"/>
                  <a:gd name="connsiteY31" fmla="*/ 1407509 h 2154269"/>
                  <a:gd name="connsiteX32" fmla="*/ 2218563 w 3760565"/>
                  <a:gd name="connsiteY32" fmla="*/ 1514189 h 2154269"/>
                  <a:gd name="connsiteX33" fmla="*/ 2325243 w 3760565"/>
                  <a:gd name="connsiteY33" fmla="*/ 1544669 h 2154269"/>
                  <a:gd name="connsiteX34" fmla="*/ 2969228 w 3760565"/>
                  <a:gd name="connsiteY34" fmla="*/ 1185005 h 2154269"/>
                  <a:gd name="connsiteX35" fmla="*/ 2999709 w 3760565"/>
                  <a:gd name="connsiteY35" fmla="*/ 1078325 h 2154269"/>
                  <a:gd name="connsiteX36" fmla="*/ 2968371 w 3760565"/>
                  <a:gd name="connsiteY36" fmla="*/ 1047274 h 2154269"/>
                  <a:gd name="connsiteX37" fmla="*/ 2325243 w 3760565"/>
                  <a:gd name="connsiteY37" fmla="*/ 688181 h 2154269"/>
                  <a:gd name="connsiteX38" fmla="*/ 2295582 w 3760565"/>
                  <a:gd name="connsiteY38" fmla="*/ 678745 h 2154269"/>
                  <a:gd name="connsiteX39" fmla="*/ 1464888 w 3760565"/>
                  <a:gd name="connsiteY39" fmla="*/ 678745 h 2154269"/>
                  <a:gd name="connsiteX40" fmla="*/ 1435227 w 3760565"/>
                  <a:gd name="connsiteY40" fmla="*/ 688181 h 2154269"/>
                  <a:gd name="connsiteX41" fmla="*/ 792099 w 3760565"/>
                  <a:gd name="connsiteY41" fmla="*/ 1047274 h 2154269"/>
                  <a:gd name="connsiteX42" fmla="*/ 760762 w 3760565"/>
                  <a:gd name="connsiteY42" fmla="*/ 1078325 h 2154269"/>
                  <a:gd name="connsiteX43" fmla="*/ 791242 w 3760565"/>
                  <a:gd name="connsiteY43" fmla="*/ 1185005 h 2154269"/>
                  <a:gd name="connsiteX44" fmla="*/ 1435227 w 3760565"/>
                  <a:gd name="connsiteY44" fmla="*/ 1544669 h 2154269"/>
                  <a:gd name="connsiteX45" fmla="*/ 1541907 w 3760565"/>
                  <a:gd name="connsiteY45" fmla="*/ 1514189 h 2154269"/>
                  <a:gd name="connsiteX46" fmla="*/ 1511427 w 3760565"/>
                  <a:gd name="connsiteY46" fmla="*/ 1407509 h 2154269"/>
                  <a:gd name="connsiteX47" fmla="*/ 990314 w 3760565"/>
                  <a:gd name="connsiteY47" fmla="*/ 1116425 h 2154269"/>
                  <a:gd name="connsiteX48" fmla="*/ 1511427 w 3760565"/>
                  <a:gd name="connsiteY48" fmla="*/ 825341 h 2154269"/>
                  <a:gd name="connsiteX49" fmla="*/ 1541907 w 3760565"/>
                  <a:gd name="connsiteY49" fmla="*/ 718661 h 2154269"/>
                  <a:gd name="connsiteX50" fmla="*/ 1464888 w 3760565"/>
                  <a:gd name="connsiteY50" fmla="*/ 678745 h 2154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760565" h="2154269">
                    <a:moveTo>
                      <a:pt x="246507" y="0"/>
                    </a:moveTo>
                    <a:lnTo>
                      <a:pt x="3514059" y="0"/>
                    </a:lnTo>
                    <a:cubicBezTo>
                      <a:pt x="3649599" y="0"/>
                      <a:pt x="3760565" y="110680"/>
                      <a:pt x="3760565" y="246221"/>
                    </a:cubicBezTo>
                    <a:lnTo>
                      <a:pt x="3760565" y="992791"/>
                    </a:lnTo>
                    <a:lnTo>
                      <a:pt x="3691223" y="992791"/>
                    </a:lnTo>
                    <a:cubicBezTo>
                      <a:pt x="3581591" y="992791"/>
                      <a:pt x="3486055" y="1062418"/>
                      <a:pt x="3452241" y="1166717"/>
                    </a:cubicBezTo>
                    <a:lnTo>
                      <a:pt x="3430334" y="1233392"/>
                    </a:lnTo>
                    <a:cubicBezTo>
                      <a:pt x="3372803" y="1251776"/>
                      <a:pt x="3316891" y="1275017"/>
                      <a:pt x="3263170" y="1302830"/>
                    </a:cubicBezTo>
                    <a:lnTo>
                      <a:pt x="3200495" y="1270921"/>
                    </a:lnTo>
                    <a:cubicBezTo>
                      <a:pt x="3103055" y="1221200"/>
                      <a:pt x="2986088" y="1239584"/>
                      <a:pt x="2908649" y="1317117"/>
                    </a:cubicBezTo>
                    <a:lnTo>
                      <a:pt x="2810637" y="1415129"/>
                    </a:lnTo>
                    <a:cubicBezTo>
                      <a:pt x="2733104" y="1492377"/>
                      <a:pt x="2714816" y="1609249"/>
                      <a:pt x="2764441" y="1706975"/>
                    </a:cubicBezTo>
                    <a:lnTo>
                      <a:pt x="2796254" y="1769650"/>
                    </a:lnTo>
                    <a:cubicBezTo>
                      <a:pt x="2768727" y="1823371"/>
                      <a:pt x="2745486" y="1879282"/>
                      <a:pt x="2727103" y="1936814"/>
                    </a:cubicBezTo>
                    <a:lnTo>
                      <a:pt x="2660142" y="1958435"/>
                    </a:lnTo>
                    <a:cubicBezTo>
                      <a:pt x="2570131" y="1987677"/>
                      <a:pt x="2505837" y="2063306"/>
                      <a:pt x="2490216" y="2154269"/>
                    </a:cubicBezTo>
                    <a:lnTo>
                      <a:pt x="0" y="2154269"/>
                    </a:lnTo>
                    <a:lnTo>
                      <a:pt x="0" y="246221"/>
                    </a:lnTo>
                    <a:cubicBezTo>
                      <a:pt x="0" y="110680"/>
                      <a:pt x="110966" y="0"/>
                      <a:pt x="246507" y="0"/>
                    </a:cubicBezTo>
                    <a:close/>
                    <a:moveTo>
                      <a:pt x="2001020" y="452763"/>
                    </a:moveTo>
                    <a:cubicBezTo>
                      <a:pt x="1970842" y="458099"/>
                      <a:pt x="1945338" y="480941"/>
                      <a:pt x="1938052" y="512731"/>
                    </a:cubicBezTo>
                    <a:lnTo>
                      <a:pt x="1669447" y="1685354"/>
                    </a:lnTo>
                    <a:cubicBezTo>
                      <a:pt x="1659731" y="1727454"/>
                      <a:pt x="1686211" y="1769555"/>
                      <a:pt x="1728311" y="1779270"/>
                    </a:cubicBezTo>
                    <a:cubicBezTo>
                      <a:pt x="1770698" y="1788986"/>
                      <a:pt x="1812798" y="1762506"/>
                      <a:pt x="1822514" y="1720120"/>
                    </a:cubicBezTo>
                    <a:lnTo>
                      <a:pt x="2091119" y="547783"/>
                    </a:lnTo>
                    <a:cubicBezTo>
                      <a:pt x="2100834" y="505396"/>
                      <a:pt x="2074355" y="463296"/>
                      <a:pt x="2032254" y="453580"/>
                    </a:cubicBezTo>
                    <a:cubicBezTo>
                      <a:pt x="2021657" y="451151"/>
                      <a:pt x="2011079" y="450985"/>
                      <a:pt x="2001020" y="452763"/>
                    </a:cubicBezTo>
                    <a:close/>
                    <a:moveTo>
                      <a:pt x="2295582" y="678745"/>
                    </a:moveTo>
                    <a:cubicBezTo>
                      <a:pt x="2265194" y="675495"/>
                      <a:pt x="2234351" y="690300"/>
                      <a:pt x="2218563" y="718661"/>
                    </a:cubicBezTo>
                    <a:cubicBezTo>
                      <a:pt x="2197513" y="756476"/>
                      <a:pt x="2211229" y="804291"/>
                      <a:pt x="2249043" y="825341"/>
                    </a:cubicBezTo>
                    <a:lnTo>
                      <a:pt x="2770156" y="1116425"/>
                    </a:lnTo>
                    <a:lnTo>
                      <a:pt x="2249043" y="1407509"/>
                    </a:lnTo>
                    <a:cubicBezTo>
                      <a:pt x="2211229" y="1428560"/>
                      <a:pt x="2197513" y="1476375"/>
                      <a:pt x="2218563" y="1514189"/>
                    </a:cubicBezTo>
                    <a:cubicBezTo>
                      <a:pt x="2239613" y="1552194"/>
                      <a:pt x="2287429" y="1565719"/>
                      <a:pt x="2325243" y="1544669"/>
                    </a:cubicBezTo>
                    <a:lnTo>
                      <a:pt x="2969228" y="1185005"/>
                    </a:lnTo>
                    <a:cubicBezTo>
                      <a:pt x="3007043" y="1163955"/>
                      <a:pt x="3020759" y="1116139"/>
                      <a:pt x="2999709" y="1078325"/>
                    </a:cubicBezTo>
                    <a:cubicBezTo>
                      <a:pt x="2992184" y="1064800"/>
                      <a:pt x="2981039" y="1054322"/>
                      <a:pt x="2968371" y="1047274"/>
                    </a:cubicBezTo>
                    <a:lnTo>
                      <a:pt x="2325243" y="688181"/>
                    </a:lnTo>
                    <a:cubicBezTo>
                      <a:pt x="2315789" y="682918"/>
                      <a:pt x="2305711" y="679829"/>
                      <a:pt x="2295582" y="678745"/>
                    </a:cubicBezTo>
                    <a:close/>
                    <a:moveTo>
                      <a:pt x="1464888" y="678745"/>
                    </a:moveTo>
                    <a:cubicBezTo>
                      <a:pt x="1454759" y="679829"/>
                      <a:pt x="1444681" y="682918"/>
                      <a:pt x="1435227" y="688181"/>
                    </a:cubicBezTo>
                    <a:lnTo>
                      <a:pt x="792099" y="1047274"/>
                    </a:lnTo>
                    <a:cubicBezTo>
                      <a:pt x="779431" y="1054322"/>
                      <a:pt x="768382" y="1064800"/>
                      <a:pt x="760762" y="1078325"/>
                    </a:cubicBezTo>
                    <a:cubicBezTo>
                      <a:pt x="739712" y="1116139"/>
                      <a:pt x="753427" y="1163955"/>
                      <a:pt x="791242" y="1185005"/>
                    </a:cubicBezTo>
                    <a:lnTo>
                      <a:pt x="1435227" y="1544669"/>
                    </a:lnTo>
                    <a:cubicBezTo>
                      <a:pt x="1473041" y="1565719"/>
                      <a:pt x="1520857" y="1552194"/>
                      <a:pt x="1541907" y="1514189"/>
                    </a:cubicBezTo>
                    <a:cubicBezTo>
                      <a:pt x="1562957" y="1476375"/>
                      <a:pt x="1549241" y="1428560"/>
                      <a:pt x="1511427" y="1407509"/>
                    </a:cubicBezTo>
                    <a:lnTo>
                      <a:pt x="990314" y="1116425"/>
                    </a:lnTo>
                    <a:lnTo>
                      <a:pt x="1511427" y="825341"/>
                    </a:lnTo>
                    <a:cubicBezTo>
                      <a:pt x="1549241" y="804291"/>
                      <a:pt x="1562957" y="756476"/>
                      <a:pt x="1541907" y="718661"/>
                    </a:cubicBezTo>
                    <a:cubicBezTo>
                      <a:pt x="1526119" y="690300"/>
                      <a:pt x="1495276" y="675495"/>
                      <a:pt x="1464888" y="678745"/>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27" name="Freeform: Shape 1426">
                <a:extLst>
                  <a:ext uri="{FF2B5EF4-FFF2-40B4-BE49-F238E27FC236}">
                    <a16:creationId xmlns:a16="http://schemas.microsoft.com/office/drawing/2014/main" id="{40324825-B334-2F81-7061-26B2DEB1492C}"/>
                  </a:ext>
                </a:extLst>
              </p:cNvPr>
              <p:cNvSpPr/>
              <p:nvPr/>
            </p:nvSpPr>
            <p:spPr>
              <a:xfrm>
                <a:off x="-8777684" y="2441123"/>
                <a:ext cx="2232565" cy="2232565"/>
              </a:xfrm>
              <a:custGeom>
                <a:avLst/>
                <a:gdLst>
                  <a:gd name="connsiteX0" fmla="*/ 1046893 w 2232565"/>
                  <a:gd name="connsiteY0" fmla="*/ 0 h 2232565"/>
                  <a:gd name="connsiteX1" fmla="*/ 1185386 w 2232565"/>
                  <a:gd name="connsiteY1" fmla="*/ 0 h 2232565"/>
                  <a:gd name="connsiteX2" fmla="*/ 1274731 w 2232565"/>
                  <a:gd name="connsiteY2" fmla="*/ 65056 h 2232565"/>
                  <a:gd name="connsiteX3" fmla="*/ 1306830 w 2232565"/>
                  <a:gd name="connsiteY3" fmla="*/ 163354 h 2232565"/>
                  <a:gd name="connsiteX4" fmla="*/ 1370266 w 2232565"/>
                  <a:gd name="connsiteY4" fmla="*/ 224600 h 2232565"/>
                  <a:gd name="connsiteX5" fmla="*/ 1566862 w 2232565"/>
                  <a:gd name="connsiteY5" fmla="*/ 306134 h 2232565"/>
                  <a:gd name="connsiteX6" fmla="*/ 1655159 w 2232565"/>
                  <a:gd name="connsiteY6" fmla="*/ 307753 h 2232565"/>
                  <a:gd name="connsiteX7" fmla="*/ 1747456 w 2232565"/>
                  <a:gd name="connsiteY7" fmla="*/ 260795 h 2232565"/>
                  <a:gd name="connsiteX8" fmla="*/ 1856518 w 2232565"/>
                  <a:gd name="connsiteY8" fmla="*/ 278035 h 2232565"/>
                  <a:gd name="connsiteX9" fmla="*/ 1954530 w 2232565"/>
                  <a:gd name="connsiteY9" fmla="*/ 376047 h 2232565"/>
                  <a:gd name="connsiteX10" fmla="*/ 1971770 w 2232565"/>
                  <a:gd name="connsiteY10" fmla="*/ 485109 h 2232565"/>
                  <a:gd name="connsiteX11" fmla="*/ 1924812 w 2232565"/>
                  <a:gd name="connsiteY11" fmla="*/ 577406 h 2232565"/>
                  <a:gd name="connsiteX12" fmla="*/ 1926431 w 2232565"/>
                  <a:gd name="connsiteY12" fmla="*/ 665703 h 2232565"/>
                  <a:gd name="connsiteX13" fmla="*/ 2007965 w 2232565"/>
                  <a:gd name="connsiteY13" fmla="*/ 862298 h 2232565"/>
                  <a:gd name="connsiteX14" fmla="*/ 2069211 w 2232565"/>
                  <a:gd name="connsiteY14" fmla="*/ 925735 h 2232565"/>
                  <a:gd name="connsiteX15" fmla="*/ 2167509 w 2232565"/>
                  <a:gd name="connsiteY15" fmla="*/ 957834 h 2232565"/>
                  <a:gd name="connsiteX16" fmla="*/ 2232565 w 2232565"/>
                  <a:gd name="connsiteY16" fmla="*/ 1047179 h 2232565"/>
                  <a:gd name="connsiteX17" fmla="*/ 2232565 w 2232565"/>
                  <a:gd name="connsiteY17" fmla="*/ 1185672 h 2232565"/>
                  <a:gd name="connsiteX18" fmla="*/ 2167509 w 2232565"/>
                  <a:gd name="connsiteY18" fmla="*/ 1275017 h 2232565"/>
                  <a:gd name="connsiteX19" fmla="*/ 2069211 w 2232565"/>
                  <a:gd name="connsiteY19" fmla="*/ 1306830 h 2232565"/>
                  <a:gd name="connsiteX20" fmla="*/ 2007965 w 2232565"/>
                  <a:gd name="connsiteY20" fmla="*/ 1370553 h 2232565"/>
                  <a:gd name="connsiteX21" fmla="*/ 1926431 w 2232565"/>
                  <a:gd name="connsiteY21" fmla="*/ 1567149 h 2232565"/>
                  <a:gd name="connsiteX22" fmla="*/ 1924812 w 2232565"/>
                  <a:gd name="connsiteY22" fmla="*/ 1655445 h 2232565"/>
                  <a:gd name="connsiteX23" fmla="*/ 1971770 w 2232565"/>
                  <a:gd name="connsiteY23" fmla="*/ 1747743 h 2232565"/>
                  <a:gd name="connsiteX24" fmla="*/ 1954530 w 2232565"/>
                  <a:gd name="connsiteY24" fmla="*/ 1856804 h 2232565"/>
                  <a:gd name="connsiteX25" fmla="*/ 1856518 w 2232565"/>
                  <a:gd name="connsiteY25" fmla="*/ 1954816 h 2232565"/>
                  <a:gd name="connsiteX26" fmla="*/ 1747456 w 2232565"/>
                  <a:gd name="connsiteY26" fmla="*/ 1972056 h 2232565"/>
                  <a:gd name="connsiteX27" fmla="*/ 1655159 w 2232565"/>
                  <a:gd name="connsiteY27" fmla="*/ 1925098 h 2232565"/>
                  <a:gd name="connsiteX28" fmla="*/ 1566862 w 2232565"/>
                  <a:gd name="connsiteY28" fmla="*/ 1926717 h 2232565"/>
                  <a:gd name="connsiteX29" fmla="*/ 1370266 w 2232565"/>
                  <a:gd name="connsiteY29" fmla="*/ 2007965 h 2232565"/>
                  <a:gd name="connsiteX30" fmla="*/ 1306830 w 2232565"/>
                  <a:gd name="connsiteY30" fmla="*/ 2069497 h 2232565"/>
                  <a:gd name="connsiteX31" fmla="*/ 1274731 w 2232565"/>
                  <a:gd name="connsiteY31" fmla="*/ 2167795 h 2232565"/>
                  <a:gd name="connsiteX32" fmla="*/ 1185386 w 2232565"/>
                  <a:gd name="connsiteY32" fmla="*/ 2232565 h 2232565"/>
                  <a:gd name="connsiteX33" fmla="*/ 1046893 w 2232565"/>
                  <a:gd name="connsiteY33" fmla="*/ 2232565 h 2232565"/>
                  <a:gd name="connsiteX34" fmla="*/ 957548 w 2232565"/>
                  <a:gd name="connsiteY34" fmla="*/ 2167795 h 2232565"/>
                  <a:gd name="connsiteX35" fmla="*/ 925735 w 2232565"/>
                  <a:gd name="connsiteY35" fmla="*/ 2069497 h 2232565"/>
                  <a:gd name="connsiteX36" fmla="*/ 862012 w 2232565"/>
                  <a:gd name="connsiteY36" fmla="*/ 2007965 h 2232565"/>
                  <a:gd name="connsiteX37" fmla="*/ 665416 w 2232565"/>
                  <a:gd name="connsiteY37" fmla="*/ 1926717 h 2232565"/>
                  <a:gd name="connsiteX38" fmla="*/ 577120 w 2232565"/>
                  <a:gd name="connsiteY38" fmla="*/ 1925098 h 2232565"/>
                  <a:gd name="connsiteX39" fmla="*/ 484822 w 2232565"/>
                  <a:gd name="connsiteY39" fmla="*/ 1972056 h 2232565"/>
                  <a:gd name="connsiteX40" fmla="*/ 375761 w 2232565"/>
                  <a:gd name="connsiteY40" fmla="*/ 1954816 h 2232565"/>
                  <a:gd name="connsiteX41" fmla="*/ 277749 w 2232565"/>
                  <a:gd name="connsiteY41" fmla="*/ 1856804 h 2232565"/>
                  <a:gd name="connsiteX42" fmla="*/ 260509 w 2232565"/>
                  <a:gd name="connsiteY42" fmla="*/ 1747743 h 2232565"/>
                  <a:gd name="connsiteX43" fmla="*/ 307467 w 2232565"/>
                  <a:gd name="connsiteY43" fmla="*/ 1655445 h 2232565"/>
                  <a:gd name="connsiteX44" fmla="*/ 305848 w 2232565"/>
                  <a:gd name="connsiteY44" fmla="*/ 1567149 h 2232565"/>
                  <a:gd name="connsiteX45" fmla="*/ 224599 w 2232565"/>
                  <a:gd name="connsiteY45" fmla="*/ 1370553 h 2232565"/>
                  <a:gd name="connsiteX46" fmla="*/ 163068 w 2232565"/>
                  <a:gd name="connsiteY46" fmla="*/ 1306830 h 2232565"/>
                  <a:gd name="connsiteX47" fmla="*/ 64770 w 2232565"/>
                  <a:gd name="connsiteY47" fmla="*/ 1275017 h 2232565"/>
                  <a:gd name="connsiteX48" fmla="*/ 0 w 2232565"/>
                  <a:gd name="connsiteY48" fmla="*/ 1185672 h 2232565"/>
                  <a:gd name="connsiteX49" fmla="*/ 0 w 2232565"/>
                  <a:gd name="connsiteY49" fmla="*/ 1047179 h 2232565"/>
                  <a:gd name="connsiteX50" fmla="*/ 64770 w 2232565"/>
                  <a:gd name="connsiteY50" fmla="*/ 957834 h 2232565"/>
                  <a:gd name="connsiteX51" fmla="*/ 163354 w 2232565"/>
                  <a:gd name="connsiteY51" fmla="*/ 925735 h 2232565"/>
                  <a:gd name="connsiteX52" fmla="*/ 224599 w 2232565"/>
                  <a:gd name="connsiteY52" fmla="*/ 862298 h 2232565"/>
                  <a:gd name="connsiteX53" fmla="*/ 305848 w 2232565"/>
                  <a:gd name="connsiteY53" fmla="*/ 665703 h 2232565"/>
                  <a:gd name="connsiteX54" fmla="*/ 307467 w 2232565"/>
                  <a:gd name="connsiteY54" fmla="*/ 577406 h 2232565"/>
                  <a:gd name="connsiteX55" fmla="*/ 260509 w 2232565"/>
                  <a:gd name="connsiteY55" fmla="*/ 485109 h 2232565"/>
                  <a:gd name="connsiteX56" fmla="*/ 277749 w 2232565"/>
                  <a:gd name="connsiteY56" fmla="*/ 376047 h 2232565"/>
                  <a:gd name="connsiteX57" fmla="*/ 375761 w 2232565"/>
                  <a:gd name="connsiteY57" fmla="*/ 278035 h 2232565"/>
                  <a:gd name="connsiteX58" fmla="*/ 484822 w 2232565"/>
                  <a:gd name="connsiteY58" fmla="*/ 260795 h 2232565"/>
                  <a:gd name="connsiteX59" fmla="*/ 577120 w 2232565"/>
                  <a:gd name="connsiteY59" fmla="*/ 307753 h 2232565"/>
                  <a:gd name="connsiteX60" fmla="*/ 665416 w 2232565"/>
                  <a:gd name="connsiteY60" fmla="*/ 306134 h 2232565"/>
                  <a:gd name="connsiteX61" fmla="*/ 862012 w 2232565"/>
                  <a:gd name="connsiteY61" fmla="*/ 224600 h 2232565"/>
                  <a:gd name="connsiteX62" fmla="*/ 925735 w 2232565"/>
                  <a:gd name="connsiteY62" fmla="*/ 163354 h 2232565"/>
                  <a:gd name="connsiteX63" fmla="*/ 957548 w 2232565"/>
                  <a:gd name="connsiteY63" fmla="*/ 65056 h 2232565"/>
                  <a:gd name="connsiteX64" fmla="*/ 1046893 w 2232565"/>
                  <a:gd name="connsiteY64" fmla="*/ 0 h 2232565"/>
                  <a:gd name="connsiteX65" fmla="*/ 1116044 w 2232565"/>
                  <a:gd name="connsiteY65" fmla="*/ 630079 h 2232565"/>
                  <a:gd name="connsiteX66" fmla="*/ 772096 w 2232565"/>
                  <a:gd name="connsiteY66" fmla="*/ 772668 h 2232565"/>
                  <a:gd name="connsiteX67" fmla="*/ 629793 w 2232565"/>
                  <a:gd name="connsiteY67" fmla="*/ 1116330 h 2232565"/>
                  <a:gd name="connsiteX68" fmla="*/ 772096 w 2232565"/>
                  <a:gd name="connsiteY68" fmla="*/ 1460278 h 2232565"/>
                  <a:gd name="connsiteX69" fmla="*/ 1116044 w 2232565"/>
                  <a:gd name="connsiteY69" fmla="*/ 1602582 h 2232565"/>
                  <a:gd name="connsiteX70" fmla="*/ 1459801 w 2232565"/>
                  <a:gd name="connsiteY70" fmla="*/ 1460278 h 2232565"/>
                  <a:gd name="connsiteX71" fmla="*/ 1602105 w 2232565"/>
                  <a:gd name="connsiteY71" fmla="*/ 1116330 h 2232565"/>
                  <a:gd name="connsiteX72" fmla="*/ 1459801 w 2232565"/>
                  <a:gd name="connsiteY72" fmla="*/ 772668 h 2232565"/>
                  <a:gd name="connsiteX73" fmla="*/ 1116044 w 2232565"/>
                  <a:gd name="connsiteY73" fmla="*/ 630079 h 223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232565" h="2232565">
                    <a:moveTo>
                      <a:pt x="1046893" y="0"/>
                    </a:moveTo>
                    <a:lnTo>
                      <a:pt x="1185386" y="0"/>
                    </a:lnTo>
                    <a:cubicBezTo>
                      <a:pt x="1227010" y="0"/>
                      <a:pt x="1262062" y="25622"/>
                      <a:pt x="1274731" y="65056"/>
                    </a:cubicBezTo>
                    <a:lnTo>
                      <a:pt x="1306830" y="163354"/>
                    </a:lnTo>
                    <a:cubicBezTo>
                      <a:pt x="1316545" y="194120"/>
                      <a:pt x="1339215" y="216027"/>
                      <a:pt x="1370266" y="224600"/>
                    </a:cubicBezTo>
                    <a:cubicBezTo>
                      <a:pt x="1439418" y="244317"/>
                      <a:pt x="1505236" y="271844"/>
                      <a:pt x="1566862" y="306134"/>
                    </a:cubicBezTo>
                    <a:cubicBezTo>
                      <a:pt x="1594961" y="321755"/>
                      <a:pt x="1626489" y="322326"/>
                      <a:pt x="1655159" y="307753"/>
                    </a:cubicBezTo>
                    <a:lnTo>
                      <a:pt x="1747456" y="260795"/>
                    </a:lnTo>
                    <a:cubicBezTo>
                      <a:pt x="1784413" y="241935"/>
                      <a:pt x="1827371" y="248889"/>
                      <a:pt x="1856518" y="278035"/>
                    </a:cubicBezTo>
                    <a:lnTo>
                      <a:pt x="1954530" y="376047"/>
                    </a:lnTo>
                    <a:cubicBezTo>
                      <a:pt x="1983677" y="405194"/>
                      <a:pt x="1990725" y="448151"/>
                      <a:pt x="1971770" y="485109"/>
                    </a:cubicBezTo>
                    <a:lnTo>
                      <a:pt x="1924812" y="577406"/>
                    </a:lnTo>
                    <a:cubicBezTo>
                      <a:pt x="1910239" y="605981"/>
                      <a:pt x="1910810" y="637604"/>
                      <a:pt x="1926431" y="665703"/>
                    </a:cubicBezTo>
                    <a:cubicBezTo>
                      <a:pt x="1960721" y="727234"/>
                      <a:pt x="1988248" y="793147"/>
                      <a:pt x="2007965" y="862298"/>
                    </a:cubicBezTo>
                    <a:cubicBezTo>
                      <a:pt x="2016633" y="893350"/>
                      <a:pt x="2038445" y="916020"/>
                      <a:pt x="2069211" y="925735"/>
                    </a:cubicBezTo>
                    <a:lnTo>
                      <a:pt x="2167509" y="957834"/>
                    </a:lnTo>
                    <a:cubicBezTo>
                      <a:pt x="2206943" y="970503"/>
                      <a:pt x="2232565" y="1005555"/>
                      <a:pt x="2232565" y="1047179"/>
                    </a:cubicBezTo>
                    <a:lnTo>
                      <a:pt x="2232565" y="1185672"/>
                    </a:lnTo>
                    <a:cubicBezTo>
                      <a:pt x="2232565" y="1227011"/>
                      <a:pt x="2206943" y="1262349"/>
                      <a:pt x="2167509" y="1275017"/>
                    </a:cubicBezTo>
                    <a:lnTo>
                      <a:pt x="2069211" y="1306830"/>
                    </a:lnTo>
                    <a:cubicBezTo>
                      <a:pt x="2038445" y="1316832"/>
                      <a:pt x="2016538" y="1339501"/>
                      <a:pt x="2007965" y="1370553"/>
                    </a:cubicBezTo>
                    <a:cubicBezTo>
                      <a:pt x="1988248" y="1439704"/>
                      <a:pt x="1960721" y="1505522"/>
                      <a:pt x="1926431" y="1567149"/>
                    </a:cubicBezTo>
                    <a:cubicBezTo>
                      <a:pt x="1910810" y="1595247"/>
                      <a:pt x="1910239" y="1626775"/>
                      <a:pt x="1924812" y="1655445"/>
                    </a:cubicBezTo>
                    <a:lnTo>
                      <a:pt x="1971770" y="1747743"/>
                    </a:lnTo>
                    <a:cubicBezTo>
                      <a:pt x="1990630" y="1784414"/>
                      <a:pt x="1983677" y="1827372"/>
                      <a:pt x="1954530" y="1856804"/>
                    </a:cubicBezTo>
                    <a:lnTo>
                      <a:pt x="1856518" y="1954816"/>
                    </a:lnTo>
                    <a:cubicBezTo>
                      <a:pt x="1827371" y="1983963"/>
                      <a:pt x="1784413" y="1990725"/>
                      <a:pt x="1747456" y="1972056"/>
                    </a:cubicBezTo>
                    <a:lnTo>
                      <a:pt x="1655159" y="1925098"/>
                    </a:lnTo>
                    <a:cubicBezTo>
                      <a:pt x="1626584" y="1910239"/>
                      <a:pt x="1594961" y="1910811"/>
                      <a:pt x="1566862" y="1926717"/>
                    </a:cubicBezTo>
                    <a:cubicBezTo>
                      <a:pt x="1505331" y="1961007"/>
                      <a:pt x="1439418" y="1988535"/>
                      <a:pt x="1370266" y="2007965"/>
                    </a:cubicBezTo>
                    <a:cubicBezTo>
                      <a:pt x="1339215" y="2016919"/>
                      <a:pt x="1316545" y="2038731"/>
                      <a:pt x="1306830" y="2069497"/>
                    </a:cubicBezTo>
                    <a:lnTo>
                      <a:pt x="1274731" y="2167795"/>
                    </a:lnTo>
                    <a:cubicBezTo>
                      <a:pt x="1262062" y="2207229"/>
                      <a:pt x="1226915" y="2232565"/>
                      <a:pt x="1185386" y="2232565"/>
                    </a:cubicBezTo>
                    <a:lnTo>
                      <a:pt x="1046893" y="2232565"/>
                    </a:lnTo>
                    <a:cubicBezTo>
                      <a:pt x="1005554" y="2232565"/>
                      <a:pt x="970216" y="2207133"/>
                      <a:pt x="957548" y="2167795"/>
                    </a:cubicBezTo>
                    <a:lnTo>
                      <a:pt x="925735" y="2069497"/>
                    </a:lnTo>
                    <a:cubicBezTo>
                      <a:pt x="915733" y="2038731"/>
                      <a:pt x="893064" y="2016824"/>
                      <a:pt x="862012" y="2007965"/>
                    </a:cubicBezTo>
                    <a:cubicBezTo>
                      <a:pt x="792861" y="1988535"/>
                      <a:pt x="727043" y="1961007"/>
                      <a:pt x="665416" y="1926717"/>
                    </a:cubicBezTo>
                    <a:cubicBezTo>
                      <a:pt x="637318" y="1911096"/>
                      <a:pt x="605790" y="1910239"/>
                      <a:pt x="577120" y="1925098"/>
                    </a:cubicBezTo>
                    <a:lnTo>
                      <a:pt x="484822" y="1972056"/>
                    </a:lnTo>
                    <a:cubicBezTo>
                      <a:pt x="448056" y="1990725"/>
                      <a:pt x="405193" y="1983963"/>
                      <a:pt x="375761" y="1954816"/>
                    </a:cubicBezTo>
                    <a:lnTo>
                      <a:pt x="277749" y="1856804"/>
                    </a:lnTo>
                    <a:cubicBezTo>
                      <a:pt x="248602" y="1827372"/>
                      <a:pt x="241840" y="1784414"/>
                      <a:pt x="260509" y="1747743"/>
                    </a:cubicBezTo>
                    <a:lnTo>
                      <a:pt x="307467" y="1655445"/>
                    </a:lnTo>
                    <a:cubicBezTo>
                      <a:pt x="322326" y="1626870"/>
                      <a:pt x="321754" y="1595247"/>
                      <a:pt x="305848" y="1567149"/>
                    </a:cubicBezTo>
                    <a:cubicBezTo>
                      <a:pt x="271558" y="1505617"/>
                      <a:pt x="244030" y="1439704"/>
                      <a:pt x="224599" y="1370553"/>
                    </a:cubicBezTo>
                    <a:cubicBezTo>
                      <a:pt x="215646" y="1339501"/>
                      <a:pt x="193834" y="1316832"/>
                      <a:pt x="163068" y="1306830"/>
                    </a:cubicBezTo>
                    <a:lnTo>
                      <a:pt x="64770" y="1275017"/>
                    </a:lnTo>
                    <a:cubicBezTo>
                      <a:pt x="25336" y="1262349"/>
                      <a:pt x="0" y="1226915"/>
                      <a:pt x="0" y="1185672"/>
                    </a:cubicBezTo>
                    <a:lnTo>
                      <a:pt x="0" y="1047179"/>
                    </a:lnTo>
                    <a:cubicBezTo>
                      <a:pt x="0" y="1005555"/>
                      <a:pt x="25336" y="970503"/>
                      <a:pt x="64770" y="957834"/>
                    </a:cubicBezTo>
                    <a:lnTo>
                      <a:pt x="163354" y="925735"/>
                    </a:lnTo>
                    <a:cubicBezTo>
                      <a:pt x="193834" y="915734"/>
                      <a:pt x="215741" y="893350"/>
                      <a:pt x="224599" y="862298"/>
                    </a:cubicBezTo>
                    <a:cubicBezTo>
                      <a:pt x="244316" y="793147"/>
                      <a:pt x="271558" y="727329"/>
                      <a:pt x="305848" y="665703"/>
                    </a:cubicBezTo>
                    <a:cubicBezTo>
                      <a:pt x="321754" y="637604"/>
                      <a:pt x="322326" y="606076"/>
                      <a:pt x="307467" y="577406"/>
                    </a:cubicBezTo>
                    <a:lnTo>
                      <a:pt x="260509" y="485109"/>
                    </a:lnTo>
                    <a:cubicBezTo>
                      <a:pt x="241840" y="448151"/>
                      <a:pt x="248602" y="405194"/>
                      <a:pt x="277749" y="376047"/>
                    </a:cubicBezTo>
                    <a:lnTo>
                      <a:pt x="375761" y="278035"/>
                    </a:lnTo>
                    <a:cubicBezTo>
                      <a:pt x="405193" y="248889"/>
                      <a:pt x="448151" y="241840"/>
                      <a:pt x="484822" y="260795"/>
                    </a:cubicBezTo>
                    <a:lnTo>
                      <a:pt x="577120" y="307753"/>
                    </a:lnTo>
                    <a:cubicBezTo>
                      <a:pt x="605695" y="322326"/>
                      <a:pt x="637318" y="321755"/>
                      <a:pt x="665416" y="306134"/>
                    </a:cubicBezTo>
                    <a:cubicBezTo>
                      <a:pt x="726948" y="271844"/>
                      <a:pt x="792861" y="244317"/>
                      <a:pt x="862012" y="224600"/>
                    </a:cubicBezTo>
                    <a:cubicBezTo>
                      <a:pt x="893064" y="215932"/>
                      <a:pt x="915733" y="194120"/>
                      <a:pt x="925735" y="163354"/>
                    </a:cubicBezTo>
                    <a:lnTo>
                      <a:pt x="957548" y="65056"/>
                    </a:lnTo>
                    <a:cubicBezTo>
                      <a:pt x="970216" y="25622"/>
                      <a:pt x="1005649" y="0"/>
                      <a:pt x="1046893" y="0"/>
                    </a:cubicBezTo>
                    <a:close/>
                    <a:moveTo>
                      <a:pt x="1116044" y="630079"/>
                    </a:moveTo>
                    <a:cubicBezTo>
                      <a:pt x="981551" y="630079"/>
                      <a:pt x="860108" y="684657"/>
                      <a:pt x="772096" y="772668"/>
                    </a:cubicBezTo>
                    <a:cubicBezTo>
                      <a:pt x="684085" y="860679"/>
                      <a:pt x="629793" y="982218"/>
                      <a:pt x="629793" y="1116330"/>
                    </a:cubicBezTo>
                    <a:cubicBezTo>
                      <a:pt x="629793" y="1250823"/>
                      <a:pt x="684085" y="1372267"/>
                      <a:pt x="772096" y="1460278"/>
                    </a:cubicBezTo>
                    <a:cubicBezTo>
                      <a:pt x="860108" y="1548289"/>
                      <a:pt x="981646" y="1602582"/>
                      <a:pt x="1116044" y="1602582"/>
                    </a:cubicBezTo>
                    <a:cubicBezTo>
                      <a:pt x="1250251" y="1602582"/>
                      <a:pt x="1371695" y="1548289"/>
                      <a:pt x="1459801" y="1460278"/>
                    </a:cubicBezTo>
                    <a:cubicBezTo>
                      <a:pt x="1547812" y="1372267"/>
                      <a:pt x="1602105" y="1250728"/>
                      <a:pt x="1602105" y="1116330"/>
                    </a:cubicBezTo>
                    <a:cubicBezTo>
                      <a:pt x="1602105" y="982123"/>
                      <a:pt x="1547812" y="860679"/>
                      <a:pt x="1459801" y="772668"/>
                    </a:cubicBezTo>
                    <a:cubicBezTo>
                      <a:pt x="1371791" y="684657"/>
                      <a:pt x="1250251" y="630079"/>
                      <a:pt x="1116044" y="630079"/>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28" name="Freeform: Shape 1427">
                <a:extLst>
                  <a:ext uri="{FF2B5EF4-FFF2-40B4-BE49-F238E27FC236}">
                    <a16:creationId xmlns:a16="http://schemas.microsoft.com/office/drawing/2014/main" id="{27017272-0ECC-CA6E-D52D-63229A1C4B38}"/>
                  </a:ext>
                </a:extLst>
              </p:cNvPr>
              <p:cNvSpPr/>
              <p:nvPr/>
            </p:nvSpPr>
            <p:spPr>
              <a:xfrm>
                <a:off x="-7990443" y="3228555"/>
                <a:ext cx="657701" cy="657701"/>
              </a:xfrm>
              <a:custGeom>
                <a:avLst/>
                <a:gdLst>
                  <a:gd name="connsiteX0" fmla="*/ 328803 w 657701"/>
                  <a:gd name="connsiteY0" fmla="*/ 0 h 657701"/>
                  <a:gd name="connsiteX1" fmla="*/ 561308 w 657701"/>
                  <a:gd name="connsiteY1" fmla="*/ 96393 h 657701"/>
                  <a:gd name="connsiteX2" fmla="*/ 657701 w 657701"/>
                  <a:gd name="connsiteY2" fmla="*/ 328898 h 657701"/>
                  <a:gd name="connsiteX3" fmla="*/ 561308 w 657701"/>
                  <a:gd name="connsiteY3" fmla="*/ 561594 h 657701"/>
                  <a:gd name="connsiteX4" fmla="*/ 328803 w 657701"/>
                  <a:gd name="connsiteY4" fmla="*/ 657701 h 657701"/>
                  <a:gd name="connsiteX5" fmla="*/ 96107 w 657701"/>
                  <a:gd name="connsiteY5" fmla="*/ 561594 h 657701"/>
                  <a:gd name="connsiteX6" fmla="*/ 0 w 657701"/>
                  <a:gd name="connsiteY6" fmla="*/ 328898 h 657701"/>
                  <a:gd name="connsiteX7" fmla="*/ 96107 w 657701"/>
                  <a:gd name="connsiteY7" fmla="*/ 96393 h 657701"/>
                  <a:gd name="connsiteX8" fmla="*/ 328803 w 657701"/>
                  <a:gd name="connsiteY8" fmla="*/ 0 h 657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7701" h="657701">
                    <a:moveTo>
                      <a:pt x="328803" y="0"/>
                    </a:moveTo>
                    <a:cubicBezTo>
                      <a:pt x="419576" y="0"/>
                      <a:pt x="501682" y="36957"/>
                      <a:pt x="561308" y="96393"/>
                    </a:cubicBezTo>
                    <a:cubicBezTo>
                      <a:pt x="620744" y="155829"/>
                      <a:pt x="657701" y="238125"/>
                      <a:pt x="657701" y="328898"/>
                    </a:cubicBezTo>
                    <a:cubicBezTo>
                      <a:pt x="657701" y="419862"/>
                      <a:pt x="620744" y="501967"/>
                      <a:pt x="561308" y="561594"/>
                    </a:cubicBezTo>
                    <a:cubicBezTo>
                      <a:pt x="501682" y="621030"/>
                      <a:pt x="419576" y="657701"/>
                      <a:pt x="328803" y="657701"/>
                    </a:cubicBezTo>
                    <a:cubicBezTo>
                      <a:pt x="237839" y="657701"/>
                      <a:pt x="155734" y="621030"/>
                      <a:pt x="96107" y="561594"/>
                    </a:cubicBezTo>
                    <a:cubicBezTo>
                      <a:pt x="36671" y="501967"/>
                      <a:pt x="0" y="419862"/>
                      <a:pt x="0" y="328898"/>
                    </a:cubicBezTo>
                    <a:cubicBezTo>
                      <a:pt x="0" y="238220"/>
                      <a:pt x="36767" y="155829"/>
                      <a:pt x="96107" y="96393"/>
                    </a:cubicBezTo>
                    <a:cubicBezTo>
                      <a:pt x="155734" y="36957"/>
                      <a:pt x="237839" y="0"/>
                      <a:pt x="328803" y="0"/>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29" name="Freeform: Shape 1428">
                <a:extLst>
                  <a:ext uri="{FF2B5EF4-FFF2-40B4-BE49-F238E27FC236}">
                    <a16:creationId xmlns:a16="http://schemas.microsoft.com/office/drawing/2014/main" id="{E5370583-61FE-5E2F-5348-686CDE592635}"/>
                  </a:ext>
                </a:extLst>
              </p:cNvPr>
              <p:cNvSpPr/>
              <p:nvPr/>
            </p:nvSpPr>
            <p:spPr>
              <a:xfrm>
                <a:off x="-11422111" y="3602506"/>
                <a:ext cx="2796350" cy="545402"/>
              </a:xfrm>
              <a:custGeom>
                <a:avLst/>
                <a:gdLst>
                  <a:gd name="connsiteX0" fmla="*/ 0 w 2796350"/>
                  <a:gd name="connsiteY0" fmla="*/ 0 h 545402"/>
                  <a:gd name="connsiteX1" fmla="*/ 2486692 w 2796350"/>
                  <a:gd name="connsiteY1" fmla="*/ 0 h 545402"/>
                  <a:gd name="connsiteX2" fmla="*/ 2486692 w 2796350"/>
                  <a:gd name="connsiteY2" fmla="*/ 24289 h 545402"/>
                  <a:gd name="connsiteX3" fmla="*/ 2660333 w 2796350"/>
                  <a:gd name="connsiteY3" fmla="*/ 263272 h 545402"/>
                  <a:gd name="connsiteX4" fmla="*/ 2726912 w 2796350"/>
                  <a:gd name="connsiteY4" fmla="*/ 285084 h 545402"/>
                  <a:gd name="connsiteX5" fmla="*/ 2796350 w 2796350"/>
                  <a:gd name="connsiteY5" fmla="*/ 452248 h 545402"/>
                  <a:gd name="connsiteX6" fmla="*/ 2764536 w 2796350"/>
                  <a:gd name="connsiteY6" fmla="*/ 514922 h 545402"/>
                  <a:gd name="connsiteX7" fmla="*/ 2751296 w 2796350"/>
                  <a:gd name="connsiteY7" fmla="*/ 545402 h 545402"/>
                  <a:gd name="connsiteX8" fmla="*/ 246507 w 2796350"/>
                  <a:gd name="connsiteY8" fmla="*/ 545402 h 545402"/>
                  <a:gd name="connsiteX9" fmla="*/ 0 w 2796350"/>
                  <a:gd name="connsiteY9" fmla="*/ 299181 h 545402"/>
                  <a:gd name="connsiteX10" fmla="*/ 0 w 2796350"/>
                  <a:gd name="connsiteY10" fmla="*/ 0 h 54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96350" h="545402">
                    <a:moveTo>
                      <a:pt x="0" y="0"/>
                    </a:moveTo>
                    <a:lnTo>
                      <a:pt x="2486692" y="0"/>
                    </a:lnTo>
                    <a:lnTo>
                      <a:pt x="2486692" y="24289"/>
                    </a:lnTo>
                    <a:cubicBezTo>
                      <a:pt x="2486692" y="133922"/>
                      <a:pt x="2556129" y="229553"/>
                      <a:pt x="2660333" y="263272"/>
                    </a:cubicBezTo>
                    <a:lnTo>
                      <a:pt x="2726912" y="285084"/>
                    </a:lnTo>
                    <a:cubicBezTo>
                      <a:pt x="2745581" y="342615"/>
                      <a:pt x="2768822" y="398527"/>
                      <a:pt x="2796350" y="452248"/>
                    </a:cubicBezTo>
                    <a:lnTo>
                      <a:pt x="2764536" y="514922"/>
                    </a:lnTo>
                    <a:cubicBezTo>
                      <a:pt x="2759393" y="524923"/>
                      <a:pt x="2755106" y="535115"/>
                      <a:pt x="2751296" y="545402"/>
                    </a:cubicBezTo>
                    <a:lnTo>
                      <a:pt x="246507" y="545402"/>
                    </a:lnTo>
                    <a:cubicBezTo>
                      <a:pt x="110966" y="545402"/>
                      <a:pt x="0" y="434436"/>
                      <a:pt x="0" y="299181"/>
                    </a:cubicBezTo>
                    <a:lnTo>
                      <a:pt x="0" y="0"/>
                    </a:ln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30" name="Freeform: Shape 1429">
                <a:extLst>
                  <a:ext uri="{FF2B5EF4-FFF2-40B4-BE49-F238E27FC236}">
                    <a16:creationId xmlns:a16="http://schemas.microsoft.com/office/drawing/2014/main" id="{53A9081F-0760-173D-EF8A-8AEB64762BC5}"/>
                  </a:ext>
                </a:extLst>
              </p:cNvPr>
              <p:cNvSpPr/>
              <p:nvPr/>
            </p:nvSpPr>
            <p:spPr>
              <a:xfrm>
                <a:off x="-10444084" y="4305356"/>
                <a:ext cx="1804226" cy="449580"/>
              </a:xfrm>
              <a:custGeom>
                <a:avLst/>
                <a:gdLst>
                  <a:gd name="connsiteX0" fmla="*/ 527114 w 1804226"/>
                  <a:gd name="connsiteY0" fmla="*/ 0 h 449580"/>
                  <a:gd name="connsiteX1" fmla="*/ 1276922 w 1804226"/>
                  <a:gd name="connsiteY1" fmla="*/ 0 h 449580"/>
                  <a:gd name="connsiteX2" fmla="*/ 1381697 w 1804226"/>
                  <a:gd name="connsiteY2" fmla="*/ 292132 h 449580"/>
                  <a:gd name="connsiteX3" fmla="*/ 1725454 w 1804226"/>
                  <a:gd name="connsiteY3" fmla="*/ 292132 h 449580"/>
                  <a:gd name="connsiteX4" fmla="*/ 1804226 w 1804226"/>
                  <a:gd name="connsiteY4" fmla="*/ 370713 h 449580"/>
                  <a:gd name="connsiteX5" fmla="*/ 1725359 w 1804226"/>
                  <a:gd name="connsiteY5" fmla="*/ 449580 h 449580"/>
                  <a:gd name="connsiteX6" fmla="*/ 78867 w 1804226"/>
                  <a:gd name="connsiteY6" fmla="*/ 449580 h 449580"/>
                  <a:gd name="connsiteX7" fmla="*/ 0 w 1804226"/>
                  <a:gd name="connsiteY7" fmla="*/ 370713 h 449580"/>
                  <a:gd name="connsiteX8" fmla="*/ 78867 w 1804226"/>
                  <a:gd name="connsiteY8" fmla="*/ 292132 h 449580"/>
                  <a:gd name="connsiteX9" fmla="*/ 422624 w 1804226"/>
                  <a:gd name="connsiteY9" fmla="*/ 292132 h 449580"/>
                  <a:gd name="connsiteX10" fmla="*/ 527114 w 1804226"/>
                  <a:gd name="connsiteY10" fmla="*/ 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4226" h="449580">
                    <a:moveTo>
                      <a:pt x="527114" y="0"/>
                    </a:moveTo>
                    <a:lnTo>
                      <a:pt x="1276922" y="0"/>
                    </a:lnTo>
                    <a:lnTo>
                      <a:pt x="1381697" y="292132"/>
                    </a:lnTo>
                    <a:lnTo>
                      <a:pt x="1725454" y="292132"/>
                    </a:lnTo>
                    <a:cubicBezTo>
                      <a:pt x="1768983" y="292132"/>
                      <a:pt x="1804321" y="327184"/>
                      <a:pt x="1804226" y="370713"/>
                    </a:cubicBezTo>
                    <a:cubicBezTo>
                      <a:pt x="1804226" y="414243"/>
                      <a:pt x="1768793" y="449580"/>
                      <a:pt x="1725359" y="449580"/>
                    </a:cubicBezTo>
                    <a:lnTo>
                      <a:pt x="78867" y="449580"/>
                    </a:lnTo>
                    <a:cubicBezTo>
                      <a:pt x="35338" y="449580"/>
                      <a:pt x="0" y="414147"/>
                      <a:pt x="0" y="370713"/>
                    </a:cubicBezTo>
                    <a:cubicBezTo>
                      <a:pt x="0" y="327279"/>
                      <a:pt x="35433" y="292132"/>
                      <a:pt x="78867" y="292132"/>
                    </a:cubicBezTo>
                    <a:lnTo>
                      <a:pt x="422624" y="292132"/>
                    </a:lnTo>
                    <a:lnTo>
                      <a:pt x="527114" y="0"/>
                    </a:ln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1471" name="Group 1470">
            <a:extLst>
              <a:ext uri="{FF2B5EF4-FFF2-40B4-BE49-F238E27FC236}">
                <a16:creationId xmlns:a16="http://schemas.microsoft.com/office/drawing/2014/main" id="{35989BE1-CE8F-8F18-CF7C-AC7B0290908D}"/>
              </a:ext>
            </a:extLst>
          </p:cNvPr>
          <p:cNvGrpSpPr/>
          <p:nvPr/>
        </p:nvGrpSpPr>
        <p:grpSpPr>
          <a:xfrm>
            <a:off x="3057345" y="2638354"/>
            <a:ext cx="608900" cy="608894"/>
            <a:chOff x="4527539" y="4575679"/>
            <a:chExt cx="370004" cy="370000"/>
          </a:xfrm>
        </p:grpSpPr>
        <p:grpSp>
          <p:nvGrpSpPr>
            <p:cNvPr id="1472" name="Group 1471">
              <a:extLst>
                <a:ext uri="{FF2B5EF4-FFF2-40B4-BE49-F238E27FC236}">
                  <a16:creationId xmlns:a16="http://schemas.microsoft.com/office/drawing/2014/main" id="{C1C6CA30-28BA-76A8-9D5A-9F2A0E815649}"/>
                </a:ext>
              </a:extLst>
            </p:cNvPr>
            <p:cNvGrpSpPr/>
            <p:nvPr/>
          </p:nvGrpSpPr>
          <p:grpSpPr>
            <a:xfrm>
              <a:off x="4527539" y="4575679"/>
              <a:ext cx="370004" cy="370000"/>
              <a:chOff x="4527539" y="4575679"/>
              <a:chExt cx="370004" cy="370000"/>
            </a:xfrm>
          </p:grpSpPr>
          <p:sp>
            <p:nvSpPr>
              <p:cNvPr id="1486" name="Oval 34_1">
                <a:extLst>
                  <a:ext uri="{FF2B5EF4-FFF2-40B4-BE49-F238E27FC236}">
                    <a16:creationId xmlns:a16="http://schemas.microsoft.com/office/drawing/2014/main" id="{D07C7688-4D95-C06A-1906-C80547903DCA}"/>
                  </a:ext>
                </a:extLst>
              </p:cNvPr>
              <p:cNvSpPr/>
              <p:nvPr/>
            </p:nvSpPr>
            <p:spPr bwMode="auto">
              <a:xfrm>
                <a:off x="4527539" y="4575679"/>
                <a:ext cx="370004" cy="370000"/>
              </a:xfrm>
              <a:prstGeom prst="ellipse">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489" name="Oval 1488">
                <a:extLst>
                  <a:ext uri="{FF2B5EF4-FFF2-40B4-BE49-F238E27FC236}">
                    <a16:creationId xmlns:a16="http://schemas.microsoft.com/office/drawing/2014/main" id="{AE2552F3-F126-E620-AA6D-97F45C893391}"/>
                  </a:ext>
                </a:extLst>
              </p:cNvPr>
              <p:cNvSpPr/>
              <p:nvPr/>
            </p:nvSpPr>
            <p:spPr bwMode="auto">
              <a:xfrm>
                <a:off x="4557702" y="4605842"/>
                <a:ext cx="309678" cy="309674"/>
              </a:xfrm>
              <a:prstGeom prst="ellipse">
                <a:avLst/>
              </a:prstGeom>
              <a:solidFill>
                <a:schemeClr val="tx1"/>
              </a:solidFill>
              <a:ln w="12700">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473" name="Group 1472">
              <a:extLst>
                <a:ext uri="{FF2B5EF4-FFF2-40B4-BE49-F238E27FC236}">
                  <a16:creationId xmlns:a16="http://schemas.microsoft.com/office/drawing/2014/main" id="{51626BF1-EB4B-A07F-BC70-E2017F704718}"/>
                </a:ext>
              </a:extLst>
            </p:cNvPr>
            <p:cNvGrpSpPr/>
            <p:nvPr/>
          </p:nvGrpSpPr>
          <p:grpSpPr>
            <a:xfrm>
              <a:off x="4626863" y="4675179"/>
              <a:ext cx="171356" cy="171000"/>
              <a:chOff x="-6688847" y="2613605"/>
              <a:chExt cx="4691481" cy="4681727"/>
            </a:xfrm>
          </p:grpSpPr>
          <p:sp>
            <p:nvSpPr>
              <p:cNvPr id="1474" name="Freeform: Shape 1473">
                <a:extLst>
                  <a:ext uri="{FF2B5EF4-FFF2-40B4-BE49-F238E27FC236}">
                    <a16:creationId xmlns:a16="http://schemas.microsoft.com/office/drawing/2014/main" id="{3A6C681A-116E-660A-9B56-E7C8164A8646}"/>
                  </a:ext>
                </a:extLst>
              </p:cNvPr>
              <p:cNvSpPr/>
              <p:nvPr/>
            </p:nvSpPr>
            <p:spPr>
              <a:xfrm>
                <a:off x="-6688847" y="3608472"/>
                <a:ext cx="4691481" cy="2711500"/>
              </a:xfrm>
              <a:custGeom>
                <a:avLst/>
                <a:gdLst>
                  <a:gd name="connsiteX0" fmla="*/ 2345741 w 4691481"/>
                  <a:gd name="connsiteY0" fmla="*/ 0 h 2711500"/>
                  <a:gd name="connsiteX1" fmla="*/ 43891 w 4691481"/>
                  <a:gd name="connsiteY1" fmla="*/ 1228954 h 2711500"/>
                  <a:gd name="connsiteX2" fmla="*/ 43891 w 4691481"/>
                  <a:gd name="connsiteY2" fmla="*/ 1482547 h 2711500"/>
                  <a:gd name="connsiteX3" fmla="*/ 2345741 w 4691481"/>
                  <a:gd name="connsiteY3" fmla="*/ 2711501 h 2711500"/>
                  <a:gd name="connsiteX4" fmla="*/ 4647591 w 4691481"/>
                  <a:gd name="connsiteY4" fmla="*/ 1482547 h 2711500"/>
                  <a:gd name="connsiteX5" fmla="*/ 4647591 w 4691481"/>
                  <a:gd name="connsiteY5" fmla="*/ 1228954 h 2711500"/>
                  <a:gd name="connsiteX6" fmla="*/ 2345741 w 4691481"/>
                  <a:gd name="connsiteY6" fmla="*/ 0 h 2711500"/>
                  <a:gd name="connsiteX7" fmla="*/ 2345741 w 4691481"/>
                  <a:gd name="connsiteY7" fmla="*/ 2282342 h 2711500"/>
                  <a:gd name="connsiteX8" fmla="*/ 1409395 w 4691481"/>
                  <a:gd name="connsiteY8" fmla="*/ 1345997 h 2711500"/>
                  <a:gd name="connsiteX9" fmla="*/ 2345741 w 4691481"/>
                  <a:gd name="connsiteY9" fmla="*/ 409651 h 2711500"/>
                  <a:gd name="connsiteX10" fmla="*/ 3282086 w 4691481"/>
                  <a:gd name="connsiteY10" fmla="*/ 1345997 h 2711500"/>
                  <a:gd name="connsiteX11" fmla="*/ 2345741 w 4691481"/>
                  <a:gd name="connsiteY11" fmla="*/ 2282342 h 271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1481" h="2711500">
                    <a:moveTo>
                      <a:pt x="2345741" y="0"/>
                    </a:moveTo>
                    <a:cubicBezTo>
                      <a:pt x="1077773" y="0"/>
                      <a:pt x="82906" y="1170432"/>
                      <a:pt x="43891" y="1228954"/>
                    </a:cubicBezTo>
                    <a:cubicBezTo>
                      <a:pt x="-14630" y="1306983"/>
                      <a:pt x="-14630" y="1404519"/>
                      <a:pt x="43891" y="1482547"/>
                    </a:cubicBezTo>
                    <a:cubicBezTo>
                      <a:pt x="82906" y="1541069"/>
                      <a:pt x="1077773" y="2711501"/>
                      <a:pt x="2345741" y="2711501"/>
                    </a:cubicBezTo>
                    <a:cubicBezTo>
                      <a:pt x="3613709" y="2711501"/>
                      <a:pt x="4589069" y="1541069"/>
                      <a:pt x="4647591" y="1482547"/>
                    </a:cubicBezTo>
                    <a:cubicBezTo>
                      <a:pt x="4706112" y="1404519"/>
                      <a:pt x="4706112" y="1306983"/>
                      <a:pt x="4647591" y="1228954"/>
                    </a:cubicBezTo>
                    <a:cubicBezTo>
                      <a:pt x="4589069" y="1170432"/>
                      <a:pt x="3613709" y="0"/>
                      <a:pt x="2345741" y="0"/>
                    </a:cubicBezTo>
                    <a:close/>
                    <a:moveTo>
                      <a:pt x="2345741" y="2282342"/>
                    </a:moveTo>
                    <a:cubicBezTo>
                      <a:pt x="1838554" y="2282342"/>
                      <a:pt x="1409395" y="1853184"/>
                      <a:pt x="1409395" y="1345997"/>
                    </a:cubicBezTo>
                    <a:cubicBezTo>
                      <a:pt x="1409395" y="819302"/>
                      <a:pt x="1838554" y="409651"/>
                      <a:pt x="2345741" y="409651"/>
                    </a:cubicBezTo>
                    <a:cubicBezTo>
                      <a:pt x="2872435" y="409651"/>
                      <a:pt x="3282086" y="819302"/>
                      <a:pt x="3282086" y="1345997"/>
                    </a:cubicBezTo>
                    <a:cubicBezTo>
                      <a:pt x="3282086" y="1853184"/>
                      <a:pt x="2872435" y="2282342"/>
                      <a:pt x="2345741" y="2282342"/>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75" name="Freeform: Shape 1474">
                <a:extLst>
                  <a:ext uri="{FF2B5EF4-FFF2-40B4-BE49-F238E27FC236}">
                    <a16:creationId xmlns:a16="http://schemas.microsoft.com/office/drawing/2014/main" id="{7A7F583D-3BFB-6B1F-3345-4D0BCF0806AC}"/>
                  </a:ext>
                </a:extLst>
              </p:cNvPr>
              <p:cNvSpPr/>
              <p:nvPr/>
            </p:nvSpPr>
            <p:spPr>
              <a:xfrm>
                <a:off x="-4772265" y="4505803"/>
                <a:ext cx="877824" cy="897331"/>
              </a:xfrm>
              <a:custGeom>
                <a:avLst/>
                <a:gdLst>
                  <a:gd name="connsiteX0" fmla="*/ 429158 w 877824"/>
                  <a:gd name="connsiteY0" fmla="*/ 0 h 897331"/>
                  <a:gd name="connsiteX1" fmla="*/ 409651 w 877824"/>
                  <a:gd name="connsiteY1" fmla="*/ 0 h 897331"/>
                  <a:gd name="connsiteX2" fmla="*/ 429158 w 877824"/>
                  <a:gd name="connsiteY2" fmla="*/ 136550 h 897331"/>
                  <a:gd name="connsiteX3" fmla="*/ 0 w 877824"/>
                  <a:gd name="connsiteY3" fmla="*/ 585216 h 897331"/>
                  <a:gd name="connsiteX4" fmla="*/ 429158 w 877824"/>
                  <a:gd name="connsiteY4" fmla="*/ 897331 h 897331"/>
                  <a:gd name="connsiteX5" fmla="*/ 877824 w 877824"/>
                  <a:gd name="connsiteY5" fmla="*/ 448666 h 897331"/>
                  <a:gd name="connsiteX6" fmla="*/ 429158 w 877824"/>
                  <a:gd name="connsiteY6" fmla="*/ 0 h 897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7824" h="897331">
                    <a:moveTo>
                      <a:pt x="429158" y="0"/>
                    </a:moveTo>
                    <a:lnTo>
                      <a:pt x="409651" y="0"/>
                    </a:lnTo>
                    <a:cubicBezTo>
                      <a:pt x="429158" y="39014"/>
                      <a:pt x="429158" y="97536"/>
                      <a:pt x="429158" y="136550"/>
                    </a:cubicBezTo>
                    <a:cubicBezTo>
                      <a:pt x="429158" y="370637"/>
                      <a:pt x="234086" y="565709"/>
                      <a:pt x="0" y="585216"/>
                    </a:cubicBezTo>
                    <a:cubicBezTo>
                      <a:pt x="58522" y="780288"/>
                      <a:pt x="253594" y="897331"/>
                      <a:pt x="429158" y="897331"/>
                    </a:cubicBezTo>
                    <a:cubicBezTo>
                      <a:pt x="682752" y="897331"/>
                      <a:pt x="877824" y="702259"/>
                      <a:pt x="877824" y="448666"/>
                    </a:cubicBezTo>
                    <a:cubicBezTo>
                      <a:pt x="877824" y="195072"/>
                      <a:pt x="682752" y="0"/>
                      <a:pt x="429158" y="0"/>
                    </a:cubicBezTo>
                    <a:close/>
                  </a:path>
                </a:pathLst>
              </a:custGeom>
              <a:solidFill>
                <a:srgbClr val="B85CBC"/>
              </a:solidFill>
              <a:ln w="1950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78" name="Freeform: Shape 1477">
                <a:extLst>
                  <a:ext uri="{FF2B5EF4-FFF2-40B4-BE49-F238E27FC236}">
                    <a16:creationId xmlns:a16="http://schemas.microsoft.com/office/drawing/2014/main" id="{F5854CAC-3D45-18AA-2D12-A37B59FFA1EB}"/>
                  </a:ext>
                </a:extLst>
              </p:cNvPr>
              <p:cNvSpPr/>
              <p:nvPr/>
            </p:nvSpPr>
            <p:spPr>
              <a:xfrm>
                <a:off x="-6683971" y="6046872"/>
                <a:ext cx="1248460" cy="1248460"/>
              </a:xfrm>
              <a:custGeom>
                <a:avLst/>
                <a:gdLst>
                  <a:gd name="connsiteX0" fmla="*/ 195072 w 1248460"/>
                  <a:gd name="connsiteY0" fmla="*/ 0 h 1248460"/>
                  <a:gd name="connsiteX1" fmla="*/ 0 w 1248460"/>
                  <a:gd name="connsiteY1" fmla="*/ 195072 h 1248460"/>
                  <a:gd name="connsiteX2" fmla="*/ 0 w 1248460"/>
                  <a:gd name="connsiteY2" fmla="*/ 1053389 h 1248460"/>
                  <a:gd name="connsiteX3" fmla="*/ 195072 w 1248460"/>
                  <a:gd name="connsiteY3" fmla="*/ 1248461 h 1248460"/>
                  <a:gd name="connsiteX4" fmla="*/ 1053389 w 1248460"/>
                  <a:gd name="connsiteY4" fmla="*/ 1248461 h 1248460"/>
                  <a:gd name="connsiteX5" fmla="*/ 1248461 w 1248460"/>
                  <a:gd name="connsiteY5" fmla="*/ 1053389 h 1248460"/>
                  <a:gd name="connsiteX6" fmla="*/ 1053389 w 1248460"/>
                  <a:gd name="connsiteY6" fmla="*/ 858317 h 1248460"/>
                  <a:gd name="connsiteX7" fmla="*/ 390144 w 1248460"/>
                  <a:gd name="connsiteY7" fmla="*/ 858317 h 1248460"/>
                  <a:gd name="connsiteX8" fmla="*/ 390144 w 1248460"/>
                  <a:gd name="connsiteY8" fmla="*/ 195072 h 1248460"/>
                  <a:gd name="connsiteX9" fmla="*/ 195072 w 1248460"/>
                  <a:gd name="connsiteY9" fmla="*/ 0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460" h="1248460">
                    <a:moveTo>
                      <a:pt x="195072" y="0"/>
                    </a:moveTo>
                    <a:cubicBezTo>
                      <a:pt x="78029" y="0"/>
                      <a:pt x="0" y="78029"/>
                      <a:pt x="0" y="195072"/>
                    </a:cubicBezTo>
                    <a:lnTo>
                      <a:pt x="0" y="1053389"/>
                    </a:lnTo>
                    <a:cubicBezTo>
                      <a:pt x="0" y="1170432"/>
                      <a:pt x="78029" y="1248461"/>
                      <a:pt x="195072" y="1248461"/>
                    </a:cubicBezTo>
                    <a:lnTo>
                      <a:pt x="1053389" y="1248461"/>
                    </a:lnTo>
                    <a:cubicBezTo>
                      <a:pt x="1170432" y="1248461"/>
                      <a:pt x="1248461" y="1170432"/>
                      <a:pt x="1248461" y="1053389"/>
                    </a:cubicBezTo>
                    <a:cubicBezTo>
                      <a:pt x="1248461" y="936345"/>
                      <a:pt x="1170432" y="858317"/>
                      <a:pt x="1053389" y="858317"/>
                    </a:cubicBezTo>
                    <a:lnTo>
                      <a:pt x="390144" y="858317"/>
                    </a:lnTo>
                    <a:lnTo>
                      <a:pt x="390144" y="195072"/>
                    </a:lnTo>
                    <a:cubicBezTo>
                      <a:pt x="390144" y="78029"/>
                      <a:pt x="312115" y="0"/>
                      <a:pt x="195072" y="0"/>
                    </a:cubicBezTo>
                    <a:close/>
                  </a:path>
                </a:pathLst>
              </a:custGeom>
              <a:solidFill>
                <a:srgbClr val="B85CBC"/>
              </a:solidFill>
              <a:ln w="1950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79" name="Freeform: Shape 1478">
                <a:extLst>
                  <a:ext uri="{FF2B5EF4-FFF2-40B4-BE49-F238E27FC236}">
                    <a16:creationId xmlns:a16="http://schemas.microsoft.com/office/drawing/2014/main" id="{68713229-8580-9FB3-7FBA-C39C0A78B77D}"/>
                  </a:ext>
                </a:extLst>
              </p:cNvPr>
              <p:cNvSpPr/>
              <p:nvPr/>
            </p:nvSpPr>
            <p:spPr>
              <a:xfrm>
                <a:off x="-6683971" y="2613605"/>
                <a:ext cx="1248460" cy="1248460"/>
              </a:xfrm>
              <a:custGeom>
                <a:avLst/>
                <a:gdLst>
                  <a:gd name="connsiteX0" fmla="*/ 195072 w 1248460"/>
                  <a:gd name="connsiteY0" fmla="*/ 1248461 h 1248460"/>
                  <a:gd name="connsiteX1" fmla="*/ 390144 w 1248460"/>
                  <a:gd name="connsiteY1" fmla="*/ 1053389 h 1248460"/>
                  <a:gd name="connsiteX2" fmla="*/ 390144 w 1248460"/>
                  <a:gd name="connsiteY2" fmla="*/ 390144 h 1248460"/>
                  <a:gd name="connsiteX3" fmla="*/ 1053389 w 1248460"/>
                  <a:gd name="connsiteY3" fmla="*/ 390144 h 1248460"/>
                  <a:gd name="connsiteX4" fmla="*/ 1248461 w 1248460"/>
                  <a:gd name="connsiteY4" fmla="*/ 195072 h 1248460"/>
                  <a:gd name="connsiteX5" fmla="*/ 1053389 w 1248460"/>
                  <a:gd name="connsiteY5" fmla="*/ 0 h 1248460"/>
                  <a:gd name="connsiteX6" fmla="*/ 195072 w 1248460"/>
                  <a:gd name="connsiteY6" fmla="*/ 0 h 1248460"/>
                  <a:gd name="connsiteX7" fmla="*/ 0 w 1248460"/>
                  <a:gd name="connsiteY7" fmla="*/ 195072 h 1248460"/>
                  <a:gd name="connsiteX8" fmla="*/ 0 w 1248460"/>
                  <a:gd name="connsiteY8" fmla="*/ 1053389 h 1248460"/>
                  <a:gd name="connsiteX9" fmla="*/ 195072 w 1248460"/>
                  <a:gd name="connsiteY9" fmla="*/ 1248461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460" h="1248460">
                    <a:moveTo>
                      <a:pt x="195072" y="1248461"/>
                    </a:moveTo>
                    <a:cubicBezTo>
                      <a:pt x="312115" y="1248461"/>
                      <a:pt x="390144" y="1170432"/>
                      <a:pt x="390144" y="1053389"/>
                    </a:cubicBezTo>
                    <a:lnTo>
                      <a:pt x="390144" y="390144"/>
                    </a:lnTo>
                    <a:lnTo>
                      <a:pt x="1053389" y="390144"/>
                    </a:lnTo>
                    <a:cubicBezTo>
                      <a:pt x="1170432" y="390144"/>
                      <a:pt x="1248461" y="312115"/>
                      <a:pt x="1248461" y="195072"/>
                    </a:cubicBezTo>
                    <a:cubicBezTo>
                      <a:pt x="1248461" y="78029"/>
                      <a:pt x="1170432" y="0"/>
                      <a:pt x="1053389" y="0"/>
                    </a:cubicBezTo>
                    <a:lnTo>
                      <a:pt x="195072" y="0"/>
                    </a:lnTo>
                    <a:cubicBezTo>
                      <a:pt x="78029" y="0"/>
                      <a:pt x="0" y="78029"/>
                      <a:pt x="0" y="195072"/>
                    </a:cubicBezTo>
                    <a:lnTo>
                      <a:pt x="0" y="1053389"/>
                    </a:lnTo>
                    <a:cubicBezTo>
                      <a:pt x="0" y="1170432"/>
                      <a:pt x="78029" y="1248461"/>
                      <a:pt x="195072" y="1248461"/>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80" name="Freeform: Shape 1479">
                <a:extLst>
                  <a:ext uri="{FF2B5EF4-FFF2-40B4-BE49-F238E27FC236}">
                    <a16:creationId xmlns:a16="http://schemas.microsoft.com/office/drawing/2014/main" id="{21C9BE49-7539-F60F-68F4-B248E20F0A7F}"/>
                  </a:ext>
                </a:extLst>
              </p:cNvPr>
              <p:cNvSpPr/>
              <p:nvPr/>
            </p:nvSpPr>
            <p:spPr>
              <a:xfrm>
                <a:off x="-3250703" y="2613605"/>
                <a:ext cx="1248460" cy="1248460"/>
              </a:xfrm>
              <a:custGeom>
                <a:avLst/>
                <a:gdLst>
                  <a:gd name="connsiteX0" fmla="*/ 1053389 w 1248460"/>
                  <a:gd name="connsiteY0" fmla="*/ 1248461 h 1248460"/>
                  <a:gd name="connsiteX1" fmla="*/ 1248461 w 1248460"/>
                  <a:gd name="connsiteY1" fmla="*/ 1053389 h 1248460"/>
                  <a:gd name="connsiteX2" fmla="*/ 1248461 w 1248460"/>
                  <a:gd name="connsiteY2" fmla="*/ 195072 h 1248460"/>
                  <a:gd name="connsiteX3" fmla="*/ 1053389 w 1248460"/>
                  <a:gd name="connsiteY3" fmla="*/ 0 h 1248460"/>
                  <a:gd name="connsiteX4" fmla="*/ 195072 w 1248460"/>
                  <a:gd name="connsiteY4" fmla="*/ 0 h 1248460"/>
                  <a:gd name="connsiteX5" fmla="*/ 0 w 1248460"/>
                  <a:gd name="connsiteY5" fmla="*/ 195072 h 1248460"/>
                  <a:gd name="connsiteX6" fmla="*/ 195072 w 1248460"/>
                  <a:gd name="connsiteY6" fmla="*/ 390144 h 1248460"/>
                  <a:gd name="connsiteX7" fmla="*/ 858317 w 1248460"/>
                  <a:gd name="connsiteY7" fmla="*/ 390144 h 1248460"/>
                  <a:gd name="connsiteX8" fmla="*/ 858317 w 1248460"/>
                  <a:gd name="connsiteY8" fmla="*/ 1053389 h 1248460"/>
                  <a:gd name="connsiteX9" fmla="*/ 1053389 w 1248460"/>
                  <a:gd name="connsiteY9" fmla="*/ 1248461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460" h="1248460">
                    <a:moveTo>
                      <a:pt x="1053389" y="1248461"/>
                    </a:moveTo>
                    <a:cubicBezTo>
                      <a:pt x="1170432" y="1248461"/>
                      <a:pt x="1248461" y="1170432"/>
                      <a:pt x="1248461" y="1053389"/>
                    </a:cubicBezTo>
                    <a:lnTo>
                      <a:pt x="1248461" y="195072"/>
                    </a:lnTo>
                    <a:cubicBezTo>
                      <a:pt x="1248461" y="78029"/>
                      <a:pt x="1170432" y="0"/>
                      <a:pt x="1053389" y="0"/>
                    </a:cubicBezTo>
                    <a:lnTo>
                      <a:pt x="195072" y="0"/>
                    </a:lnTo>
                    <a:cubicBezTo>
                      <a:pt x="78029" y="0"/>
                      <a:pt x="0" y="78029"/>
                      <a:pt x="0" y="195072"/>
                    </a:cubicBezTo>
                    <a:cubicBezTo>
                      <a:pt x="0" y="312115"/>
                      <a:pt x="78029" y="390144"/>
                      <a:pt x="195072" y="390144"/>
                    </a:cubicBezTo>
                    <a:lnTo>
                      <a:pt x="858317" y="390144"/>
                    </a:lnTo>
                    <a:lnTo>
                      <a:pt x="858317" y="1053389"/>
                    </a:lnTo>
                    <a:cubicBezTo>
                      <a:pt x="858317" y="1170432"/>
                      <a:pt x="936345" y="1248461"/>
                      <a:pt x="1053389" y="1248461"/>
                    </a:cubicBezTo>
                    <a:close/>
                  </a:path>
                </a:pathLst>
              </a:custGeom>
              <a:solidFill>
                <a:srgbClr val="B85CBC"/>
              </a:solidFill>
              <a:ln w="1950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83" name="Freeform: Shape 1482">
                <a:extLst>
                  <a:ext uri="{FF2B5EF4-FFF2-40B4-BE49-F238E27FC236}">
                    <a16:creationId xmlns:a16="http://schemas.microsoft.com/office/drawing/2014/main" id="{A3229E82-F6AF-8C5C-A488-7D5279D8DD83}"/>
                  </a:ext>
                </a:extLst>
              </p:cNvPr>
              <p:cNvSpPr/>
              <p:nvPr/>
            </p:nvSpPr>
            <p:spPr>
              <a:xfrm>
                <a:off x="-3250703" y="6046872"/>
                <a:ext cx="1248460" cy="1248460"/>
              </a:xfrm>
              <a:custGeom>
                <a:avLst/>
                <a:gdLst>
                  <a:gd name="connsiteX0" fmla="*/ 1053389 w 1248460"/>
                  <a:gd name="connsiteY0" fmla="*/ 1248461 h 1248460"/>
                  <a:gd name="connsiteX1" fmla="*/ 1248461 w 1248460"/>
                  <a:gd name="connsiteY1" fmla="*/ 1053389 h 1248460"/>
                  <a:gd name="connsiteX2" fmla="*/ 1248461 w 1248460"/>
                  <a:gd name="connsiteY2" fmla="*/ 195072 h 1248460"/>
                  <a:gd name="connsiteX3" fmla="*/ 1053389 w 1248460"/>
                  <a:gd name="connsiteY3" fmla="*/ 0 h 1248460"/>
                  <a:gd name="connsiteX4" fmla="*/ 858317 w 1248460"/>
                  <a:gd name="connsiteY4" fmla="*/ 195072 h 1248460"/>
                  <a:gd name="connsiteX5" fmla="*/ 858317 w 1248460"/>
                  <a:gd name="connsiteY5" fmla="*/ 858317 h 1248460"/>
                  <a:gd name="connsiteX6" fmla="*/ 195072 w 1248460"/>
                  <a:gd name="connsiteY6" fmla="*/ 858317 h 1248460"/>
                  <a:gd name="connsiteX7" fmla="*/ 0 w 1248460"/>
                  <a:gd name="connsiteY7" fmla="*/ 1053389 h 1248460"/>
                  <a:gd name="connsiteX8" fmla="*/ 195072 w 1248460"/>
                  <a:gd name="connsiteY8" fmla="*/ 1248461 h 1248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460" h="1248460">
                    <a:moveTo>
                      <a:pt x="1053389" y="1248461"/>
                    </a:moveTo>
                    <a:cubicBezTo>
                      <a:pt x="1170432" y="1248461"/>
                      <a:pt x="1248461" y="1170432"/>
                      <a:pt x="1248461" y="1053389"/>
                    </a:cubicBezTo>
                    <a:lnTo>
                      <a:pt x="1248461" y="195072"/>
                    </a:lnTo>
                    <a:cubicBezTo>
                      <a:pt x="1248461" y="78029"/>
                      <a:pt x="1170432" y="0"/>
                      <a:pt x="1053389" y="0"/>
                    </a:cubicBezTo>
                    <a:cubicBezTo>
                      <a:pt x="936345" y="0"/>
                      <a:pt x="858317" y="78029"/>
                      <a:pt x="858317" y="195072"/>
                    </a:cubicBezTo>
                    <a:lnTo>
                      <a:pt x="858317" y="858317"/>
                    </a:lnTo>
                    <a:lnTo>
                      <a:pt x="195072" y="858317"/>
                    </a:lnTo>
                    <a:cubicBezTo>
                      <a:pt x="78029" y="858317"/>
                      <a:pt x="0" y="936345"/>
                      <a:pt x="0" y="1053389"/>
                    </a:cubicBezTo>
                    <a:cubicBezTo>
                      <a:pt x="0" y="1170432"/>
                      <a:pt x="78029" y="1248461"/>
                      <a:pt x="195072" y="1248461"/>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spTree>
    <p:extLst>
      <p:ext uri="{BB962C8B-B14F-4D97-AF65-F5344CB8AC3E}">
        <p14:creationId xmlns:p14="http://schemas.microsoft.com/office/powerpoint/2010/main" val="1431294016"/>
      </p:ext>
    </p:extLst>
  </p:cSld>
  <p:clrMapOvr>
    <a:masterClrMapping/>
  </p:clrMapOvr>
  <mc:AlternateContent xmlns:mc="http://schemas.openxmlformats.org/markup-compatibility/2006">
    <mc:Choice xmlns:p14="http://schemas.microsoft.com/office/powerpoint/2010/main" Requires="p14">
      <p:transition p14:dur="250" advTm="77191">
        <p:fade/>
      </p:transition>
    </mc:Choice>
    <mc:Fallback>
      <p:transition advTm="77191">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743D7EA-C87D-E619-DB6F-B9A7171F494A}"/>
              </a:ext>
            </a:extLst>
          </p:cNvPr>
          <p:cNvGrpSpPr/>
          <p:nvPr/>
        </p:nvGrpSpPr>
        <p:grpSpPr>
          <a:xfrm>
            <a:off x="0" y="-3"/>
            <a:ext cx="12192000" cy="6848349"/>
            <a:chOff x="0" y="-3"/>
            <a:chExt cx="12192000" cy="6848349"/>
          </a:xfrm>
        </p:grpSpPr>
        <p:pic>
          <p:nvPicPr>
            <p:cNvPr id="9" name="Picture 8" descr="A blue and white background&#10;&#10;Description automatically generated">
              <a:extLst>
                <a:ext uri="{FF2B5EF4-FFF2-40B4-BE49-F238E27FC236}">
                  <a16:creationId xmlns:a16="http://schemas.microsoft.com/office/drawing/2014/main" id="{58210AAB-939B-C483-02D4-73D66B8DD96B}"/>
                </a:ext>
              </a:extLst>
            </p:cNvPr>
            <p:cNvPicPr>
              <a:picLocks noChangeAspect="1"/>
            </p:cNvPicPr>
            <p:nvPr/>
          </p:nvPicPr>
          <p:blipFill rotWithShape="1">
            <a:blip r:embed="rId3">
              <a:extLst>
                <a:ext uri="{28A0092B-C50C-407E-A947-70E740481C1C}">
                  <a14:useLocalDpi xmlns:a14="http://schemas.microsoft.com/office/drawing/2010/main" val="0"/>
                </a:ext>
              </a:extLst>
            </a:blip>
            <a:srcRect l="1598" t="1598" r="1598" b="1598"/>
            <a:stretch/>
          </p:blipFill>
          <p:spPr>
            <a:xfrm>
              <a:off x="0" y="9654"/>
              <a:ext cx="12192000" cy="6838692"/>
            </a:xfrm>
            <a:prstGeom prst="rect">
              <a:avLst/>
            </a:prstGeom>
          </p:spPr>
        </p:pic>
        <p:pic>
          <p:nvPicPr>
            <p:cNvPr id="11" name="Graphic 10">
              <a:extLst>
                <a:ext uri="{FF2B5EF4-FFF2-40B4-BE49-F238E27FC236}">
                  <a16:creationId xmlns:a16="http://schemas.microsoft.com/office/drawing/2014/main" id="{B67C4753-924F-6C36-2D83-CF0647BA4F5A}"/>
                </a:ext>
              </a:extLst>
            </p:cNvPr>
            <p:cNvPicPr>
              <a:picLocks noChangeAspect="1"/>
            </p:cNvPicPr>
            <p:nvPr/>
          </p:nvPicPr>
          <p:blipFill rotWithShape="1">
            <a:blip>
              <a:alphaModFix amt="43000"/>
              <a:extLst>
                <a:ext uri="{96DAC541-7B7A-43D3-8B79-37D633B846F1}">
                  <asvg:svgBlip xmlns:asvg="http://schemas.microsoft.com/office/drawing/2016/SVG/main" r:embed="rId4"/>
                </a:ext>
              </a:extLst>
            </a:blip>
            <a:stretch/>
          </p:blipFill>
          <p:spPr>
            <a:xfrm>
              <a:off x="2" y="-3"/>
              <a:ext cx="5570288" cy="5181098"/>
            </a:xfrm>
            <a:prstGeom prst="rect">
              <a:avLst/>
            </a:prstGeom>
          </p:spPr>
        </p:pic>
      </p:grpSp>
      <p:sp>
        <p:nvSpPr>
          <p:cNvPr id="10" name="Title 1">
            <a:extLst>
              <a:ext uri="{FF2B5EF4-FFF2-40B4-BE49-F238E27FC236}">
                <a16:creationId xmlns:a16="http://schemas.microsoft.com/office/drawing/2014/main" id="{221D468B-0777-1423-C956-2A9876A3D8B1}"/>
              </a:ext>
            </a:extLst>
          </p:cNvPr>
          <p:cNvSpPr>
            <a:spLocks noGrp="1"/>
          </p:cNvSpPr>
          <p:nvPr>
            <p:ph type="title"/>
          </p:nvPr>
        </p:nvSpPr>
        <p:spPr>
          <a:xfrm>
            <a:off x="584200" y="487363"/>
            <a:ext cx="11023600" cy="922337"/>
          </a:xfrm>
        </p:spPr>
        <p:txBody>
          <a:bodyPr/>
          <a:lstStyle/>
          <a:p>
            <a:r>
              <a:rPr lang="en-US"/>
              <a:t>Simplify API Discovery and Consumption</a:t>
            </a:r>
          </a:p>
        </p:txBody>
      </p:sp>
      <p:sp>
        <p:nvSpPr>
          <p:cNvPr id="16" name="Rectangle: Rounded Corners 15">
            <a:extLst>
              <a:ext uri="{FF2B5EF4-FFF2-40B4-BE49-F238E27FC236}">
                <a16:creationId xmlns:a16="http://schemas.microsoft.com/office/drawing/2014/main" id="{CFD2DF74-9F30-BB6E-18EC-571F7B4F2516}"/>
              </a:ext>
            </a:extLst>
          </p:cNvPr>
          <p:cNvSpPr/>
          <p:nvPr/>
        </p:nvSpPr>
        <p:spPr bwMode="auto">
          <a:xfrm>
            <a:off x="5166360" y="4696387"/>
            <a:ext cx="6441440" cy="1304364"/>
          </a:xfrm>
          <a:prstGeom prst="roundRect">
            <a:avLst>
              <a:gd name="adj" fmla="val 10000"/>
            </a:avLst>
          </a:prstGeom>
          <a:solidFill>
            <a:schemeClr val="tx1">
              <a:alpha val="66000"/>
            </a:schemeClr>
          </a:solidFill>
          <a:ln w="25400">
            <a:solidFill>
              <a:srgbClr val="B85CBC"/>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7" name="Rounded Rectangle 16_1">
            <a:extLst>
              <a:ext uri="{FF2B5EF4-FFF2-40B4-BE49-F238E27FC236}">
                <a16:creationId xmlns:a16="http://schemas.microsoft.com/office/drawing/2014/main" id="{B21B6A0C-3225-2C4F-F323-80A04BF23E35}"/>
              </a:ext>
            </a:extLst>
          </p:cNvPr>
          <p:cNvSpPr/>
          <p:nvPr/>
        </p:nvSpPr>
        <p:spPr bwMode="auto">
          <a:xfrm>
            <a:off x="5270500" y="4802390"/>
            <a:ext cx="6230754" cy="1092356"/>
          </a:xfrm>
          <a:prstGeom prst="roundRect">
            <a:avLst>
              <a:gd name="adj" fmla="val 10000"/>
            </a:avLst>
          </a:pr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26" name="Rectangle: Rounded Corners 25">
            <a:extLst>
              <a:ext uri="{FF2B5EF4-FFF2-40B4-BE49-F238E27FC236}">
                <a16:creationId xmlns:a16="http://schemas.microsoft.com/office/drawing/2014/main" id="{F1B431BE-2EFB-B7DC-887D-4193D309B598}"/>
              </a:ext>
            </a:extLst>
          </p:cNvPr>
          <p:cNvSpPr/>
          <p:nvPr/>
        </p:nvSpPr>
        <p:spPr bwMode="auto">
          <a:xfrm>
            <a:off x="5166360" y="3147776"/>
            <a:ext cx="6441440" cy="1304364"/>
          </a:xfrm>
          <a:prstGeom prst="roundRect">
            <a:avLst>
              <a:gd name="adj" fmla="val 10000"/>
            </a:avLst>
          </a:prstGeom>
          <a:solidFill>
            <a:schemeClr val="tx1">
              <a:alpha val="66000"/>
            </a:schemeClr>
          </a:solidFill>
          <a:ln w="25400">
            <a:solidFill>
              <a:srgbClr val="B85CBC"/>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27" name="Rounded Rectangle 16_1">
            <a:extLst>
              <a:ext uri="{FF2B5EF4-FFF2-40B4-BE49-F238E27FC236}">
                <a16:creationId xmlns:a16="http://schemas.microsoft.com/office/drawing/2014/main" id="{5E9277F9-B2D6-AE80-315E-37EF9AB95A48}"/>
              </a:ext>
            </a:extLst>
          </p:cNvPr>
          <p:cNvSpPr/>
          <p:nvPr/>
        </p:nvSpPr>
        <p:spPr bwMode="auto">
          <a:xfrm>
            <a:off x="5270500" y="3253779"/>
            <a:ext cx="6230754" cy="1092356"/>
          </a:xfrm>
          <a:prstGeom prst="roundRect">
            <a:avLst>
              <a:gd name="adj" fmla="val 10000"/>
            </a:avLst>
          </a:pr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30" name="Rectangle: Rounded Corners 29">
            <a:extLst>
              <a:ext uri="{FF2B5EF4-FFF2-40B4-BE49-F238E27FC236}">
                <a16:creationId xmlns:a16="http://schemas.microsoft.com/office/drawing/2014/main" id="{5EDC9D19-8E37-7450-BDDB-1E38C34BE300}"/>
              </a:ext>
            </a:extLst>
          </p:cNvPr>
          <p:cNvSpPr/>
          <p:nvPr/>
        </p:nvSpPr>
        <p:spPr bwMode="auto">
          <a:xfrm>
            <a:off x="5166360" y="1599165"/>
            <a:ext cx="6441440" cy="1304364"/>
          </a:xfrm>
          <a:prstGeom prst="roundRect">
            <a:avLst>
              <a:gd name="adj" fmla="val 10000"/>
            </a:avLst>
          </a:pr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42" name="Rounded Rectangle 16_1">
            <a:extLst>
              <a:ext uri="{FF2B5EF4-FFF2-40B4-BE49-F238E27FC236}">
                <a16:creationId xmlns:a16="http://schemas.microsoft.com/office/drawing/2014/main" id="{6AF44CD0-0020-558D-3C50-48C455A998B9}"/>
              </a:ext>
            </a:extLst>
          </p:cNvPr>
          <p:cNvSpPr/>
          <p:nvPr/>
        </p:nvSpPr>
        <p:spPr bwMode="auto">
          <a:xfrm>
            <a:off x="5270500" y="1705168"/>
            <a:ext cx="6230754" cy="1092356"/>
          </a:xfrm>
          <a:prstGeom prst="roundRect">
            <a:avLst>
              <a:gd name="adj" fmla="val 10000"/>
            </a:avLst>
          </a:pr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pic>
        <p:nvPicPr>
          <p:cNvPr id="43" name="Graphic 42">
            <a:extLst>
              <a:ext uri="{FF2B5EF4-FFF2-40B4-BE49-F238E27FC236}">
                <a16:creationId xmlns:a16="http://schemas.microsoft.com/office/drawing/2014/main" id="{FB1D83AE-1CC2-4E15-8F30-B370FC00B077}"/>
              </a:ext>
            </a:extLst>
          </p:cNvPr>
          <p:cNvPicPr>
            <a:picLocks/>
          </p:cNvPicPr>
          <p:nvPr/>
        </p:nvPicPr>
        <p:blipFill rotWithShape="1">
          <a:blip>
            <a:extLst>
              <a:ext uri="{96DAC541-7B7A-43D3-8B79-37D633B846F1}">
                <asvg:svgBlip xmlns:asvg="http://schemas.microsoft.com/office/drawing/2016/SVG/main" r:embed="rId5"/>
              </a:ext>
            </a:extLst>
          </a:blip>
          <a:srcRect l="13720" t="1935" r="1935" b="1935"/>
          <a:stretch/>
        </p:blipFill>
        <p:spPr>
          <a:xfrm>
            <a:off x="-17774" y="2053590"/>
            <a:ext cx="3064564" cy="3492734"/>
          </a:xfrm>
          <a:prstGeom prst="rect">
            <a:avLst/>
          </a:prstGeom>
        </p:spPr>
      </p:pic>
      <p:pic>
        <p:nvPicPr>
          <p:cNvPr id="44" name="Graphic 43">
            <a:extLst>
              <a:ext uri="{FF2B5EF4-FFF2-40B4-BE49-F238E27FC236}">
                <a16:creationId xmlns:a16="http://schemas.microsoft.com/office/drawing/2014/main" id="{8A5A4B83-08A0-A68A-E9E2-ED7AD3347417}"/>
              </a:ext>
            </a:extLst>
          </p:cNvPr>
          <p:cNvPicPr>
            <a:picLocks noChangeAspect="1"/>
          </p:cNvPicPr>
          <p:nvPr/>
        </p:nvPicPr>
        <p:blipFill rotWithShape="1">
          <a:blip>
            <a:extLst>
              <a:ext uri="{96DAC541-7B7A-43D3-8B79-37D633B846F1}">
                <asvg:svgBlip xmlns:asvg="http://schemas.microsoft.com/office/drawing/2016/SVG/main" r:embed="rId6"/>
              </a:ext>
            </a:extLst>
          </a:blip>
          <a:srcRect l="22261"/>
          <a:stretch/>
        </p:blipFill>
        <p:spPr>
          <a:xfrm>
            <a:off x="-17773" y="1309138"/>
            <a:ext cx="3854444" cy="4981640"/>
          </a:xfrm>
          <a:prstGeom prst="rect">
            <a:avLst/>
          </a:prstGeom>
        </p:spPr>
      </p:pic>
      <p:grpSp>
        <p:nvGrpSpPr>
          <p:cNvPr id="45" name="Group 44">
            <a:extLst>
              <a:ext uri="{FF2B5EF4-FFF2-40B4-BE49-F238E27FC236}">
                <a16:creationId xmlns:a16="http://schemas.microsoft.com/office/drawing/2014/main" id="{14EA52C9-5672-ED73-72B9-164F8942A59D}"/>
              </a:ext>
            </a:extLst>
          </p:cNvPr>
          <p:cNvGrpSpPr/>
          <p:nvPr/>
        </p:nvGrpSpPr>
        <p:grpSpPr>
          <a:xfrm>
            <a:off x="1054295" y="3236999"/>
            <a:ext cx="624956" cy="624956"/>
            <a:chOff x="7827099" y="2497002"/>
            <a:chExt cx="1621700" cy="1621700"/>
          </a:xfrm>
        </p:grpSpPr>
        <p:sp>
          <p:nvSpPr>
            <p:cNvPr id="46" name="Oval 45">
              <a:extLst>
                <a:ext uri="{FF2B5EF4-FFF2-40B4-BE49-F238E27FC236}">
                  <a16:creationId xmlns:a16="http://schemas.microsoft.com/office/drawing/2014/main" id="{DF48AC3B-A31A-0CE0-3499-C61BFA7A60D7}"/>
                </a:ext>
              </a:extLst>
            </p:cNvPr>
            <p:cNvSpPr/>
            <p:nvPr/>
          </p:nvSpPr>
          <p:spPr bwMode="auto">
            <a:xfrm flipH="1">
              <a:off x="7827099" y="2497002"/>
              <a:ext cx="1621700" cy="1621700"/>
            </a:xfrm>
            <a:prstGeom prst="ellipse">
              <a:avLst/>
            </a:prstGeom>
            <a:gradFill flip="none" rotWithShape="0">
              <a:gsLst>
                <a:gs pos="0">
                  <a:schemeClr val="accent5">
                    <a:lumMod val="75000"/>
                  </a:schemeClr>
                </a:gs>
                <a:gs pos="100000">
                  <a:srgbClr val="0078D4"/>
                </a:gs>
              </a:gsLst>
              <a:lin ang="1380000" scaled="0"/>
              <a:tileRect/>
            </a:gradFill>
            <a:ln>
              <a:noFill/>
              <a:headEnd type="none" w="med" len="med"/>
              <a:tailEnd type="none" w="med" len="med"/>
            </a:ln>
            <a:effectLst>
              <a:outerShdw blurRad="50800" dist="38100" dir="540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47" name="Oval 46">
              <a:extLst>
                <a:ext uri="{FF2B5EF4-FFF2-40B4-BE49-F238E27FC236}">
                  <a16:creationId xmlns:a16="http://schemas.microsoft.com/office/drawing/2014/main" id="{45DD6553-315C-E1F3-5DCE-08649FDA38D6}"/>
                </a:ext>
              </a:extLst>
            </p:cNvPr>
            <p:cNvSpPr/>
            <p:nvPr/>
          </p:nvSpPr>
          <p:spPr bwMode="auto">
            <a:xfrm flipH="1">
              <a:off x="7903107" y="2573009"/>
              <a:ext cx="1469684" cy="1469684"/>
            </a:xfrm>
            <a:prstGeom prst="ellipse">
              <a:avLst/>
            </a:prstGeom>
            <a:solidFill>
              <a:schemeClr val="tx1"/>
            </a:solidFill>
            <a:ln>
              <a:noFill/>
              <a:headEnd type="none" w="med" len="med"/>
              <a:tailEnd type="none" w="med" len="med"/>
            </a:ln>
            <a:effectLst>
              <a:outerShdw blurRad="88900" algn="ctr" rotWithShape="0">
                <a:prstClr val="black">
                  <a:alpha val="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48" name="Graphic 47">
              <a:extLst>
                <a:ext uri="{FF2B5EF4-FFF2-40B4-BE49-F238E27FC236}">
                  <a16:creationId xmlns:a16="http://schemas.microsoft.com/office/drawing/2014/main" id="{31810C9A-6FA2-EDD6-95EE-9F685C436C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39527" y="2720565"/>
              <a:ext cx="1127360" cy="1127358"/>
            </a:xfrm>
            <a:prstGeom prst="rect">
              <a:avLst/>
            </a:prstGeom>
          </p:spPr>
        </p:pic>
      </p:grpSp>
      <p:sp>
        <p:nvSpPr>
          <p:cNvPr id="49" name="TextBox 48">
            <a:extLst>
              <a:ext uri="{FF2B5EF4-FFF2-40B4-BE49-F238E27FC236}">
                <a16:creationId xmlns:a16="http://schemas.microsoft.com/office/drawing/2014/main" id="{F62BB751-3541-524B-54F3-B50FB1E9DAB9}"/>
              </a:ext>
            </a:extLst>
          </p:cNvPr>
          <p:cNvSpPr txBox="1"/>
          <p:nvPr/>
        </p:nvSpPr>
        <p:spPr>
          <a:xfrm>
            <a:off x="476401" y="3991332"/>
            <a:ext cx="1780744" cy="276999"/>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rPr>
              <a:t>Azure API Center</a:t>
            </a:r>
          </a:p>
        </p:txBody>
      </p:sp>
      <p:sp>
        <p:nvSpPr>
          <p:cNvPr id="92" name="Rectangle: Rounded Corners 13">
            <a:extLst>
              <a:ext uri="{FF2B5EF4-FFF2-40B4-BE49-F238E27FC236}">
                <a16:creationId xmlns:a16="http://schemas.microsoft.com/office/drawing/2014/main" id="{C866E944-94C6-A0C9-31B3-6FBE3668F80F}"/>
              </a:ext>
            </a:extLst>
          </p:cNvPr>
          <p:cNvSpPr>
            <a:spLocks/>
          </p:cNvSpPr>
          <p:nvPr/>
        </p:nvSpPr>
        <p:spPr>
          <a:xfrm>
            <a:off x="5802123" y="2128236"/>
            <a:ext cx="1779911" cy="246221"/>
          </a:xfrm>
          <a:prstGeom prst="rect">
            <a:avLst/>
          </a:prstGeom>
          <a:no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UI" pitchFamily="34" charset="0"/>
              </a:rPr>
              <a:t>Portals</a:t>
            </a:r>
          </a:p>
        </p:txBody>
      </p:sp>
      <p:sp>
        <p:nvSpPr>
          <p:cNvPr id="94" name="Rectangle: Rounded Corners 13">
            <a:extLst>
              <a:ext uri="{FF2B5EF4-FFF2-40B4-BE49-F238E27FC236}">
                <a16:creationId xmlns:a16="http://schemas.microsoft.com/office/drawing/2014/main" id="{1F6DE7E8-3816-755A-EFC7-A3171B8F86FF}"/>
              </a:ext>
            </a:extLst>
          </p:cNvPr>
          <p:cNvSpPr>
            <a:spLocks/>
          </p:cNvSpPr>
          <p:nvPr/>
        </p:nvSpPr>
        <p:spPr>
          <a:xfrm>
            <a:off x="5802123" y="3676847"/>
            <a:ext cx="1779911" cy="246221"/>
          </a:xfrm>
          <a:prstGeom prst="rect">
            <a:avLst/>
          </a:prstGeom>
          <a:no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Segoe UI" pitchFamily="34" charset="0"/>
              </a:rPr>
              <a:t>Developer Tools</a:t>
            </a:r>
          </a:p>
        </p:txBody>
      </p:sp>
      <p:sp>
        <p:nvSpPr>
          <p:cNvPr id="95" name="Rectangle: Rounded Corners 13">
            <a:extLst>
              <a:ext uri="{FF2B5EF4-FFF2-40B4-BE49-F238E27FC236}">
                <a16:creationId xmlns:a16="http://schemas.microsoft.com/office/drawing/2014/main" id="{5E1FA3F8-C14A-27A1-3DDE-F98D1DDA9ED1}"/>
              </a:ext>
            </a:extLst>
          </p:cNvPr>
          <p:cNvSpPr>
            <a:spLocks/>
          </p:cNvSpPr>
          <p:nvPr/>
        </p:nvSpPr>
        <p:spPr>
          <a:xfrm>
            <a:off x="5802123" y="5225458"/>
            <a:ext cx="1779911" cy="246221"/>
          </a:xfrm>
          <a:prstGeom prst="rect">
            <a:avLst/>
          </a:prstGeom>
          <a:no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UI Semibold"/>
                <a:ea typeface="+mn-ea"/>
                <a:cs typeface="Segoe UI" pitchFamily="34" charset="0"/>
              </a:rPr>
              <a:t>Copilots</a:t>
            </a:r>
          </a:p>
        </p:txBody>
      </p:sp>
      <p:cxnSp>
        <p:nvCxnSpPr>
          <p:cNvPr id="127" name="Connector: Elbow 126">
            <a:extLst>
              <a:ext uri="{FF2B5EF4-FFF2-40B4-BE49-F238E27FC236}">
                <a16:creationId xmlns:a16="http://schemas.microsoft.com/office/drawing/2014/main" id="{42B8A306-A3A5-0D66-00AA-FEDA7ECC7498}"/>
              </a:ext>
            </a:extLst>
          </p:cNvPr>
          <p:cNvCxnSpPr>
            <a:cxnSpLocks/>
          </p:cNvCxnSpPr>
          <p:nvPr/>
        </p:nvCxnSpPr>
        <p:spPr>
          <a:xfrm flipV="1">
            <a:off x="3666578" y="2251346"/>
            <a:ext cx="985632" cy="695523"/>
          </a:xfrm>
          <a:prstGeom prst="bentConnector3">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ADE8B52-BDDF-87FA-D825-A000DEB2ED95}"/>
              </a:ext>
            </a:extLst>
          </p:cNvPr>
          <p:cNvCxnSpPr/>
          <p:nvPr/>
        </p:nvCxnSpPr>
        <p:spPr>
          <a:xfrm>
            <a:off x="3829050" y="3825875"/>
            <a:ext cx="825500" cy="0"/>
          </a:xfrm>
          <a:prstGeom prst="line">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2107007E-6176-4AC5-FE3D-2B41BF5A6C5E}"/>
              </a:ext>
            </a:extLst>
          </p:cNvPr>
          <p:cNvCxnSpPr>
            <a:cxnSpLocks/>
          </p:cNvCxnSpPr>
          <p:nvPr/>
        </p:nvCxnSpPr>
        <p:spPr>
          <a:xfrm rot="10800000">
            <a:off x="3633242" y="4720900"/>
            <a:ext cx="1018969" cy="627669"/>
          </a:xfrm>
          <a:prstGeom prst="bentConnector3">
            <a:avLst/>
          </a:prstGeom>
          <a:ln w="381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2911D715-DE23-FF72-DFE1-B7067DFB7C60}"/>
              </a:ext>
            </a:extLst>
          </p:cNvPr>
          <p:cNvGrpSpPr>
            <a:grpSpLocks/>
          </p:cNvGrpSpPr>
          <p:nvPr/>
        </p:nvGrpSpPr>
        <p:grpSpPr>
          <a:xfrm>
            <a:off x="4652210" y="1734845"/>
            <a:ext cx="1033012" cy="1033002"/>
            <a:chOff x="1816229" y="2349032"/>
            <a:chExt cx="1105938" cy="1105928"/>
          </a:xfrm>
        </p:grpSpPr>
        <p:grpSp>
          <p:nvGrpSpPr>
            <p:cNvPr id="63" name="Group 62">
              <a:extLst>
                <a:ext uri="{FF2B5EF4-FFF2-40B4-BE49-F238E27FC236}">
                  <a16:creationId xmlns:a16="http://schemas.microsoft.com/office/drawing/2014/main" id="{C581314A-535D-C8BB-0A2D-E9EEB3E29B10}"/>
                </a:ext>
              </a:extLst>
            </p:cNvPr>
            <p:cNvGrpSpPr/>
            <p:nvPr/>
          </p:nvGrpSpPr>
          <p:grpSpPr>
            <a:xfrm>
              <a:off x="1816229" y="2349032"/>
              <a:ext cx="1105938" cy="1105928"/>
              <a:chOff x="7709989" y="1883478"/>
              <a:chExt cx="665418" cy="665412"/>
            </a:xfrm>
          </p:grpSpPr>
          <p:sp>
            <p:nvSpPr>
              <p:cNvPr id="80" name="Oval 34_1">
                <a:extLst>
                  <a:ext uri="{FF2B5EF4-FFF2-40B4-BE49-F238E27FC236}">
                    <a16:creationId xmlns:a16="http://schemas.microsoft.com/office/drawing/2014/main" id="{993EF429-C8FF-D4C0-1460-FC603EC2279F}"/>
                  </a:ext>
                </a:extLst>
              </p:cNvPr>
              <p:cNvSpPr/>
              <p:nvPr/>
            </p:nvSpPr>
            <p:spPr bwMode="auto">
              <a:xfrm>
                <a:off x="7709989" y="1883478"/>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81" name="Oval 80">
                <a:extLst>
                  <a:ext uri="{FF2B5EF4-FFF2-40B4-BE49-F238E27FC236}">
                    <a16:creationId xmlns:a16="http://schemas.microsoft.com/office/drawing/2014/main" id="{C87BFA71-B076-B7F2-598D-7A34690B66FA}"/>
                  </a:ext>
                </a:extLst>
              </p:cNvPr>
              <p:cNvSpPr/>
              <p:nvPr/>
            </p:nvSpPr>
            <p:spPr bwMode="auto">
              <a:xfrm>
                <a:off x="7795471" y="1968959"/>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12" name="Group 11">
              <a:extLst>
                <a:ext uri="{FF2B5EF4-FFF2-40B4-BE49-F238E27FC236}">
                  <a16:creationId xmlns:a16="http://schemas.microsoft.com/office/drawing/2014/main" id="{3E7321F0-25FB-C198-9D5A-9C946425F7BF}"/>
                </a:ext>
              </a:extLst>
            </p:cNvPr>
            <p:cNvGrpSpPr/>
            <p:nvPr/>
          </p:nvGrpSpPr>
          <p:grpSpPr>
            <a:xfrm>
              <a:off x="2119022" y="2672669"/>
              <a:ext cx="500354" cy="458656"/>
              <a:chOff x="-1172706" y="-1430046"/>
              <a:chExt cx="4876800" cy="4470400"/>
            </a:xfrm>
          </p:grpSpPr>
          <p:sp>
            <p:nvSpPr>
              <p:cNvPr id="6" name="Freeform: Shape 5">
                <a:extLst>
                  <a:ext uri="{FF2B5EF4-FFF2-40B4-BE49-F238E27FC236}">
                    <a16:creationId xmlns:a16="http://schemas.microsoft.com/office/drawing/2014/main" id="{4116F4A0-199A-7792-7630-61D560C4C700}"/>
                  </a:ext>
                </a:extLst>
              </p:cNvPr>
              <p:cNvSpPr/>
              <p:nvPr/>
            </p:nvSpPr>
            <p:spPr>
              <a:xfrm>
                <a:off x="-359906" y="601954"/>
                <a:ext cx="3251200" cy="1625600"/>
              </a:xfrm>
              <a:custGeom>
                <a:avLst/>
                <a:gdLst>
                  <a:gd name="connsiteX0" fmla="*/ 0 w 3251200"/>
                  <a:gd name="connsiteY0" fmla="*/ 203200 h 1625600"/>
                  <a:gd name="connsiteX1" fmla="*/ 203200 w 3251200"/>
                  <a:gd name="connsiteY1" fmla="*/ 0 h 1625600"/>
                  <a:gd name="connsiteX2" fmla="*/ 3048000 w 3251200"/>
                  <a:gd name="connsiteY2" fmla="*/ 0 h 1625600"/>
                  <a:gd name="connsiteX3" fmla="*/ 3251200 w 3251200"/>
                  <a:gd name="connsiteY3" fmla="*/ 203200 h 1625600"/>
                  <a:gd name="connsiteX4" fmla="*/ 3251200 w 3251200"/>
                  <a:gd name="connsiteY4" fmla="*/ 1422400 h 1625600"/>
                  <a:gd name="connsiteX5" fmla="*/ 3048000 w 3251200"/>
                  <a:gd name="connsiteY5" fmla="*/ 1625600 h 1625600"/>
                  <a:gd name="connsiteX6" fmla="*/ 203200 w 3251200"/>
                  <a:gd name="connsiteY6" fmla="*/ 1625600 h 1625600"/>
                  <a:gd name="connsiteX7" fmla="*/ 0 w 3251200"/>
                  <a:gd name="connsiteY7" fmla="*/ 14224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51200" h="1625600">
                    <a:moveTo>
                      <a:pt x="0" y="203200"/>
                    </a:moveTo>
                    <a:cubicBezTo>
                      <a:pt x="0" y="90973"/>
                      <a:pt x="90977" y="0"/>
                      <a:pt x="203200" y="0"/>
                    </a:cubicBezTo>
                    <a:lnTo>
                      <a:pt x="3048000" y="0"/>
                    </a:lnTo>
                    <a:cubicBezTo>
                      <a:pt x="3160227" y="0"/>
                      <a:pt x="3251200" y="90973"/>
                      <a:pt x="3251200" y="203200"/>
                    </a:cubicBezTo>
                    <a:lnTo>
                      <a:pt x="3251200" y="1422400"/>
                    </a:lnTo>
                    <a:cubicBezTo>
                      <a:pt x="3251200" y="1534627"/>
                      <a:pt x="3160227" y="1625600"/>
                      <a:pt x="3048000" y="1625600"/>
                    </a:cubicBezTo>
                    <a:lnTo>
                      <a:pt x="203200" y="1625600"/>
                    </a:lnTo>
                    <a:cubicBezTo>
                      <a:pt x="90977" y="1625600"/>
                      <a:pt x="0" y="1534627"/>
                      <a:pt x="0" y="1422400"/>
                    </a:cubicBezTo>
                    <a:close/>
                  </a:path>
                </a:pathLst>
              </a:custGeom>
              <a:solidFill>
                <a:srgbClr val="B85CBC"/>
              </a:solidFill>
              <a:ln w="2032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7" name="Freeform: Shape 6">
                <a:extLst>
                  <a:ext uri="{FF2B5EF4-FFF2-40B4-BE49-F238E27FC236}">
                    <a16:creationId xmlns:a16="http://schemas.microsoft.com/office/drawing/2014/main" id="{19B25305-C8A4-35BF-A5DD-0C2130690C81}"/>
                  </a:ext>
                </a:extLst>
              </p:cNvPr>
              <p:cNvSpPr/>
              <p:nvPr/>
            </p:nvSpPr>
            <p:spPr>
              <a:xfrm>
                <a:off x="-1172706" y="-1430046"/>
                <a:ext cx="4876800" cy="4470400"/>
              </a:xfrm>
              <a:custGeom>
                <a:avLst/>
                <a:gdLst>
                  <a:gd name="connsiteX0" fmla="*/ 609600 w 4876800"/>
                  <a:gd name="connsiteY0" fmla="*/ 0 h 4470400"/>
                  <a:gd name="connsiteX1" fmla="*/ 0 w 4876800"/>
                  <a:gd name="connsiteY1" fmla="*/ 609600 h 4470400"/>
                  <a:gd name="connsiteX2" fmla="*/ 0 w 4876800"/>
                  <a:gd name="connsiteY2" fmla="*/ 3860800 h 4470400"/>
                  <a:gd name="connsiteX3" fmla="*/ 609600 w 4876800"/>
                  <a:gd name="connsiteY3" fmla="*/ 4470400 h 4470400"/>
                  <a:gd name="connsiteX4" fmla="*/ 4267200 w 4876800"/>
                  <a:gd name="connsiteY4" fmla="*/ 4470400 h 4470400"/>
                  <a:gd name="connsiteX5" fmla="*/ 4876800 w 4876800"/>
                  <a:gd name="connsiteY5" fmla="*/ 3860800 h 4470400"/>
                  <a:gd name="connsiteX6" fmla="*/ 4876800 w 4876800"/>
                  <a:gd name="connsiteY6" fmla="*/ 609600 h 4470400"/>
                  <a:gd name="connsiteX7" fmla="*/ 4267200 w 4876800"/>
                  <a:gd name="connsiteY7" fmla="*/ 0 h 4470400"/>
                  <a:gd name="connsiteX8" fmla="*/ 406400 w 4876800"/>
                  <a:gd name="connsiteY8" fmla="*/ 1625600 h 4470400"/>
                  <a:gd name="connsiteX9" fmla="*/ 406400 w 4876800"/>
                  <a:gd name="connsiteY9" fmla="*/ 3860800 h 4470400"/>
                  <a:gd name="connsiteX10" fmla="*/ 609600 w 4876800"/>
                  <a:gd name="connsiteY10" fmla="*/ 4064000 h 4470400"/>
                  <a:gd name="connsiteX11" fmla="*/ 4267200 w 4876800"/>
                  <a:gd name="connsiteY11" fmla="*/ 4064000 h 4470400"/>
                  <a:gd name="connsiteX12" fmla="*/ 4470400 w 4876800"/>
                  <a:gd name="connsiteY12" fmla="*/ 3860800 h 4470400"/>
                  <a:gd name="connsiteX13" fmla="*/ 4470400 w 4876800"/>
                  <a:gd name="connsiteY13" fmla="*/ 1625600 h 4470400"/>
                  <a:gd name="connsiteX14" fmla="*/ 1219200 w 4876800"/>
                  <a:gd name="connsiteY14" fmla="*/ 812800 h 4470400"/>
                  <a:gd name="connsiteX15" fmla="*/ 1016000 w 4876800"/>
                  <a:gd name="connsiteY15" fmla="*/ 1016000 h 4470400"/>
                  <a:gd name="connsiteX16" fmla="*/ 812800 w 4876800"/>
                  <a:gd name="connsiteY16" fmla="*/ 812800 h 4470400"/>
                  <a:gd name="connsiteX17" fmla="*/ 1016000 w 4876800"/>
                  <a:gd name="connsiteY17" fmla="*/ 609600 h 4470400"/>
                  <a:gd name="connsiteX18" fmla="*/ 1219200 w 4876800"/>
                  <a:gd name="connsiteY18" fmla="*/ 812800 h 4470400"/>
                  <a:gd name="connsiteX19" fmla="*/ 1625600 w 4876800"/>
                  <a:gd name="connsiteY19" fmla="*/ 1016000 h 4470400"/>
                  <a:gd name="connsiteX20" fmla="*/ 1828800 w 4876800"/>
                  <a:gd name="connsiteY20" fmla="*/ 812800 h 4470400"/>
                  <a:gd name="connsiteX21" fmla="*/ 1625600 w 4876800"/>
                  <a:gd name="connsiteY21" fmla="*/ 609600 h 4470400"/>
                  <a:gd name="connsiteX22" fmla="*/ 1422400 w 4876800"/>
                  <a:gd name="connsiteY22" fmla="*/ 812800 h 4470400"/>
                  <a:gd name="connsiteX23" fmla="*/ 1625600 w 4876800"/>
                  <a:gd name="connsiteY23" fmla="*/ 1016000 h 4470400"/>
                  <a:gd name="connsiteX24" fmla="*/ 2438400 w 4876800"/>
                  <a:gd name="connsiteY24" fmla="*/ 812800 h 4470400"/>
                  <a:gd name="connsiteX25" fmla="*/ 2235200 w 4876800"/>
                  <a:gd name="connsiteY25" fmla="*/ 1016000 h 4470400"/>
                  <a:gd name="connsiteX26" fmla="*/ 2032000 w 4876800"/>
                  <a:gd name="connsiteY26" fmla="*/ 812800 h 4470400"/>
                  <a:gd name="connsiteX27" fmla="*/ 2235200 w 4876800"/>
                  <a:gd name="connsiteY27" fmla="*/ 609600 h 4470400"/>
                  <a:gd name="connsiteX28" fmla="*/ 2438400 w 4876800"/>
                  <a:gd name="connsiteY28" fmla="*/ 812800 h 44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76800" h="4470400">
                    <a:moveTo>
                      <a:pt x="609600" y="0"/>
                    </a:moveTo>
                    <a:cubicBezTo>
                      <a:pt x="272928" y="0"/>
                      <a:pt x="0" y="272928"/>
                      <a:pt x="0" y="609600"/>
                    </a:cubicBezTo>
                    <a:lnTo>
                      <a:pt x="0" y="3860800"/>
                    </a:lnTo>
                    <a:cubicBezTo>
                      <a:pt x="0" y="4197482"/>
                      <a:pt x="272926" y="4470400"/>
                      <a:pt x="609600" y="4470400"/>
                    </a:cubicBezTo>
                    <a:lnTo>
                      <a:pt x="4267200" y="4470400"/>
                    </a:lnTo>
                    <a:cubicBezTo>
                      <a:pt x="4603882" y="4470400"/>
                      <a:pt x="4876800" y="4197482"/>
                      <a:pt x="4876800" y="3860800"/>
                    </a:cubicBezTo>
                    <a:lnTo>
                      <a:pt x="4876800" y="609600"/>
                    </a:lnTo>
                    <a:cubicBezTo>
                      <a:pt x="4876800" y="272928"/>
                      <a:pt x="4603882" y="0"/>
                      <a:pt x="4267200" y="0"/>
                    </a:cubicBezTo>
                    <a:close/>
                    <a:moveTo>
                      <a:pt x="406400" y="1625600"/>
                    </a:moveTo>
                    <a:lnTo>
                      <a:pt x="406400" y="3860800"/>
                    </a:lnTo>
                    <a:cubicBezTo>
                      <a:pt x="406400" y="3973027"/>
                      <a:pt x="497377" y="4064000"/>
                      <a:pt x="609600" y="4064000"/>
                    </a:cubicBezTo>
                    <a:lnTo>
                      <a:pt x="4267200" y="4064000"/>
                    </a:lnTo>
                    <a:cubicBezTo>
                      <a:pt x="4379428" y="4064000"/>
                      <a:pt x="4470400" y="3973027"/>
                      <a:pt x="4470400" y="3860800"/>
                    </a:cubicBezTo>
                    <a:lnTo>
                      <a:pt x="4470400" y="1625600"/>
                    </a:lnTo>
                    <a:close/>
                    <a:moveTo>
                      <a:pt x="1219200" y="812800"/>
                    </a:moveTo>
                    <a:cubicBezTo>
                      <a:pt x="1219200" y="925023"/>
                      <a:pt x="1128223" y="1016000"/>
                      <a:pt x="1016000" y="1016000"/>
                    </a:cubicBezTo>
                    <a:cubicBezTo>
                      <a:pt x="903777" y="1016000"/>
                      <a:pt x="812800" y="925023"/>
                      <a:pt x="812800" y="812800"/>
                    </a:cubicBezTo>
                    <a:cubicBezTo>
                      <a:pt x="812800" y="700577"/>
                      <a:pt x="903777" y="609600"/>
                      <a:pt x="1016000" y="609600"/>
                    </a:cubicBezTo>
                    <a:cubicBezTo>
                      <a:pt x="1128223" y="609600"/>
                      <a:pt x="1219200" y="700577"/>
                      <a:pt x="1219200" y="812800"/>
                    </a:cubicBezTo>
                    <a:close/>
                    <a:moveTo>
                      <a:pt x="1625600" y="1016000"/>
                    </a:moveTo>
                    <a:cubicBezTo>
                      <a:pt x="1737823" y="1016000"/>
                      <a:pt x="1828800" y="925023"/>
                      <a:pt x="1828800" y="812800"/>
                    </a:cubicBezTo>
                    <a:cubicBezTo>
                      <a:pt x="1828800" y="700577"/>
                      <a:pt x="1737823" y="609600"/>
                      <a:pt x="1625600" y="609600"/>
                    </a:cubicBezTo>
                    <a:cubicBezTo>
                      <a:pt x="1513377" y="609600"/>
                      <a:pt x="1422400" y="700577"/>
                      <a:pt x="1422400" y="812800"/>
                    </a:cubicBezTo>
                    <a:cubicBezTo>
                      <a:pt x="1422400" y="925023"/>
                      <a:pt x="1513377" y="1016000"/>
                      <a:pt x="1625600" y="1016000"/>
                    </a:cubicBezTo>
                    <a:close/>
                    <a:moveTo>
                      <a:pt x="2438400" y="812800"/>
                    </a:moveTo>
                    <a:cubicBezTo>
                      <a:pt x="2438400" y="925023"/>
                      <a:pt x="2347428" y="1016000"/>
                      <a:pt x="2235200" y="1016000"/>
                    </a:cubicBezTo>
                    <a:cubicBezTo>
                      <a:pt x="2122973" y="1016000"/>
                      <a:pt x="2032000" y="925023"/>
                      <a:pt x="2032000" y="812800"/>
                    </a:cubicBezTo>
                    <a:cubicBezTo>
                      <a:pt x="2032000" y="700577"/>
                      <a:pt x="2122973" y="609600"/>
                      <a:pt x="2235200" y="609600"/>
                    </a:cubicBezTo>
                    <a:cubicBezTo>
                      <a:pt x="2347428" y="609600"/>
                      <a:pt x="2438400" y="700577"/>
                      <a:pt x="2438400" y="812800"/>
                    </a:cubicBezTo>
                    <a:close/>
                  </a:path>
                </a:pathLst>
              </a:custGeom>
              <a:solidFill>
                <a:srgbClr val="0078D4"/>
              </a:solidFill>
              <a:ln w="2032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25" name="Group 24">
            <a:extLst>
              <a:ext uri="{FF2B5EF4-FFF2-40B4-BE49-F238E27FC236}">
                <a16:creationId xmlns:a16="http://schemas.microsoft.com/office/drawing/2014/main" id="{F914DFBF-3649-AD00-B6CC-BAFB721A0066}"/>
              </a:ext>
            </a:extLst>
          </p:cNvPr>
          <p:cNvGrpSpPr>
            <a:grpSpLocks/>
          </p:cNvGrpSpPr>
          <p:nvPr/>
        </p:nvGrpSpPr>
        <p:grpSpPr>
          <a:xfrm>
            <a:off x="4652210" y="3283456"/>
            <a:ext cx="1033012" cy="1033002"/>
            <a:chOff x="5543030" y="2349032"/>
            <a:chExt cx="1105938" cy="1105928"/>
          </a:xfrm>
        </p:grpSpPr>
        <p:grpSp>
          <p:nvGrpSpPr>
            <p:cNvPr id="83" name="Group 82">
              <a:extLst>
                <a:ext uri="{FF2B5EF4-FFF2-40B4-BE49-F238E27FC236}">
                  <a16:creationId xmlns:a16="http://schemas.microsoft.com/office/drawing/2014/main" id="{F5BBCF61-FADF-FA23-3CA2-119924FA3618}"/>
                </a:ext>
              </a:extLst>
            </p:cNvPr>
            <p:cNvGrpSpPr/>
            <p:nvPr/>
          </p:nvGrpSpPr>
          <p:grpSpPr>
            <a:xfrm>
              <a:off x="5543030" y="2349032"/>
              <a:ext cx="1105938" cy="1105928"/>
              <a:chOff x="7709989" y="1883478"/>
              <a:chExt cx="665418" cy="665412"/>
            </a:xfrm>
          </p:grpSpPr>
          <p:sp>
            <p:nvSpPr>
              <p:cNvPr id="90" name="Oval 34_1">
                <a:extLst>
                  <a:ext uri="{FF2B5EF4-FFF2-40B4-BE49-F238E27FC236}">
                    <a16:creationId xmlns:a16="http://schemas.microsoft.com/office/drawing/2014/main" id="{4C7BFE6B-92F0-52FE-702D-35187018219E}"/>
                  </a:ext>
                </a:extLst>
              </p:cNvPr>
              <p:cNvSpPr/>
              <p:nvPr/>
            </p:nvSpPr>
            <p:spPr bwMode="auto">
              <a:xfrm>
                <a:off x="7709989" y="1883478"/>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91" name="Oval 90">
                <a:extLst>
                  <a:ext uri="{FF2B5EF4-FFF2-40B4-BE49-F238E27FC236}">
                    <a16:creationId xmlns:a16="http://schemas.microsoft.com/office/drawing/2014/main" id="{E3D1BCBB-D7EC-4E79-CF50-C4AF9F7AA451}"/>
                  </a:ext>
                </a:extLst>
              </p:cNvPr>
              <p:cNvSpPr/>
              <p:nvPr/>
            </p:nvSpPr>
            <p:spPr bwMode="auto">
              <a:xfrm>
                <a:off x="7795471" y="1968959"/>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24" name="Group 23">
              <a:extLst>
                <a:ext uri="{FF2B5EF4-FFF2-40B4-BE49-F238E27FC236}">
                  <a16:creationId xmlns:a16="http://schemas.microsoft.com/office/drawing/2014/main" id="{6E4F4D23-AD63-E8BA-3EC6-856078013EA7}"/>
                </a:ext>
              </a:extLst>
            </p:cNvPr>
            <p:cNvGrpSpPr/>
            <p:nvPr/>
          </p:nvGrpSpPr>
          <p:grpSpPr>
            <a:xfrm>
              <a:off x="5813422" y="2618311"/>
              <a:ext cx="565154" cy="567370"/>
              <a:chOff x="-5285722" y="-893417"/>
              <a:chExt cx="4857750" cy="4876799"/>
            </a:xfrm>
          </p:grpSpPr>
          <p:sp>
            <p:nvSpPr>
              <p:cNvPr id="18" name="Freeform: Shape 17">
                <a:extLst>
                  <a:ext uri="{FF2B5EF4-FFF2-40B4-BE49-F238E27FC236}">
                    <a16:creationId xmlns:a16="http://schemas.microsoft.com/office/drawing/2014/main" id="{F20217B4-6804-3F41-475C-F7A3A589BD12}"/>
                  </a:ext>
                </a:extLst>
              </p:cNvPr>
              <p:cNvSpPr/>
              <p:nvPr/>
            </p:nvSpPr>
            <p:spPr>
              <a:xfrm>
                <a:off x="-5285722" y="2523876"/>
                <a:ext cx="4857750" cy="1459506"/>
              </a:xfrm>
              <a:custGeom>
                <a:avLst/>
                <a:gdLst>
                  <a:gd name="connsiteX0" fmla="*/ 4778769 w 4857750"/>
                  <a:gd name="connsiteY0" fmla="*/ 45844 h 1459506"/>
                  <a:gd name="connsiteX1" fmla="*/ 4687072 w 4857750"/>
                  <a:gd name="connsiteY1" fmla="*/ 0 h 1459506"/>
                  <a:gd name="connsiteX2" fmla="*/ 2620556 w 4857750"/>
                  <a:gd name="connsiteY2" fmla="*/ 1033253 h 1459506"/>
                  <a:gd name="connsiteX3" fmla="*/ 2237194 w 4857750"/>
                  <a:gd name="connsiteY3" fmla="*/ 1033253 h 1459506"/>
                  <a:gd name="connsiteX4" fmla="*/ 170678 w 4857750"/>
                  <a:gd name="connsiteY4" fmla="*/ 0 h 1459506"/>
                  <a:gd name="connsiteX5" fmla="*/ 78981 w 4857750"/>
                  <a:gd name="connsiteY5" fmla="*/ 45844 h 1459506"/>
                  <a:gd name="connsiteX6" fmla="*/ 0 w 4857750"/>
                  <a:gd name="connsiteY6" fmla="*/ 173631 h 1459506"/>
                  <a:gd name="connsiteX7" fmla="*/ 78981 w 4857750"/>
                  <a:gd name="connsiteY7" fmla="*/ 301419 h 1459506"/>
                  <a:gd name="connsiteX8" fmla="*/ 2364981 w 4857750"/>
                  <a:gd name="connsiteY8" fmla="*/ 1444419 h 1459506"/>
                  <a:gd name="connsiteX9" fmla="*/ 2492769 w 4857750"/>
                  <a:gd name="connsiteY9" fmla="*/ 1444419 h 1459506"/>
                  <a:gd name="connsiteX10" fmla="*/ 4778769 w 4857750"/>
                  <a:gd name="connsiteY10" fmla="*/ 301419 h 1459506"/>
                  <a:gd name="connsiteX11" fmla="*/ 4857750 w 4857750"/>
                  <a:gd name="connsiteY11" fmla="*/ 173631 h 1459506"/>
                  <a:gd name="connsiteX12" fmla="*/ 4778769 w 4857750"/>
                  <a:gd name="connsiteY12" fmla="*/ 45844 h 1459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57750" h="1459506">
                    <a:moveTo>
                      <a:pt x="4778769" y="45844"/>
                    </a:moveTo>
                    <a:lnTo>
                      <a:pt x="4687072" y="0"/>
                    </a:lnTo>
                    <a:lnTo>
                      <a:pt x="2620556" y="1033253"/>
                    </a:lnTo>
                    <a:cubicBezTo>
                      <a:pt x="2501951" y="1093337"/>
                      <a:pt x="2355799" y="1093337"/>
                      <a:pt x="2237194" y="1033253"/>
                    </a:cubicBezTo>
                    <a:lnTo>
                      <a:pt x="170678" y="0"/>
                    </a:lnTo>
                    <a:lnTo>
                      <a:pt x="78981" y="45844"/>
                    </a:lnTo>
                    <a:cubicBezTo>
                      <a:pt x="30575" y="70037"/>
                      <a:pt x="0" y="119510"/>
                      <a:pt x="0" y="173631"/>
                    </a:cubicBezTo>
                    <a:cubicBezTo>
                      <a:pt x="0" y="227752"/>
                      <a:pt x="30575" y="277225"/>
                      <a:pt x="78981" y="301419"/>
                    </a:cubicBezTo>
                    <a:lnTo>
                      <a:pt x="2364981" y="1444419"/>
                    </a:lnTo>
                    <a:cubicBezTo>
                      <a:pt x="2405196" y="1464536"/>
                      <a:pt x="2452554" y="1464536"/>
                      <a:pt x="2492769" y="1444419"/>
                    </a:cubicBezTo>
                    <a:lnTo>
                      <a:pt x="4778769" y="301419"/>
                    </a:lnTo>
                    <a:cubicBezTo>
                      <a:pt x="4827175" y="277225"/>
                      <a:pt x="4857750" y="227752"/>
                      <a:pt x="4857750" y="173631"/>
                    </a:cubicBezTo>
                    <a:cubicBezTo>
                      <a:pt x="4857750" y="119510"/>
                      <a:pt x="4827175" y="70037"/>
                      <a:pt x="4778769" y="45844"/>
                    </a:cubicBezTo>
                    <a:close/>
                  </a:path>
                </a:pathLst>
              </a:custGeom>
              <a:solidFill>
                <a:srgbClr val="0078D4"/>
              </a:solidFill>
              <a:ln w="203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9" name="Freeform: Shape 18">
                <a:extLst>
                  <a:ext uri="{FF2B5EF4-FFF2-40B4-BE49-F238E27FC236}">
                    <a16:creationId xmlns:a16="http://schemas.microsoft.com/office/drawing/2014/main" id="{28284D60-504A-C7BE-C157-8C7099A36332}"/>
                  </a:ext>
                </a:extLst>
              </p:cNvPr>
              <p:cNvSpPr/>
              <p:nvPr/>
            </p:nvSpPr>
            <p:spPr>
              <a:xfrm>
                <a:off x="-5285722" y="1857126"/>
                <a:ext cx="4857750" cy="1459506"/>
              </a:xfrm>
              <a:custGeom>
                <a:avLst/>
                <a:gdLst>
                  <a:gd name="connsiteX0" fmla="*/ 4778769 w 4857750"/>
                  <a:gd name="connsiteY0" fmla="*/ 45844 h 1459506"/>
                  <a:gd name="connsiteX1" fmla="*/ 4687072 w 4857750"/>
                  <a:gd name="connsiteY1" fmla="*/ 0 h 1459506"/>
                  <a:gd name="connsiteX2" fmla="*/ 2620556 w 4857750"/>
                  <a:gd name="connsiteY2" fmla="*/ 1033253 h 1459506"/>
                  <a:gd name="connsiteX3" fmla="*/ 2237194 w 4857750"/>
                  <a:gd name="connsiteY3" fmla="*/ 1033253 h 1459506"/>
                  <a:gd name="connsiteX4" fmla="*/ 170678 w 4857750"/>
                  <a:gd name="connsiteY4" fmla="*/ 0 h 1459506"/>
                  <a:gd name="connsiteX5" fmla="*/ 78981 w 4857750"/>
                  <a:gd name="connsiteY5" fmla="*/ 45844 h 1459506"/>
                  <a:gd name="connsiteX6" fmla="*/ 0 w 4857750"/>
                  <a:gd name="connsiteY6" fmla="*/ 173631 h 1459506"/>
                  <a:gd name="connsiteX7" fmla="*/ 78981 w 4857750"/>
                  <a:gd name="connsiteY7" fmla="*/ 301419 h 1459506"/>
                  <a:gd name="connsiteX8" fmla="*/ 2364981 w 4857750"/>
                  <a:gd name="connsiteY8" fmla="*/ 1444419 h 1459506"/>
                  <a:gd name="connsiteX9" fmla="*/ 2492769 w 4857750"/>
                  <a:gd name="connsiteY9" fmla="*/ 1444419 h 1459506"/>
                  <a:gd name="connsiteX10" fmla="*/ 4778769 w 4857750"/>
                  <a:gd name="connsiteY10" fmla="*/ 301419 h 1459506"/>
                  <a:gd name="connsiteX11" fmla="*/ 4857750 w 4857750"/>
                  <a:gd name="connsiteY11" fmla="*/ 173631 h 1459506"/>
                  <a:gd name="connsiteX12" fmla="*/ 4778769 w 4857750"/>
                  <a:gd name="connsiteY12" fmla="*/ 45844 h 1459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57750" h="1459506">
                    <a:moveTo>
                      <a:pt x="4778769" y="45844"/>
                    </a:moveTo>
                    <a:lnTo>
                      <a:pt x="4687072" y="0"/>
                    </a:lnTo>
                    <a:lnTo>
                      <a:pt x="2620556" y="1033253"/>
                    </a:lnTo>
                    <a:cubicBezTo>
                      <a:pt x="2501951" y="1093337"/>
                      <a:pt x="2355799" y="1093337"/>
                      <a:pt x="2237194" y="1033253"/>
                    </a:cubicBezTo>
                    <a:lnTo>
                      <a:pt x="170678" y="0"/>
                    </a:lnTo>
                    <a:lnTo>
                      <a:pt x="78981" y="45844"/>
                    </a:lnTo>
                    <a:cubicBezTo>
                      <a:pt x="30575" y="70037"/>
                      <a:pt x="0" y="119510"/>
                      <a:pt x="0" y="173631"/>
                    </a:cubicBezTo>
                    <a:cubicBezTo>
                      <a:pt x="0" y="227752"/>
                      <a:pt x="30575" y="277225"/>
                      <a:pt x="78981" y="301419"/>
                    </a:cubicBezTo>
                    <a:lnTo>
                      <a:pt x="2364981" y="1444419"/>
                    </a:lnTo>
                    <a:cubicBezTo>
                      <a:pt x="2405196" y="1464536"/>
                      <a:pt x="2452554" y="1464536"/>
                      <a:pt x="2492769" y="1444419"/>
                    </a:cubicBezTo>
                    <a:lnTo>
                      <a:pt x="4778769" y="301419"/>
                    </a:lnTo>
                    <a:cubicBezTo>
                      <a:pt x="4827175" y="277225"/>
                      <a:pt x="4857750" y="227752"/>
                      <a:pt x="4857750" y="173631"/>
                    </a:cubicBezTo>
                    <a:cubicBezTo>
                      <a:pt x="4857750" y="119510"/>
                      <a:pt x="4827175" y="70037"/>
                      <a:pt x="4778769" y="45844"/>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0" name="Freeform: Shape 19">
                <a:extLst>
                  <a:ext uri="{FF2B5EF4-FFF2-40B4-BE49-F238E27FC236}">
                    <a16:creationId xmlns:a16="http://schemas.microsoft.com/office/drawing/2014/main" id="{87E298B2-00C8-CB87-0090-97D2AE83389A}"/>
                  </a:ext>
                </a:extLst>
              </p:cNvPr>
              <p:cNvSpPr/>
              <p:nvPr/>
            </p:nvSpPr>
            <p:spPr>
              <a:xfrm>
                <a:off x="-4132483" y="-893417"/>
                <a:ext cx="2551272" cy="2571750"/>
              </a:xfrm>
              <a:custGeom>
                <a:avLst/>
                <a:gdLst>
                  <a:gd name="connsiteX0" fmla="*/ 19165 w 2551272"/>
                  <a:gd name="connsiteY0" fmla="*/ 1681344 h 2571750"/>
                  <a:gd name="connsiteX1" fmla="*/ 304915 w 2551272"/>
                  <a:gd name="connsiteY1" fmla="*/ 2176282 h 2571750"/>
                  <a:gd name="connsiteX2" fmla="*/ 500092 w 2551272"/>
                  <a:gd name="connsiteY2" fmla="*/ 2228574 h 2571750"/>
                  <a:gd name="connsiteX3" fmla="*/ 617745 w 2551272"/>
                  <a:gd name="connsiteY3" fmla="*/ 2160642 h 2571750"/>
                  <a:gd name="connsiteX4" fmla="*/ 847011 w 2551272"/>
                  <a:gd name="connsiteY4" fmla="*/ 2293992 h 2571750"/>
                  <a:gd name="connsiteX5" fmla="*/ 847011 w 2551272"/>
                  <a:gd name="connsiteY5" fmla="*/ 2428875 h 2571750"/>
                  <a:gd name="connsiteX6" fmla="*/ 989886 w 2551272"/>
                  <a:gd name="connsiteY6" fmla="*/ 2571750 h 2571750"/>
                  <a:gd name="connsiteX7" fmla="*/ 1561386 w 2551272"/>
                  <a:gd name="connsiteY7" fmla="*/ 2571750 h 2571750"/>
                  <a:gd name="connsiteX8" fmla="*/ 1704261 w 2551272"/>
                  <a:gd name="connsiteY8" fmla="*/ 2428875 h 2571750"/>
                  <a:gd name="connsiteX9" fmla="*/ 1704261 w 2551272"/>
                  <a:gd name="connsiteY9" fmla="*/ 2293992 h 2571750"/>
                  <a:gd name="connsiteX10" fmla="*/ 1933528 w 2551272"/>
                  <a:gd name="connsiteY10" fmla="*/ 2160642 h 2571750"/>
                  <a:gd name="connsiteX11" fmla="*/ 2051181 w 2551272"/>
                  <a:gd name="connsiteY11" fmla="*/ 2228574 h 2571750"/>
                  <a:gd name="connsiteX12" fmla="*/ 2246348 w 2551272"/>
                  <a:gd name="connsiteY12" fmla="*/ 2176282 h 2571750"/>
                  <a:gd name="connsiteX13" fmla="*/ 2532098 w 2551272"/>
                  <a:gd name="connsiteY13" fmla="*/ 1681344 h 2571750"/>
                  <a:gd name="connsiteX14" fmla="*/ 2479806 w 2551272"/>
                  <a:gd name="connsiteY14" fmla="*/ 1486176 h 2571750"/>
                  <a:gd name="connsiteX15" fmla="*/ 2362649 w 2551272"/>
                  <a:gd name="connsiteY15" fmla="*/ 1418530 h 2571750"/>
                  <a:gd name="connsiteX16" fmla="*/ 2371011 w 2551272"/>
                  <a:gd name="connsiteY16" fmla="*/ 1285875 h 2571750"/>
                  <a:gd name="connsiteX17" fmla="*/ 2362658 w 2551272"/>
                  <a:gd name="connsiteY17" fmla="*/ 1153220 h 2571750"/>
                  <a:gd name="connsiteX18" fmla="*/ 2479816 w 2551272"/>
                  <a:gd name="connsiteY18" fmla="*/ 1085574 h 2571750"/>
                  <a:gd name="connsiteX19" fmla="*/ 2532108 w 2551272"/>
                  <a:gd name="connsiteY19" fmla="*/ 890407 h 2571750"/>
                  <a:gd name="connsiteX20" fmla="*/ 2246358 w 2551272"/>
                  <a:gd name="connsiteY20" fmla="*/ 395469 h 2571750"/>
                  <a:gd name="connsiteX21" fmla="*/ 2051191 w 2551272"/>
                  <a:gd name="connsiteY21" fmla="*/ 343176 h 2571750"/>
                  <a:gd name="connsiteX22" fmla="*/ 1933528 w 2551272"/>
                  <a:gd name="connsiteY22" fmla="*/ 411099 h 2571750"/>
                  <a:gd name="connsiteX23" fmla="*/ 1704261 w 2551272"/>
                  <a:gd name="connsiteY23" fmla="*/ 277749 h 2571750"/>
                  <a:gd name="connsiteX24" fmla="*/ 1704261 w 2551272"/>
                  <a:gd name="connsiteY24" fmla="*/ 142875 h 2571750"/>
                  <a:gd name="connsiteX25" fmla="*/ 1561386 w 2551272"/>
                  <a:gd name="connsiteY25" fmla="*/ 0 h 2571750"/>
                  <a:gd name="connsiteX26" fmla="*/ 989886 w 2551272"/>
                  <a:gd name="connsiteY26" fmla="*/ 0 h 2571750"/>
                  <a:gd name="connsiteX27" fmla="*/ 847011 w 2551272"/>
                  <a:gd name="connsiteY27" fmla="*/ 142875 h 2571750"/>
                  <a:gd name="connsiteX28" fmla="*/ 847011 w 2551272"/>
                  <a:gd name="connsiteY28" fmla="*/ 277749 h 2571750"/>
                  <a:gd name="connsiteX29" fmla="*/ 617745 w 2551272"/>
                  <a:gd name="connsiteY29" fmla="*/ 411099 h 2571750"/>
                  <a:gd name="connsiteX30" fmla="*/ 500092 w 2551272"/>
                  <a:gd name="connsiteY30" fmla="*/ 343167 h 2571750"/>
                  <a:gd name="connsiteX31" fmla="*/ 304925 w 2551272"/>
                  <a:gd name="connsiteY31" fmla="*/ 395459 h 2571750"/>
                  <a:gd name="connsiteX32" fmla="*/ 19175 w 2551272"/>
                  <a:gd name="connsiteY32" fmla="*/ 890397 h 2571750"/>
                  <a:gd name="connsiteX33" fmla="*/ 71467 w 2551272"/>
                  <a:gd name="connsiteY33" fmla="*/ 1085564 h 2571750"/>
                  <a:gd name="connsiteX34" fmla="*/ 188624 w 2551272"/>
                  <a:gd name="connsiteY34" fmla="*/ 1153211 h 2571750"/>
                  <a:gd name="connsiteX35" fmla="*/ 180261 w 2551272"/>
                  <a:gd name="connsiteY35" fmla="*/ 1285875 h 2571750"/>
                  <a:gd name="connsiteX36" fmla="*/ 188615 w 2551272"/>
                  <a:gd name="connsiteY36" fmla="*/ 1418530 h 2571750"/>
                  <a:gd name="connsiteX37" fmla="*/ 71457 w 2551272"/>
                  <a:gd name="connsiteY37" fmla="*/ 1486176 h 2571750"/>
                  <a:gd name="connsiteX38" fmla="*/ 19165 w 2551272"/>
                  <a:gd name="connsiteY38" fmla="*/ 1681344 h 2571750"/>
                  <a:gd name="connsiteX39" fmla="*/ 1275636 w 2551272"/>
                  <a:gd name="connsiteY39" fmla="*/ 857250 h 2571750"/>
                  <a:gd name="connsiteX40" fmla="*/ 1704261 w 2551272"/>
                  <a:gd name="connsiteY40" fmla="*/ 1285875 h 2571750"/>
                  <a:gd name="connsiteX41" fmla="*/ 1275636 w 2551272"/>
                  <a:gd name="connsiteY41" fmla="*/ 1714500 h 2571750"/>
                  <a:gd name="connsiteX42" fmla="*/ 847011 w 2551272"/>
                  <a:gd name="connsiteY42" fmla="*/ 1285875 h 2571750"/>
                  <a:gd name="connsiteX43" fmla="*/ 1275636 w 2551272"/>
                  <a:gd name="connsiteY43" fmla="*/ 8572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551272" h="2571750">
                    <a:moveTo>
                      <a:pt x="19165" y="1681344"/>
                    </a:moveTo>
                    <a:lnTo>
                      <a:pt x="304915" y="2176282"/>
                    </a:lnTo>
                    <a:cubicBezTo>
                      <a:pt x="344368" y="2244614"/>
                      <a:pt x="431750" y="2268036"/>
                      <a:pt x="500092" y="2228574"/>
                    </a:cubicBezTo>
                    <a:lnTo>
                      <a:pt x="617745" y="2160642"/>
                    </a:lnTo>
                    <a:cubicBezTo>
                      <a:pt x="689087" y="2214734"/>
                      <a:pt x="765715" y="2259311"/>
                      <a:pt x="847011" y="2293992"/>
                    </a:cubicBezTo>
                    <a:lnTo>
                      <a:pt x="847011" y="2428875"/>
                    </a:lnTo>
                    <a:cubicBezTo>
                      <a:pt x="847011" y="2507780"/>
                      <a:pt x="910981" y="2571750"/>
                      <a:pt x="989886" y="2571750"/>
                    </a:cubicBezTo>
                    <a:lnTo>
                      <a:pt x="1561386" y="2571750"/>
                    </a:lnTo>
                    <a:cubicBezTo>
                      <a:pt x="1640291" y="2571750"/>
                      <a:pt x="1704261" y="2507780"/>
                      <a:pt x="1704261" y="2428875"/>
                    </a:cubicBezTo>
                    <a:lnTo>
                      <a:pt x="1704261" y="2293992"/>
                    </a:lnTo>
                    <a:cubicBezTo>
                      <a:pt x="1785557" y="2259311"/>
                      <a:pt x="1862186" y="2214734"/>
                      <a:pt x="1933528" y="2160642"/>
                    </a:cubicBezTo>
                    <a:lnTo>
                      <a:pt x="2051181" y="2228574"/>
                    </a:lnTo>
                    <a:cubicBezTo>
                      <a:pt x="2119513" y="2268027"/>
                      <a:pt x="2206896" y="2244614"/>
                      <a:pt x="2246348" y="2176282"/>
                    </a:cubicBezTo>
                    <a:lnTo>
                      <a:pt x="2532098" y="1681344"/>
                    </a:lnTo>
                    <a:cubicBezTo>
                      <a:pt x="2571551" y="1613011"/>
                      <a:pt x="2548138" y="1525629"/>
                      <a:pt x="2479806" y="1486176"/>
                    </a:cubicBezTo>
                    <a:lnTo>
                      <a:pt x="2362649" y="1418530"/>
                    </a:lnTo>
                    <a:cubicBezTo>
                      <a:pt x="2368211" y="1374038"/>
                      <a:pt x="2371011" y="1329690"/>
                      <a:pt x="2371011" y="1285875"/>
                    </a:cubicBezTo>
                    <a:cubicBezTo>
                      <a:pt x="2371011" y="1242060"/>
                      <a:pt x="2368211" y="1197712"/>
                      <a:pt x="2362658" y="1153220"/>
                    </a:cubicBezTo>
                    <a:lnTo>
                      <a:pt x="2479816" y="1085574"/>
                    </a:lnTo>
                    <a:cubicBezTo>
                      <a:pt x="2548148" y="1046121"/>
                      <a:pt x="2571560" y="958739"/>
                      <a:pt x="2532108" y="890407"/>
                    </a:cubicBezTo>
                    <a:lnTo>
                      <a:pt x="2246358" y="395469"/>
                    </a:lnTo>
                    <a:cubicBezTo>
                      <a:pt x="2206905" y="327136"/>
                      <a:pt x="2119523" y="303714"/>
                      <a:pt x="2051191" y="343176"/>
                    </a:cubicBezTo>
                    <a:lnTo>
                      <a:pt x="1933528" y="411099"/>
                    </a:lnTo>
                    <a:cubicBezTo>
                      <a:pt x="1862205" y="357016"/>
                      <a:pt x="1785557" y="312430"/>
                      <a:pt x="1704261" y="277749"/>
                    </a:cubicBezTo>
                    <a:lnTo>
                      <a:pt x="1704261" y="142875"/>
                    </a:lnTo>
                    <a:cubicBezTo>
                      <a:pt x="1704261" y="63970"/>
                      <a:pt x="1640291" y="0"/>
                      <a:pt x="1561386" y="0"/>
                    </a:cubicBezTo>
                    <a:lnTo>
                      <a:pt x="989886" y="0"/>
                    </a:lnTo>
                    <a:cubicBezTo>
                      <a:pt x="910981" y="0"/>
                      <a:pt x="847011" y="63970"/>
                      <a:pt x="847011" y="142875"/>
                    </a:cubicBezTo>
                    <a:lnTo>
                      <a:pt x="847011" y="277749"/>
                    </a:lnTo>
                    <a:cubicBezTo>
                      <a:pt x="765715" y="312430"/>
                      <a:pt x="689068" y="357016"/>
                      <a:pt x="617745" y="411099"/>
                    </a:cubicBezTo>
                    <a:lnTo>
                      <a:pt x="500092" y="343167"/>
                    </a:lnTo>
                    <a:cubicBezTo>
                      <a:pt x="431760" y="303714"/>
                      <a:pt x="344377" y="327127"/>
                      <a:pt x="304925" y="395459"/>
                    </a:cubicBezTo>
                    <a:lnTo>
                      <a:pt x="19175" y="890397"/>
                    </a:lnTo>
                    <a:cubicBezTo>
                      <a:pt x="-20278" y="958729"/>
                      <a:pt x="3134" y="1046112"/>
                      <a:pt x="71467" y="1085564"/>
                    </a:cubicBezTo>
                    <a:lnTo>
                      <a:pt x="188624" y="1153211"/>
                    </a:lnTo>
                    <a:cubicBezTo>
                      <a:pt x="183062" y="1197712"/>
                      <a:pt x="180261" y="1242060"/>
                      <a:pt x="180261" y="1285875"/>
                    </a:cubicBezTo>
                    <a:cubicBezTo>
                      <a:pt x="180261" y="1329690"/>
                      <a:pt x="183062" y="1374038"/>
                      <a:pt x="188615" y="1418530"/>
                    </a:cubicBezTo>
                    <a:lnTo>
                      <a:pt x="71457" y="1486176"/>
                    </a:lnTo>
                    <a:cubicBezTo>
                      <a:pt x="3125" y="1525629"/>
                      <a:pt x="-20288" y="1613011"/>
                      <a:pt x="19165" y="1681344"/>
                    </a:cubicBezTo>
                    <a:close/>
                    <a:moveTo>
                      <a:pt x="1275636" y="857250"/>
                    </a:moveTo>
                    <a:cubicBezTo>
                      <a:pt x="1511980" y="857250"/>
                      <a:pt x="1704261" y="1049531"/>
                      <a:pt x="1704261" y="1285875"/>
                    </a:cubicBezTo>
                    <a:cubicBezTo>
                      <a:pt x="1704261" y="1522219"/>
                      <a:pt x="1511980" y="1714500"/>
                      <a:pt x="1275636" y="1714500"/>
                    </a:cubicBezTo>
                    <a:cubicBezTo>
                      <a:pt x="1039293" y="1714500"/>
                      <a:pt x="847011" y="1522219"/>
                      <a:pt x="847011" y="1285875"/>
                    </a:cubicBezTo>
                    <a:cubicBezTo>
                      <a:pt x="847011" y="1049531"/>
                      <a:pt x="1039293" y="857250"/>
                      <a:pt x="1275636" y="857250"/>
                    </a:cubicBezTo>
                    <a:close/>
                  </a:path>
                </a:pathLst>
              </a:custGeom>
              <a:solidFill>
                <a:srgbClr val="0078D4"/>
              </a:solidFill>
              <a:ln w="203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 name="Freeform: Shape 21">
                <a:extLst>
                  <a:ext uri="{FF2B5EF4-FFF2-40B4-BE49-F238E27FC236}">
                    <a16:creationId xmlns:a16="http://schemas.microsoft.com/office/drawing/2014/main" id="{C709B8A5-CA0E-3FAD-7724-44D21453CD6E}"/>
                  </a:ext>
                </a:extLst>
              </p:cNvPr>
              <p:cNvSpPr/>
              <p:nvPr/>
            </p:nvSpPr>
            <p:spPr>
              <a:xfrm>
                <a:off x="-5285722" y="833751"/>
                <a:ext cx="4857750" cy="1816131"/>
              </a:xfrm>
              <a:custGeom>
                <a:avLst/>
                <a:gdLst>
                  <a:gd name="connsiteX0" fmla="*/ 78981 w 4857750"/>
                  <a:gd name="connsiteY0" fmla="*/ 658044 h 1816131"/>
                  <a:gd name="connsiteX1" fmla="*/ 2364981 w 4857750"/>
                  <a:gd name="connsiteY1" fmla="*/ 1801044 h 1816131"/>
                  <a:gd name="connsiteX2" fmla="*/ 2492769 w 4857750"/>
                  <a:gd name="connsiteY2" fmla="*/ 1801044 h 1816131"/>
                  <a:gd name="connsiteX3" fmla="*/ 4778769 w 4857750"/>
                  <a:gd name="connsiteY3" fmla="*/ 658044 h 1816131"/>
                  <a:gd name="connsiteX4" fmla="*/ 4857750 w 4857750"/>
                  <a:gd name="connsiteY4" fmla="*/ 530257 h 1816131"/>
                  <a:gd name="connsiteX5" fmla="*/ 4778769 w 4857750"/>
                  <a:gd name="connsiteY5" fmla="*/ 402469 h 1816131"/>
                  <a:gd name="connsiteX6" fmla="*/ 3973830 w 4857750"/>
                  <a:gd name="connsiteY6" fmla="*/ 0 h 1816131"/>
                  <a:gd name="connsiteX7" fmla="*/ 3932825 w 4857750"/>
                  <a:gd name="connsiteY7" fmla="*/ 97031 h 1816131"/>
                  <a:gd name="connsiteX8" fmla="*/ 3647066 w 4857750"/>
                  <a:gd name="connsiteY8" fmla="*/ 591979 h 1816131"/>
                  <a:gd name="connsiteX9" fmla="*/ 3275733 w 4857750"/>
                  <a:gd name="connsiteY9" fmla="*/ 806320 h 1816131"/>
                  <a:gd name="connsiteX10" fmla="*/ 3275724 w 4857750"/>
                  <a:gd name="connsiteY10" fmla="*/ 806320 h 1816131"/>
                  <a:gd name="connsiteX11" fmla="*/ 3135583 w 4857750"/>
                  <a:gd name="connsiteY11" fmla="*/ 782688 h 1816131"/>
                  <a:gd name="connsiteX12" fmla="*/ 2714625 w 4857750"/>
                  <a:gd name="connsiteY12" fmla="*/ 1130332 h 1816131"/>
                  <a:gd name="connsiteX13" fmla="*/ 2143125 w 4857750"/>
                  <a:gd name="connsiteY13" fmla="*/ 1130332 h 1816131"/>
                  <a:gd name="connsiteX14" fmla="*/ 1722177 w 4857750"/>
                  <a:gd name="connsiteY14" fmla="*/ 782688 h 1816131"/>
                  <a:gd name="connsiteX15" fmla="*/ 1582026 w 4857750"/>
                  <a:gd name="connsiteY15" fmla="*/ 806320 h 1816131"/>
                  <a:gd name="connsiteX16" fmla="*/ 1210675 w 4857750"/>
                  <a:gd name="connsiteY16" fmla="*/ 591960 h 1816131"/>
                  <a:gd name="connsiteX17" fmla="*/ 924935 w 4857750"/>
                  <a:gd name="connsiteY17" fmla="*/ 97060 h 1816131"/>
                  <a:gd name="connsiteX18" fmla="*/ 883710 w 4857750"/>
                  <a:gd name="connsiteY18" fmla="*/ 114 h 1816131"/>
                  <a:gd name="connsiteX19" fmla="*/ 78981 w 4857750"/>
                  <a:gd name="connsiteY19" fmla="*/ 402469 h 1816131"/>
                  <a:gd name="connsiteX20" fmla="*/ 0 w 4857750"/>
                  <a:gd name="connsiteY20" fmla="*/ 530257 h 1816131"/>
                  <a:gd name="connsiteX21" fmla="*/ 78981 w 4857750"/>
                  <a:gd name="connsiteY21" fmla="*/ 658044 h 181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57750" h="1816131">
                    <a:moveTo>
                      <a:pt x="78981" y="658044"/>
                    </a:moveTo>
                    <a:lnTo>
                      <a:pt x="2364981" y="1801044"/>
                    </a:lnTo>
                    <a:cubicBezTo>
                      <a:pt x="2405196" y="1821161"/>
                      <a:pt x="2452554" y="1821161"/>
                      <a:pt x="2492769" y="1801044"/>
                    </a:cubicBezTo>
                    <a:lnTo>
                      <a:pt x="4778769" y="658044"/>
                    </a:lnTo>
                    <a:cubicBezTo>
                      <a:pt x="4827175" y="633851"/>
                      <a:pt x="4857750" y="584378"/>
                      <a:pt x="4857750" y="530257"/>
                    </a:cubicBezTo>
                    <a:cubicBezTo>
                      <a:pt x="4857750" y="476136"/>
                      <a:pt x="4827175" y="426663"/>
                      <a:pt x="4778769" y="402469"/>
                    </a:cubicBezTo>
                    <a:lnTo>
                      <a:pt x="3973830" y="0"/>
                    </a:lnTo>
                    <a:cubicBezTo>
                      <a:pt x="3964391" y="33214"/>
                      <a:pt x="3950846" y="65808"/>
                      <a:pt x="3932825" y="97031"/>
                    </a:cubicBezTo>
                    <a:lnTo>
                      <a:pt x="3647066" y="591979"/>
                    </a:lnTo>
                    <a:cubicBezTo>
                      <a:pt x="3570751" y="724176"/>
                      <a:pt x="3428457" y="806320"/>
                      <a:pt x="3275733" y="806320"/>
                    </a:cubicBezTo>
                    <a:cubicBezTo>
                      <a:pt x="3275724" y="806320"/>
                      <a:pt x="3275733" y="806320"/>
                      <a:pt x="3275724" y="806320"/>
                    </a:cubicBezTo>
                    <a:cubicBezTo>
                      <a:pt x="3227928" y="806320"/>
                      <a:pt x="3180531" y="798252"/>
                      <a:pt x="3135583" y="782688"/>
                    </a:cubicBezTo>
                    <a:cubicBezTo>
                      <a:pt x="3097606" y="980446"/>
                      <a:pt x="2923289" y="1130332"/>
                      <a:pt x="2714625" y="1130332"/>
                    </a:cubicBezTo>
                    <a:lnTo>
                      <a:pt x="2143125" y="1130332"/>
                    </a:lnTo>
                    <a:cubicBezTo>
                      <a:pt x="1934461" y="1130332"/>
                      <a:pt x="1760144" y="980446"/>
                      <a:pt x="1722177" y="782688"/>
                    </a:cubicBezTo>
                    <a:cubicBezTo>
                      <a:pt x="1677229" y="798262"/>
                      <a:pt x="1629832" y="806320"/>
                      <a:pt x="1582026" y="806320"/>
                    </a:cubicBezTo>
                    <a:cubicBezTo>
                      <a:pt x="1429293" y="806320"/>
                      <a:pt x="1286999" y="724186"/>
                      <a:pt x="1210675" y="591960"/>
                    </a:cubicBezTo>
                    <a:lnTo>
                      <a:pt x="924935" y="97060"/>
                    </a:lnTo>
                    <a:cubicBezTo>
                      <a:pt x="907066" y="66123"/>
                      <a:pt x="893302" y="33585"/>
                      <a:pt x="883710" y="114"/>
                    </a:cubicBezTo>
                    <a:lnTo>
                      <a:pt x="78981" y="402469"/>
                    </a:lnTo>
                    <a:cubicBezTo>
                      <a:pt x="30575" y="426663"/>
                      <a:pt x="0" y="476136"/>
                      <a:pt x="0" y="530257"/>
                    </a:cubicBezTo>
                    <a:cubicBezTo>
                      <a:pt x="0" y="584378"/>
                      <a:pt x="30575" y="633851"/>
                      <a:pt x="78981" y="658044"/>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40" name="Group 39">
            <a:extLst>
              <a:ext uri="{FF2B5EF4-FFF2-40B4-BE49-F238E27FC236}">
                <a16:creationId xmlns:a16="http://schemas.microsoft.com/office/drawing/2014/main" id="{1BF17443-CA30-4292-0DF0-6257846A24A6}"/>
              </a:ext>
            </a:extLst>
          </p:cNvPr>
          <p:cNvGrpSpPr>
            <a:grpSpLocks/>
          </p:cNvGrpSpPr>
          <p:nvPr/>
        </p:nvGrpSpPr>
        <p:grpSpPr>
          <a:xfrm>
            <a:off x="4652210" y="4832067"/>
            <a:ext cx="1033012" cy="1033002"/>
            <a:chOff x="9269829" y="2349032"/>
            <a:chExt cx="1105938" cy="1105928"/>
          </a:xfrm>
        </p:grpSpPr>
        <p:grpSp>
          <p:nvGrpSpPr>
            <p:cNvPr id="93" name="Group 92">
              <a:extLst>
                <a:ext uri="{FF2B5EF4-FFF2-40B4-BE49-F238E27FC236}">
                  <a16:creationId xmlns:a16="http://schemas.microsoft.com/office/drawing/2014/main" id="{DC2DB28E-E427-35CF-F9BF-0B8FD94C93CB}"/>
                </a:ext>
              </a:extLst>
            </p:cNvPr>
            <p:cNvGrpSpPr/>
            <p:nvPr/>
          </p:nvGrpSpPr>
          <p:grpSpPr>
            <a:xfrm>
              <a:off x="9269829" y="2349032"/>
              <a:ext cx="1105938" cy="1105928"/>
              <a:chOff x="7709989" y="1883478"/>
              <a:chExt cx="665418" cy="665412"/>
            </a:xfrm>
          </p:grpSpPr>
          <p:sp>
            <p:nvSpPr>
              <p:cNvPr id="97" name="Oval 34_1">
                <a:extLst>
                  <a:ext uri="{FF2B5EF4-FFF2-40B4-BE49-F238E27FC236}">
                    <a16:creationId xmlns:a16="http://schemas.microsoft.com/office/drawing/2014/main" id="{A2D70F57-D898-1BE5-B19E-37A4AE8F6356}"/>
                  </a:ext>
                </a:extLst>
              </p:cNvPr>
              <p:cNvSpPr/>
              <p:nvPr/>
            </p:nvSpPr>
            <p:spPr bwMode="auto">
              <a:xfrm>
                <a:off x="7709989" y="1883478"/>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98" name="Oval 97">
                <a:extLst>
                  <a:ext uri="{FF2B5EF4-FFF2-40B4-BE49-F238E27FC236}">
                    <a16:creationId xmlns:a16="http://schemas.microsoft.com/office/drawing/2014/main" id="{9EBCD0FB-FF5A-DE21-A48C-A5EF62E1155E}"/>
                  </a:ext>
                </a:extLst>
              </p:cNvPr>
              <p:cNvSpPr/>
              <p:nvPr/>
            </p:nvSpPr>
            <p:spPr bwMode="auto">
              <a:xfrm>
                <a:off x="7795471" y="1968959"/>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39" name="Group 38">
              <a:extLst>
                <a:ext uri="{FF2B5EF4-FFF2-40B4-BE49-F238E27FC236}">
                  <a16:creationId xmlns:a16="http://schemas.microsoft.com/office/drawing/2014/main" id="{5F81D45E-D178-DA26-AB52-DD7D7F97B445}"/>
                </a:ext>
              </a:extLst>
            </p:cNvPr>
            <p:cNvGrpSpPr/>
            <p:nvPr/>
          </p:nvGrpSpPr>
          <p:grpSpPr>
            <a:xfrm>
              <a:off x="9554172" y="2714625"/>
              <a:ext cx="537252" cy="374742"/>
              <a:chOff x="-3575917" y="-2211746"/>
              <a:chExt cx="4064306" cy="2834923"/>
            </a:xfrm>
          </p:grpSpPr>
          <p:sp>
            <p:nvSpPr>
              <p:cNvPr id="32" name="Freeform: Shape 31">
                <a:extLst>
                  <a:ext uri="{FF2B5EF4-FFF2-40B4-BE49-F238E27FC236}">
                    <a16:creationId xmlns:a16="http://schemas.microsoft.com/office/drawing/2014/main" id="{8C497904-8869-52DB-454D-7072732113CD}"/>
                  </a:ext>
                </a:extLst>
              </p:cNvPr>
              <p:cNvSpPr/>
              <p:nvPr/>
            </p:nvSpPr>
            <p:spPr>
              <a:xfrm>
                <a:off x="-3008709" y="-534658"/>
                <a:ext cx="2929813" cy="378083"/>
              </a:xfrm>
              <a:custGeom>
                <a:avLst/>
                <a:gdLst>
                  <a:gd name="connsiteX0" fmla="*/ 95936 w 2929813"/>
                  <a:gd name="connsiteY0" fmla="*/ 184688 h 378083"/>
                  <a:gd name="connsiteX1" fmla="*/ 0 w 2929813"/>
                  <a:gd name="connsiteY1" fmla="*/ 221873 h 378083"/>
                  <a:gd name="connsiteX2" fmla="*/ 0 w 2929813"/>
                  <a:gd name="connsiteY2" fmla="*/ 378083 h 378083"/>
                  <a:gd name="connsiteX3" fmla="*/ 49378 w 2929813"/>
                  <a:gd name="connsiteY3" fmla="*/ 359871 h 378083"/>
                  <a:gd name="connsiteX4" fmla="*/ 2876626 w 2929813"/>
                  <a:gd name="connsiteY4" fmla="*/ 358881 h 378083"/>
                  <a:gd name="connsiteX5" fmla="*/ 2929814 w 2929813"/>
                  <a:gd name="connsiteY5" fmla="*/ 377474 h 378083"/>
                  <a:gd name="connsiteX6" fmla="*/ 2929814 w 2929813"/>
                  <a:gd name="connsiteY6" fmla="*/ 220349 h 378083"/>
                  <a:gd name="connsiteX7" fmla="*/ 2830830 w 2929813"/>
                  <a:gd name="connsiteY7" fmla="*/ 183621 h 378083"/>
                  <a:gd name="connsiteX8" fmla="*/ 95936 w 2929813"/>
                  <a:gd name="connsiteY8" fmla="*/ 184688 h 378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9813" h="378083">
                    <a:moveTo>
                      <a:pt x="95936" y="184688"/>
                    </a:moveTo>
                    <a:cubicBezTo>
                      <a:pt x="95402" y="184916"/>
                      <a:pt x="56693" y="198480"/>
                      <a:pt x="0" y="221873"/>
                    </a:cubicBezTo>
                    <a:lnTo>
                      <a:pt x="0" y="378083"/>
                    </a:lnTo>
                    <a:cubicBezTo>
                      <a:pt x="27965" y="367263"/>
                      <a:pt x="46177" y="360938"/>
                      <a:pt x="49378" y="359871"/>
                    </a:cubicBezTo>
                    <a:cubicBezTo>
                      <a:pt x="105461" y="341888"/>
                      <a:pt x="1409700" y="-67534"/>
                      <a:pt x="2876626" y="358881"/>
                    </a:cubicBezTo>
                    <a:cubicBezTo>
                      <a:pt x="2879522" y="359719"/>
                      <a:pt x="2899563" y="365663"/>
                      <a:pt x="2929814" y="377474"/>
                    </a:cubicBezTo>
                    <a:lnTo>
                      <a:pt x="2929814" y="220349"/>
                    </a:lnTo>
                    <a:lnTo>
                      <a:pt x="2830830" y="183621"/>
                    </a:lnTo>
                    <a:cubicBezTo>
                      <a:pt x="1413586" y="-228088"/>
                      <a:pt x="109042" y="180573"/>
                      <a:pt x="95936" y="184688"/>
                    </a:cubicBezTo>
                    <a:close/>
                  </a:path>
                </a:pathLst>
              </a:custGeom>
              <a:solidFill>
                <a:srgbClr val="0078D4"/>
              </a:solidFill>
              <a:ln w="203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192AB104-10EB-32F9-7C3C-954F6D57E708}"/>
                  </a:ext>
                </a:extLst>
              </p:cNvPr>
              <p:cNvSpPr/>
              <p:nvPr/>
            </p:nvSpPr>
            <p:spPr>
              <a:xfrm>
                <a:off x="-2999488" y="-219561"/>
                <a:ext cx="2911221" cy="842738"/>
              </a:xfrm>
              <a:custGeom>
                <a:avLst/>
                <a:gdLst>
                  <a:gd name="connsiteX0" fmla="*/ 86487 w 2911221"/>
                  <a:gd name="connsiteY0" fmla="*/ 184220 h 842738"/>
                  <a:gd name="connsiteX1" fmla="*/ 0 w 2911221"/>
                  <a:gd name="connsiteY1" fmla="*/ 217672 h 842738"/>
                  <a:gd name="connsiteX2" fmla="*/ 22250 w 2911221"/>
                  <a:gd name="connsiteY2" fmla="*/ 267430 h 842738"/>
                  <a:gd name="connsiteX3" fmla="*/ 1452524 w 2911221"/>
                  <a:gd name="connsiteY3" fmla="*/ 841750 h 842738"/>
                  <a:gd name="connsiteX4" fmla="*/ 1507998 w 2911221"/>
                  <a:gd name="connsiteY4" fmla="*/ 842664 h 842738"/>
                  <a:gd name="connsiteX5" fmla="*/ 2889199 w 2911221"/>
                  <a:gd name="connsiteY5" fmla="*/ 267430 h 842738"/>
                  <a:gd name="connsiteX6" fmla="*/ 2911221 w 2911221"/>
                  <a:gd name="connsiteY6" fmla="*/ 218282 h 842738"/>
                  <a:gd name="connsiteX7" fmla="*/ 2826563 w 2911221"/>
                  <a:gd name="connsiteY7" fmla="*/ 184906 h 842738"/>
                  <a:gd name="connsiteX8" fmla="*/ 86563 w 2911221"/>
                  <a:gd name="connsiteY8" fmla="*/ 184296 h 8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11221" h="842738">
                    <a:moveTo>
                      <a:pt x="86487" y="184220"/>
                    </a:moveTo>
                    <a:cubicBezTo>
                      <a:pt x="85801" y="184449"/>
                      <a:pt x="51816" y="196336"/>
                      <a:pt x="0" y="217672"/>
                    </a:cubicBezTo>
                    <a:cubicBezTo>
                      <a:pt x="5258" y="235274"/>
                      <a:pt x="12497" y="252114"/>
                      <a:pt x="22250" y="267430"/>
                    </a:cubicBezTo>
                    <a:cubicBezTo>
                      <a:pt x="413461" y="879317"/>
                      <a:pt x="1416787" y="843731"/>
                      <a:pt x="1452524" y="841750"/>
                    </a:cubicBezTo>
                    <a:cubicBezTo>
                      <a:pt x="1457706" y="841978"/>
                      <a:pt x="1477137" y="842664"/>
                      <a:pt x="1507998" y="842664"/>
                    </a:cubicBezTo>
                    <a:cubicBezTo>
                      <a:pt x="1730274" y="842664"/>
                      <a:pt x="2545537" y="804869"/>
                      <a:pt x="2889199" y="267430"/>
                    </a:cubicBezTo>
                    <a:cubicBezTo>
                      <a:pt x="2898801" y="252267"/>
                      <a:pt x="2905963" y="235655"/>
                      <a:pt x="2911221" y="218282"/>
                    </a:cubicBezTo>
                    <a:cubicBezTo>
                      <a:pt x="2862682" y="195802"/>
                      <a:pt x="2827401" y="185135"/>
                      <a:pt x="2826563" y="184906"/>
                    </a:cubicBezTo>
                    <a:cubicBezTo>
                      <a:pt x="1404214" y="-228632"/>
                      <a:pt x="99670" y="180029"/>
                      <a:pt x="86563" y="184296"/>
                    </a:cubicBezTo>
                    <a:close/>
                  </a:path>
                </a:pathLst>
              </a:custGeom>
              <a:solidFill>
                <a:srgbClr val="B85CBC"/>
              </a:solidFill>
              <a:ln w="203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8" name="Freeform: Shape 37">
                <a:extLst>
                  <a:ext uri="{FF2B5EF4-FFF2-40B4-BE49-F238E27FC236}">
                    <a16:creationId xmlns:a16="http://schemas.microsoft.com/office/drawing/2014/main" id="{677D197C-0203-19E5-0999-927B69CBDCBD}"/>
                  </a:ext>
                </a:extLst>
              </p:cNvPr>
              <p:cNvSpPr/>
              <p:nvPr/>
            </p:nvSpPr>
            <p:spPr>
              <a:xfrm>
                <a:off x="-3575917" y="-2211746"/>
                <a:ext cx="4064306" cy="1797843"/>
              </a:xfrm>
              <a:custGeom>
                <a:avLst/>
                <a:gdLst>
                  <a:gd name="connsiteX0" fmla="*/ 3770428 w 4064306"/>
                  <a:gd name="connsiteY0" fmla="*/ 807015 h 1797843"/>
                  <a:gd name="connsiteX1" fmla="*/ 3769285 w 4064306"/>
                  <a:gd name="connsiteY1" fmla="*/ 806101 h 1797843"/>
                  <a:gd name="connsiteX2" fmla="*/ 2064005 w 4064306"/>
                  <a:gd name="connsiteY2" fmla="*/ 2343 h 1797843"/>
                  <a:gd name="connsiteX3" fmla="*/ 2000378 w 4064306"/>
                  <a:gd name="connsiteY3" fmla="*/ 2343 h 1797843"/>
                  <a:gd name="connsiteX4" fmla="*/ 293879 w 4064306"/>
                  <a:gd name="connsiteY4" fmla="*/ 807091 h 1797843"/>
                  <a:gd name="connsiteX5" fmla="*/ 1423 w 4064306"/>
                  <a:gd name="connsiteY5" fmla="*/ 1336986 h 1797843"/>
                  <a:gd name="connsiteX6" fmla="*/ 431115 w 4064306"/>
                  <a:gd name="connsiteY6" fmla="*/ 1797844 h 1797843"/>
                  <a:gd name="connsiteX7" fmla="*/ 616738 w 4064306"/>
                  <a:gd name="connsiteY7" fmla="*/ 1722482 h 1797843"/>
                  <a:gd name="connsiteX8" fmla="*/ 3444063 w 4064306"/>
                  <a:gd name="connsiteY8" fmla="*/ 1721415 h 1797843"/>
                  <a:gd name="connsiteX9" fmla="*/ 3641345 w 4064306"/>
                  <a:gd name="connsiteY9" fmla="*/ 1794491 h 1797843"/>
                  <a:gd name="connsiteX10" fmla="*/ 4062883 w 4064306"/>
                  <a:gd name="connsiteY10" fmla="*/ 1337062 h 1797843"/>
                  <a:gd name="connsiteX11" fmla="*/ 3770428 w 4064306"/>
                  <a:gd name="connsiteY11" fmla="*/ 807168 h 1797843"/>
                  <a:gd name="connsiteX12" fmla="*/ 2809317 w 4064306"/>
                  <a:gd name="connsiteY12" fmla="*/ 899065 h 1797843"/>
                  <a:gd name="connsiteX13" fmla="*/ 2662785 w 4064306"/>
                  <a:gd name="connsiteY13" fmla="*/ 1054741 h 1797843"/>
                  <a:gd name="connsiteX14" fmla="*/ 2031925 w 4064306"/>
                  <a:gd name="connsiteY14" fmla="*/ 1299572 h 1797843"/>
                  <a:gd name="connsiteX15" fmla="*/ 1400989 w 4064306"/>
                  <a:gd name="connsiteY15" fmla="*/ 1054741 h 1797843"/>
                  <a:gd name="connsiteX16" fmla="*/ 1254456 w 4064306"/>
                  <a:gd name="connsiteY16" fmla="*/ 899065 h 1797843"/>
                  <a:gd name="connsiteX17" fmla="*/ 1283183 w 4064306"/>
                  <a:gd name="connsiteY17" fmla="*/ 687153 h 1797843"/>
                  <a:gd name="connsiteX18" fmla="*/ 1315721 w 4064306"/>
                  <a:gd name="connsiteY18" fmla="*/ 637394 h 1797843"/>
                  <a:gd name="connsiteX19" fmla="*/ 2031925 w 4064306"/>
                  <a:gd name="connsiteY19" fmla="*/ 915524 h 1797843"/>
                  <a:gd name="connsiteX20" fmla="*/ 2748052 w 4064306"/>
                  <a:gd name="connsiteY20" fmla="*/ 637394 h 1797843"/>
                  <a:gd name="connsiteX21" fmla="*/ 2780590 w 4064306"/>
                  <a:gd name="connsiteY21" fmla="*/ 687153 h 1797843"/>
                  <a:gd name="connsiteX22" fmla="*/ 2809317 w 4064306"/>
                  <a:gd name="connsiteY22" fmla="*/ 899065 h 179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64306" h="1797843">
                    <a:moveTo>
                      <a:pt x="3770428" y="807015"/>
                    </a:moveTo>
                    <a:lnTo>
                      <a:pt x="3769285" y="806101"/>
                    </a:lnTo>
                    <a:cubicBezTo>
                      <a:pt x="3732785" y="778212"/>
                      <a:pt x="2866010" y="121444"/>
                      <a:pt x="2064005" y="2343"/>
                    </a:cubicBezTo>
                    <a:cubicBezTo>
                      <a:pt x="2042745" y="-781"/>
                      <a:pt x="2021485" y="-781"/>
                      <a:pt x="2000378" y="2343"/>
                    </a:cubicBezTo>
                    <a:cubicBezTo>
                      <a:pt x="1198297" y="121520"/>
                      <a:pt x="331522" y="778212"/>
                      <a:pt x="293879" y="807091"/>
                    </a:cubicBezTo>
                    <a:cubicBezTo>
                      <a:pt x="-12140" y="1050627"/>
                      <a:pt x="-3530" y="1290504"/>
                      <a:pt x="1423" y="1336986"/>
                    </a:cubicBezTo>
                    <a:cubicBezTo>
                      <a:pt x="4547" y="1575340"/>
                      <a:pt x="249378" y="1721720"/>
                      <a:pt x="431115" y="1797844"/>
                    </a:cubicBezTo>
                    <a:cubicBezTo>
                      <a:pt x="531623" y="1752276"/>
                      <a:pt x="610033" y="1724768"/>
                      <a:pt x="616738" y="1722482"/>
                    </a:cubicBezTo>
                    <a:cubicBezTo>
                      <a:pt x="672898" y="1704346"/>
                      <a:pt x="1976756" y="1294771"/>
                      <a:pt x="3444063" y="1721415"/>
                    </a:cubicBezTo>
                    <a:lnTo>
                      <a:pt x="3641345" y="1794491"/>
                    </a:lnTo>
                    <a:cubicBezTo>
                      <a:pt x="3822091" y="1717453"/>
                      <a:pt x="4059759" y="1571759"/>
                      <a:pt x="4062883" y="1337062"/>
                    </a:cubicBezTo>
                    <a:cubicBezTo>
                      <a:pt x="4067836" y="1290580"/>
                      <a:pt x="4076447" y="1050703"/>
                      <a:pt x="3770428" y="807168"/>
                    </a:cubicBezTo>
                    <a:close/>
                    <a:moveTo>
                      <a:pt x="2809317" y="899065"/>
                    </a:moveTo>
                    <a:cubicBezTo>
                      <a:pt x="2786305" y="970693"/>
                      <a:pt x="2732888" y="1027462"/>
                      <a:pt x="2662785" y="1054741"/>
                    </a:cubicBezTo>
                    <a:lnTo>
                      <a:pt x="2031925" y="1299572"/>
                    </a:lnTo>
                    <a:lnTo>
                      <a:pt x="1400989" y="1054741"/>
                    </a:lnTo>
                    <a:cubicBezTo>
                      <a:pt x="1330808" y="1027462"/>
                      <a:pt x="1277469" y="970769"/>
                      <a:pt x="1254456" y="899065"/>
                    </a:cubicBezTo>
                    <a:cubicBezTo>
                      <a:pt x="1231520" y="827437"/>
                      <a:pt x="1241883" y="750170"/>
                      <a:pt x="1283183" y="687153"/>
                    </a:cubicBezTo>
                    <a:lnTo>
                      <a:pt x="1315721" y="637394"/>
                    </a:lnTo>
                    <a:lnTo>
                      <a:pt x="2031925" y="915524"/>
                    </a:lnTo>
                    <a:lnTo>
                      <a:pt x="2748052" y="637394"/>
                    </a:lnTo>
                    <a:lnTo>
                      <a:pt x="2780590" y="687153"/>
                    </a:lnTo>
                    <a:cubicBezTo>
                      <a:pt x="2821814" y="750170"/>
                      <a:pt x="2832253" y="827361"/>
                      <a:pt x="2809317" y="899065"/>
                    </a:cubicBezTo>
                    <a:close/>
                  </a:path>
                </a:pathLst>
              </a:custGeom>
              <a:solidFill>
                <a:srgbClr val="0078D4"/>
              </a:solidFill>
              <a:ln w="203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sp>
        <p:nvSpPr>
          <p:cNvPr id="179" name="Content Placeholder 62">
            <a:extLst>
              <a:ext uri="{FF2B5EF4-FFF2-40B4-BE49-F238E27FC236}">
                <a16:creationId xmlns:a16="http://schemas.microsoft.com/office/drawing/2014/main" id="{8A281296-F6BF-CFCF-BF05-EB44DB58B1BC}"/>
              </a:ext>
            </a:extLst>
          </p:cNvPr>
          <p:cNvSpPr txBox="1">
            <a:spLocks/>
          </p:cNvSpPr>
          <p:nvPr/>
        </p:nvSpPr>
        <p:spPr>
          <a:xfrm>
            <a:off x="8748808" y="4888801"/>
            <a:ext cx="1138078" cy="369332"/>
          </a:xfrm>
          <a:prstGeom prst="rect">
            <a:avLst/>
          </a:prstGeom>
        </p:spPr>
        <p:txBody>
          <a:bodyPr vert="horz" wrap="square" lIns="0" tIns="0" rIns="0" bIns="0" rtlCol="0" anchor="b">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Microsoft Copilot</a:t>
            </a:r>
          </a:p>
        </p:txBody>
      </p:sp>
      <p:pic>
        <p:nvPicPr>
          <p:cNvPr id="180" name="Picture 179">
            <a:extLst>
              <a:ext uri="{FF2B5EF4-FFF2-40B4-BE49-F238E27FC236}">
                <a16:creationId xmlns:a16="http://schemas.microsoft.com/office/drawing/2014/main" id="{82736C48-EB34-81FF-2936-D6D293A757DE}"/>
              </a:ext>
            </a:extLst>
          </p:cNvPr>
          <p:cNvPicPr>
            <a:picLocks noChangeAspect="1"/>
          </p:cNvPicPr>
          <p:nvPr/>
        </p:nvPicPr>
        <p:blipFill>
          <a:blip r:embed="rId8"/>
          <a:stretch>
            <a:fillRect/>
          </a:stretch>
        </p:blipFill>
        <p:spPr>
          <a:xfrm>
            <a:off x="9084377" y="5368792"/>
            <a:ext cx="414245" cy="414244"/>
          </a:xfrm>
          <a:prstGeom prst="rect">
            <a:avLst/>
          </a:prstGeom>
        </p:spPr>
      </p:pic>
      <p:grpSp>
        <p:nvGrpSpPr>
          <p:cNvPr id="238" name="Group 237">
            <a:extLst>
              <a:ext uri="{FF2B5EF4-FFF2-40B4-BE49-F238E27FC236}">
                <a16:creationId xmlns:a16="http://schemas.microsoft.com/office/drawing/2014/main" id="{C524E4E8-CB9B-CB4B-6378-5148575E2932}"/>
              </a:ext>
            </a:extLst>
          </p:cNvPr>
          <p:cNvGrpSpPr/>
          <p:nvPr/>
        </p:nvGrpSpPr>
        <p:grpSpPr>
          <a:xfrm>
            <a:off x="7843622" y="3450879"/>
            <a:ext cx="1354923" cy="710643"/>
            <a:chOff x="6254937" y="10312923"/>
            <a:chExt cx="1354923" cy="710643"/>
          </a:xfrm>
        </p:grpSpPr>
        <p:sp>
          <p:nvSpPr>
            <p:cNvPr id="239" name="Content Placeholder 62">
              <a:extLst>
                <a:ext uri="{FF2B5EF4-FFF2-40B4-BE49-F238E27FC236}">
                  <a16:creationId xmlns:a16="http://schemas.microsoft.com/office/drawing/2014/main" id="{A393B3B7-F172-F982-40E5-3EF699E11ED8}"/>
                </a:ext>
              </a:extLst>
            </p:cNvPr>
            <p:cNvSpPr txBox="1">
              <a:spLocks/>
            </p:cNvSpPr>
            <p:nvPr/>
          </p:nvSpPr>
          <p:spPr>
            <a:xfrm>
              <a:off x="6254937" y="10312923"/>
              <a:ext cx="1354923" cy="184666"/>
            </a:xfrm>
            <a:prstGeom prst="rect">
              <a:avLst/>
            </a:prstGeom>
          </p:spPr>
          <p:txBody>
            <a:bodyPr vert="horz" wrap="none" lIns="0" tIns="0" rIns="0" bIns="0" rtlCol="0" anchor="ctr">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Visual Studio 2022*</a:t>
              </a:r>
            </a:p>
          </p:txBody>
        </p:sp>
        <p:pic>
          <p:nvPicPr>
            <p:cNvPr id="240" name="Picture 239" descr="A purple ribbon in a shape of a infinity symbol&#10;&#10;Description automatically generated">
              <a:extLst>
                <a:ext uri="{FF2B5EF4-FFF2-40B4-BE49-F238E27FC236}">
                  <a16:creationId xmlns:a16="http://schemas.microsoft.com/office/drawing/2014/main" id="{8CA5974D-D27D-A03D-4F7D-243D11EFF613}"/>
                </a:ext>
              </a:extLst>
            </p:cNvPr>
            <p:cNvPicPr>
              <a:picLocks noChangeAspect="1"/>
            </p:cNvPicPr>
            <p:nvPr/>
          </p:nvPicPr>
          <p:blipFill>
            <a:blip r:embed="rId9"/>
            <a:stretch>
              <a:fillRect/>
            </a:stretch>
          </p:blipFill>
          <p:spPr>
            <a:xfrm>
              <a:off x="6714697" y="10588162"/>
              <a:ext cx="435404" cy="435404"/>
            </a:xfrm>
            <a:prstGeom prst="rect">
              <a:avLst/>
            </a:prstGeom>
          </p:spPr>
        </p:pic>
      </p:grpSp>
      <p:grpSp>
        <p:nvGrpSpPr>
          <p:cNvPr id="235" name="Group 234">
            <a:extLst>
              <a:ext uri="{FF2B5EF4-FFF2-40B4-BE49-F238E27FC236}">
                <a16:creationId xmlns:a16="http://schemas.microsoft.com/office/drawing/2014/main" id="{430F7C85-2E84-7A74-1866-38A2F304DCD4}"/>
              </a:ext>
            </a:extLst>
          </p:cNvPr>
          <p:cNvGrpSpPr/>
          <p:nvPr/>
        </p:nvGrpSpPr>
        <p:grpSpPr>
          <a:xfrm>
            <a:off x="8803884" y="1797805"/>
            <a:ext cx="804770" cy="786563"/>
            <a:chOff x="408357" y="5277946"/>
            <a:chExt cx="804770" cy="786563"/>
          </a:xfrm>
        </p:grpSpPr>
        <p:sp>
          <p:nvSpPr>
            <p:cNvPr id="236" name="Content Placeholder 62">
              <a:extLst>
                <a:ext uri="{FF2B5EF4-FFF2-40B4-BE49-F238E27FC236}">
                  <a16:creationId xmlns:a16="http://schemas.microsoft.com/office/drawing/2014/main" id="{66E40395-2506-0010-450B-AFD37276B462}"/>
                </a:ext>
              </a:extLst>
            </p:cNvPr>
            <p:cNvSpPr txBox="1">
              <a:spLocks/>
            </p:cNvSpPr>
            <p:nvPr/>
          </p:nvSpPr>
          <p:spPr>
            <a:xfrm>
              <a:off x="408357" y="5277946"/>
              <a:ext cx="804770" cy="369332"/>
            </a:xfrm>
            <a:prstGeom prst="rect">
              <a:avLst/>
            </a:prstGeom>
          </p:spPr>
          <p:txBody>
            <a:bodyPr vert="horz" wrap="square" lIns="0" tIns="0" rIns="0" bIns="0" rtlCol="0" anchor="b">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Backstage Plugin*</a:t>
              </a:r>
            </a:p>
          </p:txBody>
        </p:sp>
        <p:pic>
          <p:nvPicPr>
            <p:cNvPr id="237" name="Picture 236">
              <a:extLst>
                <a:ext uri="{FF2B5EF4-FFF2-40B4-BE49-F238E27FC236}">
                  <a16:creationId xmlns:a16="http://schemas.microsoft.com/office/drawing/2014/main" id="{0057345E-AD86-C6D1-4C8B-12749D9B5092}"/>
                </a:ext>
              </a:extLst>
            </p:cNvPr>
            <p:cNvPicPr>
              <a:picLocks noChangeAspect="1"/>
            </p:cNvPicPr>
            <p:nvPr/>
          </p:nvPicPr>
          <p:blipFill>
            <a:blip r:embed="rId10"/>
            <a:stretch>
              <a:fillRect/>
            </a:stretch>
          </p:blipFill>
          <p:spPr>
            <a:xfrm>
              <a:off x="673046" y="5720270"/>
              <a:ext cx="275391" cy="344239"/>
            </a:xfrm>
            <a:prstGeom prst="rect">
              <a:avLst/>
            </a:prstGeom>
          </p:spPr>
        </p:pic>
      </p:grpSp>
      <p:grpSp>
        <p:nvGrpSpPr>
          <p:cNvPr id="241" name="Group 240">
            <a:extLst>
              <a:ext uri="{FF2B5EF4-FFF2-40B4-BE49-F238E27FC236}">
                <a16:creationId xmlns:a16="http://schemas.microsoft.com/office/drawing/2014/main" id="{B233CE72-14CB-29B6-55C9-8D17B2043EEC}"/>
              </a:ext>
            </a:extLst>
          </p:cNvPr>
          <p:cNvGrpSpPr/>
          <p:nvPr/>
        </p:nvGrpSpPr>
        <p:grpSpPr>
          <a:xfrm>
            <a:off x="9381683" y="3450879"/>
            <a:ext cx="1310039" cy="607554"/>
            <a:chOff x="5440978" y="11265242"/>
            <a:chExt cx="1310039" cy="607554"/>
          </a:xfrm>
        </p:grpSpPr>
        <p:sp>
          <p:nvSpPr>
            <p:cNvPr id="242" name="Content Placeholder 62">
              <a:extLst>
                <a:ext uri="{FF2B5EF4-FFF2-40B4-BE49-F238E27FC236}">
                  <a16:creationId xmlns:a16="http://schemas.microsoft.com/office/drawing/2014/main" id="{6E7F2FB9-9D1C-DB31-3BAC-90706E082AA4}"/>
                </a:ext>
              </a:extLst>
            </p:cNvPr>
            <p:cNvSpPr txBox="1">
              <a:spLocks/>
            </p:cNvSpPr>
            <p:nvPr/>
          </p:nvSpPr>
          <p:spPr>
            <a:xfrm>
              <a:off x="5440978" y="11265242"/>
              <a:ext cx="1310039" cy="184666"/>
            </a:xfrm>
            <a:prstGeom prst="rect">
              <a:avLst/>
            </a:prstGeom>
          </p:spPr>
          <p:txBody>
            <a:bodyPr vert="horz" wrap="none" lIns="0" tIns="0" rIns="0" bIns="0" rtlCol="0" anchor="ctr">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Visual Studio Code</a:t>
              </a:r>
            </a:p>
          </p:txBody>
        </p:sp>
        <p:pic>
          <p:nvPicPr>
            <p:cNvPr id="243" name="Picture 242" descr="A blue logo with a black background&#10;&#10;Description automatically generated">
              <a:extLst>
                <a:ext uri="{FF2B5EF4-FFF2-40B4-BE49-F238E27FC236}">
                  <a16:creationId xmlns:a16="http://schemas.microsoft.com/office/drawing/2014/main" id="{306B9A9F-69FB-82DF-73ED-E41C570B9F9D}"/>
                </a:ext>
              </a:extLst>
            </p:cNvPr>
            <p:cNvPicPr>
              <a:picLocks noChangeAspect="1"/>
            </p:cNvPicPr>
            <p:nvPr/>
          </p:nvPicPr>
          <p:blipFill>
            <a:blip r:embed="rId11"/>
            <a:stretch>
              <a:fillRect/>
            </a:stretch>
          </p:blipFill>
          <p:spPr>
            <a:xfrm>
              <a:off x="5918220" y="11517242"/>
              <a:ext cx="355554" cy="355554"/>
            </a:xfrm>
            <a:prstGeom prst="rect">
              <a:avLst/>
            </a:prstGeom>
          </p:spPr>
        </p:pic>
      </p:grpSp>
      <p:sp>
        <p:nvSpPr>
          <p:cNvPr id="176" name="Content Placeholder 62">
            <a:extLst>
              <a:ext uri="{FF2B5EF4-FFF2-40B4-BE49-F238E27FC236}">
                <a16:creationId xmlns:a16="http://schemas.microsoft.com/office/drawing/2014/main" id="{BAA5047E-659D-7C70-607C-6DBCBC34DD03}"/>
              </a:ext>
            </a:extLst>
          </p:cNvPr>
          <p:cNvSpPr txBox="1">
            <a:spLocks/>
          </p:cNvSpPr>
          <p:nvPr/>
        </p:nvSpPr>
        <p:spPr>
          <a:xfrm>
            <a:off x="7582932" y="4901049"/>
            <a:ext cx="659368" cy="369332"/>
          </a:xfrm>
          <a:prstGeom prst="rect">
            <a:avLst/>
          </a:prstGeom>
        </p:spPr>
        <p:txBody>
          <a:bodyPr vert="horz" wrap="square" lIns="0" tIns="0" rIns="0" bIns="0" rtlCol="0" anchor="b">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GitHub Copilot</a:t>
            </a:r>
          </a:p>
        </p:txBody>
      </p:sp>
      <p:pic>
        <p:nvPicPr>
          <p:cNvPr id="177" name="Picture 176">
            <a:extLst>
              <a:ext uri="{FF2B5EF4-FFF2-40B4-BE49-F238E27FC236}">
                <a16:creationId xmlns:a16="http://schemas.microsoft.com/office/drawing/2014/main" id="{BD0D0D4F-507C-3AAE-D7F9-614F1F40F3D9}"/>
              </a:ext>
            </a:extLst>
          </p:cNvPr>
          <p:cNvPicPr>
            <a:picLocks noChangeAspect="1"/>
          </p:cNvPicPr>
          <p:nvPr/>
        </p:nvPicPr>
        <p:blipFill>
          <a:blip r:embed="rId12"/>
          <a:stretch>
            <a:fillRect/>
          </a:stretch>
        </p:blipFill>
        <p:spPr>
          <a:xfrm>
            <a:off x="7705493" y="5384585"/>
            <a:ext cx="414245" cy="414244"/>
          </a:xfrm>
          <a:prstGeom prst="rect">
            <a:avLst/>
          </a:prstGeom>
        </p:spPr>
      </p:pic>
      <p:grpSp>
        <p:nvGrpSpPr>
          <p:cNvPr id="232" name="Group 231">
            <a:extLst>
              <a:ext uri="{FF2B5EF4-FFF2-40B4-BE49-F238E27FC236}">
                <a16:creationId xmlns:a16="http://schemas.microsoft.com/office/drawing/2014/main" id="{CAD4B410-DEFC-DD87-87BF-5A2DAF45BA43}"/>
              </a:ext>
            </a:extLst>
          </p:cNvPr>
          <p:cNvGrpSpPr/>
          <p:nvPr/>
        </p:nvGrpSpPr>
        <p:grpSpPr>
          <a:xfrm>
            <a:off x="7519432" y="1797805"/>
            <a:ext cx="786368" cy="907082"/>
            <a:chOff x="1094185" y="10128257"/>
            <a:chExt cx="786368" cy="907082"/>
          </a:xfrm>
        </p:grpSpPr>
        <p:sp>
          <p:nvSpPr>
            <p:cNvPr id="233" name="Content Placeholder 62">
              <a:extLst>
                <a:ext uri="{FF2B5EF4-FFF2-40B4-BE49-F238E27FC236}">
                  <a16:creationId xmlns:a16="http://schemas.microsoft.com/office/drawing/2014/main" id="{1CD2A2C9-8F06-D67F-2115-2CAC63904CE4}"/>
                </a:ext>
              </a:extLst>
            </p:cNvPr>
            <p:cNvSpPr txBox="1">
              <a:spLocks/>
            </p:cNvSpPr>
            <p:nvPr/>
          </p:nvSpPr>
          <p:spPr>
            <a:xfrm>
              <a:off x="1094185" y="10128257"/>
              <a:ext cx="786368" cy="369332"/>
            </a:xfrm>
            <a:prstGeom prst="rect">
              <a:avLst/>
            </a:prstGeom>
          </p:spPr>
          <p:txBody>
            <a:bodyPr vert="horz" wrap="square" lIns="0" tIns="0" rIns="0" bIns="0" rtlCol="0" anchor="b">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API Center Portal</a:t>
              </a:r>
            </a:p>
          </p:txBody>
        </p:sp>
        <p:pic>
          <p:nvPicPr>
            <p:cNvPr id="234" name="Picture 233">
              <a:extLst>
                <a:ext uri="{FF2B5EF4-FFF2-40B4-BE49-F238E27FC236}">
                  <a16:creationId xmlns:a16="http://schemas.microsoft.com/office/drawing/2014/main" id="{49D89CAC-4DF1-E190-F6EA-8EC2DD23F59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235633" y="10602490"/>
              <a:ext cx="503472" cy="432849"/>
            </a:xfrm>
            <a:prstGeom prst="rect">
              <a:avLst/>
            </a:prstGeom>
          </p:spPr>
        </p:pic>
      </p:grpSp>
      <p:sp>
        <p:nvSpPr>
          <p:cNvPr id="2" name="Content Placeholder 62">
            <a:extLst>
              <a:ext uri="{FF2B5EF4-FFF2-40B4-BE49-F238E27FC236}">
                <a16:creationId xmlns:a16="http://schemas.microsoft.com/office/drawing/2014/main" id="{711FCE64-CA95-8A25-BE2C-3E7DA9705C0E}"/>
              </a:ext>
            </a:extLst>
          </p:cNvPr>
          <p:cNvSpPr txBox="1">
            <a:spLocks/>
          </p:cNvSpPr>
          <p:nvPr/>
        </p:nvSpPr>
        <p:spPr>
          <a:xfrm>
            <a:off x="9993432" y="5040792"/>
            <a:ext cx="1368320" cy="184666"/>
          </a:xfrm>
          <a:prstGeom prst="rect">
            <a:avLst/>
          </a:prstGeom>
        </p:spPr>
        <p:txBody>
          <a:bodyPr vert="horz" wrap="square" lIns="0" tIns="0" rIns="0" bIns="0" rtlCol="0" anchor="b">
            <a:spAutoFit/>
          </a:bodyPr>
          <a:lstStyle>
            <a:lvl1pPr marL="0"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Segoe UI Semilight" panose="020B0402040204020203" pitchFamily="34" charset="0"/>
              </a:defRPr>
            </a:lvl1pPr>
            <a:lvl2pPr marL="228554"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rgbClr val="404040"/>
                </a:solidFill>
                <a:latin typeface="+mn-lt"/>
                <a:ea typeface="+mn-ea"/>
                <a:cs typeface="+mn-cs"/>
              </a:defRPr>
            </a:lvl2pPr>
            <a:lvl3pPr marL="457109"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solidFill>
                  <a:srgbClr val="404040"/>
                </a:solidFill>
                <a:latin typeface="+mn-lt"/>
                <a:ea typeface="+mn-ea"/>
                <a:cs typeface="+mn-cs"/>
              </a:defRPr>
            </a:lvl3pPr>
            <a:lvl4pPr marL="661856"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4pPr>
            <a:lvl5pPr marL="855492" marR="0" indent="0" algn="l" defTabSz="932555" rtl="0" eaLnBrk="1" fontAlgn="auto" latinLnBrk="0" hangingPunct="1">
              <a:lnSpc>
                <a:spcPct val="100000"/>
              </a:lnSpc>
              <a:spcBef>
                <a:spcPct val="20000"/>
              </a:spcBef>
              <a:spcAft>
                <a:spcPts val="0"/>
              </a:spcAft>
              <a:buClrTx/>
              <a:buSzPct val="90000"/>
              <a:buFont typeface="Wingdings" panose="05000000000000000000" pitchFamily="2" charset="2"/>
              <a:buNone/>
              <a:tabLst/>
              <a:defRPr sz="500" kern="1200" spc="0" baseline="0">
                <a:solidFill>
                  <a:srgbClr val="404040"/>
                </a:solidFill>
                <a:latin typeface="+mn-lt"/>
                <a:ea typeface="+mn-ea"/>
                <a:cs typeface="+mn-cs"/>
              </a:defRPr>
            </a:lvl5pPr>
            <a:lvl6pPr marL="2564527"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06"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083"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62" indent="-233139" algn="l" defTabSz="932555"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55"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Segoe UI Semilight" panose="020B0402040204020203" pitchFamily="34" charset="0"/>
              </a:rPr>
              <a:t>API Copilot</a:t>
            </a:r>
          </a:p>
        </p:txBody>
      </p:sp>
      <p:pic>
        <p:nvPicPr>
          <p:cNvPr id="14" name="Picture 13">
            <a:extLst>
              <a:ext uri="{FF2B5EF4-FFF2-40B4-BE49-F238E27FC236}">
                <a16:creationId xmlns:a16="http://schemas.microsoft.com/office/drawing/2014/main" id="{3C125BFE-7D0E-49A6-5781-A1515F9ABDC0}"/>
              </a:ext>
            </a:extLst>
          </p:cNvPr>
          <p:cNvPicPr>
            <a:picLocks noChangeAspect="1"/>
          </p:cNvPicPr>
          <p:nvPr/>
        </p:nvPicPr>
        <p:blipFill>
          <a:blip r:embed="rId14"/>
          <a:stretch>
            <a:fillRect/>
          </a:stretch>
        </p:blipFill>
        <p:spPr>
          <a:xfrm>
            <a:off x="10509305" y="5353594"/>
            <a:ext cx="364833" cy="364833"/>
          </a:xfrm>
          <a:prstGeom prst="rect">
            <a:avLst/>
          </a:prstGeom>
        </p:spPr>
      </p:pic>
    </p:spTree>
    <p:extLst>
      <p:ext uri="{BB962C8B-B14F-4D97-AF65-F5344CB8AC3E}">
        <p14:creationId xmlns:p14="http://schemas.microsoft.com/office/powerpoint/2010/main" val="845029084"/>
      </p:ext>
    </p:extLst>
  </p:cSld>
  <p:clrMapOvr>
    <a:masterClrMapping/>
  </p:clrMapOvr>
  <p:transition advTm="61608">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3EDF1449-6DE1-66EC-ACE7-13D010EB71B7}"/>
              </a:ext>
            </a:extLst>
          </p:cNvPr>
          <p:cNvGrpSpPr/>
          <p:nvPr/>
        </p:nvGrpSpPr>
        <p:grpSpPr>
          <a:xfrm>
            <a:off x="20466" y="9651"/>
            <a:ext cx="12192000" cy="6848349"/>
            <a:chOff x="0" y="-3"/>
            <a:chExt cx="12192000" cy="6848349"/>
          </a:xfrm>
        </p:grpSpPr>
        <p:pic>
          <p:nvPicPr>
            <p:cNvPr id="15" name="Picture 14" descr="A blue and white background&#10;&#10;Description automatically generated">
              <a:extLst>
                <a:ext uri="{FF2B5EF4-FFF2-40B4-BE49-F238E27FC236}">
                  <a16:creationId xmlns:a16="http://schemas.microsoft.com/office/drawing/2014/main" id="{E4C08E26-76E5-67E0-EB26-68362BDBC461}"/>
                </a:ext>
              </a:extLst>
            </p:cNvPr>
            <p:cNvPicPr>
              <a:picLocks noChangeAspect="1"/>
            </p:cNvPicPr>
            <p:nvPr/>
          </p:nvPicPr>
          <p:blipFill rotWithShape="1">
            <a:blip r:embed="rId3">
              <a:extLst>
                <a:ext uri="{28A0092B-C50C-407E-A947-70E740481C1C}">
                  <a14:useLocalDpi xmlns:a14="http://schemas.microsoft.com/office/drawing/2010/main" val="0"/>
                </a:ext>
              </a:extLst>
            </a:blip>
            <a:srcRect l="1598" t="1598" r="1598" b="1598"/>
            <a:stretch/>
          </p:blipFill>
          <p:spPr>
            <a:xfrm>
              <a:off x="0" y="9654"/>
              <a:ext cx="12192000" cy="6838692"/>
            </a:xfrm>
            <a:prstGeom prst="rect">
              <a:avLst/>
            </a:prstGeom>
          </p:spPr>
        </p:pic>
        <p:pic>
          <p:nvPicPr>
            <p:cNvPr id="16" name="Graphic 15">
              <a:extLst>
                <a:ext uri="{FF2B5EF4-FFF2-40B4-BE49-F238E27FC236}">
                  <a16:creationId xmlns:a16="http://schemas.microsoft.com/office/drawing/2014/main" id="{D2D5960C-35BE-96C7-5DCC-161A61703C79}"/>
                </a:ext>
              </a:extLst>
            </p:cNvPr>
            <p:cNvPicPr>
              <a:picLocks noChangeAspect="1"/>
            </p:cNvPicPr>
            <p:nvPr/>
          </p:nvPicPr>
          <p:blipFill rotWithShape="1">
            <a:blip>
              <a:alphaModFix amt="43000"/>
              <a:extLst>
                <a:ext uri="{96DAC541-7B7A-43D3-8B79-37D633B846F1}">
                  <asvg:svgBlip xmlns:asvg="http://schemas.microsoft.com/office/drawing/2016/SVG/main" r:embed="rId4"/>
                </a:ext>
              </a:extLst>
            </a:blip>
            <a:stretch/>
          </p:blipFill>
          <p:spPr>
            <a:xfrm>
              <a:off x="2" y="-3"/>
              <a:ext cx="5570288" cy="5181098"/>
            </a:xfrm>
            <a:prstGeom prst="rect">
              <a:avLst/>
            </a:prstGeom>
          </p:spPr>
        </p:pic>
      </p:grpSp>
      <p:sp>
        <p:nvSpPr>
          <p:cNvPr id="195" name="Rectangle: Rounded Corners 194">
            <a:extLst>
              <a:ext uri="{FF2B5EF4-FFF2-40B4-BE49-F238E27FC236}">
                <a16:creationId xmlns:a16="http://schemas.microsoft.com/office/drawing/2014/main" id="{A14D7FF4-77F2-3639-0B93-35736F072874}"/>
              </a:ext>
            </a:extLst>
          </p:cNvPr>
          <p:cNvSpPr>
            <a:spLocks/>
          </p:cNvSpPr>
          <p:nvPr/>
        </p:nvSpPr>
        <p:spPr bwMode="auto">
          <a:xfrm>
            <a:off x="909318" y="1744981"/>
            <a:ext cx="10698482" cy="4702352"/>
          </a:xfrm>
          <a:prstGeom prst="roundRect">
            <a:avLst>
              <a:gd name="adj" fmla="val 4358"/>
            </a:avLst>
          </a:prstGeom>
          <a:noFill/>
          <a:ln w="25400">
            <a:solidFill>
              <a:schemeClr val="tx1"/>
            </a:solidFill>
            <a:headEnd type="none" w="med" len="med"/>
            <a:tailEnd type="none" w="med" len="med"/>
          </a:ln>
          <a:effectLst>
            <a:outerShdw blurRad="50800" sx="99000" sy="99000" algn="ctr" rotWithShape="0">
              <a:prstClr val="black">
                <a:alpha val="19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6C884B4D-92A7-D083-87FD-9A6EA7311B8F}"/>
              </a:ext>
            </a:extLst>
          </p:cNvPr>
          <p:cNvSpPr>
            <a:spLocks noGrp="1"/>
          </p:cNvSpPr>
          <p:nvPr>
            <p:ph type="title"/>
          </p:nvPr>
        </p:nvSpPr>
        <p:spPr>
          <a:xfrm>
            <a:off x="584200" y="487363"/>
            <a:ext cx="11462026" cy="922337"/>
          </a:xfrm>
        </p:spPr>
        <p:txBody>
          <a:bodyPr/>
          <a:lstStyle/>
          <a:p>
            <a:r>
              <a:rPr lang="en-US"/>
              <a:t>Azure API Center is at the center of your API ecosystems</a:t>
            </a:r>
          </a:p>
        </p:txBody>
      </p:sp>
      <p:sp>
        <p:nvSpPr>
          <p:cNvPr id="303" name="TextBox 302">
            <a:extLst>
              <a:ext uri="{FF2B5EF4-FFF2-40B4-BE49-F238E27FC236}">
                <a16:creationId xmlns:a16="http://schemas.microsoft.com/office/drawing/2014/main" id="{E6366169-3251-6057-3859-98A96278985F}"/>
              </a:ext>
            </a:extLst>
          </p:cNvPr>
          <p:cNvSpPr txBox="1"/>
          <p:nvPr/>
        </p:nvSpPr>
        <p:spPr>
          <a:xfrm>
            <a:off x="1148065" y="2475030"/>
            <a:ext cx="1030267" cy="276999"/>
          </a:xfrm>
          <a:prstGeom prst="rect">
            <a:avLst/>
          </a:prstGeom>
          <a:noFill/>
        </p:spPr>
        <p:txBody>
          <a:bodyPr wrap="square" lIns="0" tIns="0" rIns="0" bIns="0" rtlCol="0" anchor="b">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8D4"/>
                </a:solidFill>
                <a:effectLst/>
                <a:uLnTx/>
                <a:uFillTx/>
                <a:latin typeface="Segoe UI"/>
                <a:ea typeface="+mn-ea"/>
                <a:cs typeface="+mn-cs"/>
              </a:rPr>
              <a:t>Microsoft Defender for APIs</a:t>
            </a:r>
          </a:p>
        </p:txBody>
      </p:sp>
      <p:sp>
        <p:nvSpPr>
          <p:cNvPr id="304" name="TextBox 303">
            <a:extLst>
              <a:ext uri="{FF2B5EF4-FFF2-40B4-BE49-F238E27FC236}">
                <a16:creationId xmlns:a16="http://schemas.microsoft.com/office/drawing/2014/main" id="{50FEB33E-E742-1293-8DE8-DC48EC68054E}"/>
              </a:ext>
            </a:extLst>
          </p:cNvPr>
          <p:cNvSpPr txBox="1"/>
          <p:nvPr/>
        </p:nvSpPr>
        <p:spPr>
          <a:xfrm>
            <a:off x="2183738" y="3489250"/>
            <a:ext cx="1030267" cy="415498"/>
          </a:xfrm>
          <a:prstGeom prst="rect">
            <a:avLst/>
          </a:prstGeom>
          <a:noFill/>
        </p:spPr>
        <p:txBody>
          <a:bodyPr wrap="square" lIns="0" tIns="0" rIns="0" bIns="0" rtlCol="0" anchor="ctr">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B85CBC"/>
                </a:solidFill>
                <a:effectLst/>
                <a:uLnTx/>
                <a:uFillTx/>
                <a:latin typeface="Segoe UI"/>
                <a:ea typeface="+mn-ea"/>
                <a:cs typeface="+mn-cs"/>
              </a:rPr>
              <a:t>Shadow APIs detected by API security platforms</a:t>
            </a:r>
          </a:p>
        </p:txBody>
      </p:sp>
      <p:sp>
        <p:nvSpPr>
          <p:cNvPr id="307" name="TextBox 306">
            <a:extLst>
              <a:ext uri="{FF2B5EF4-FFF2-40B4-BE49-F238E27FC236}">
                <a16:creationId xmlns:a16="http://schemas.microsoft.com/office/drawing/2014/main" id="{FEFD1D99-0923-DA4B-69D7-C8D8DA9FB556}"/>
              </a:ext>
            </a:extLst>
          </p:cNvPr>
          <p:cNvSpPr txBox="1"/>
          <p:nvPr/>
        </p:nvSpPr>
        <p:spPr>
          <a:xfrm>
            <a:off x="2246627" y="5096713"/>
            <a:ext cx="654774" cy="276999"/>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8D4"/>
                </a:solidFill>
                <a:effectLst/>
                <a:uLnTx/>
                <a:uFillTx/>
                <a:latin typeface="Segoe UI"/>
                <a:ea typeface="+mn-ea"/>
                <a:cs typeface="+mn-cs"/>
              </a:rPr>
              <a:t>API Program Managers</a:t>
            </a:r>
          </a:p>
        </p:txBody>
      </p:sp>
      <p:sp>
        <p:nvSpPr>
          <p:cNvPr id="308" name="TextBox 307">
            <a:extLst>
              <a:ext uri="{FF2B5EF4-FFF2-40B4-BE49-F238E27FC236}">
                <a16:creationId xmlns:a16="http://schemas.microsoft.com/office/drawing/2014/main" id="{98E05B3D-4655-002D-EF2D-438F192737C2}"/>
              </a:ext>
            </a:extLst>
          </p:cNvPr>
          <p:cNvSpPr txBox="1"/>
          <p:nvPr/>
        </p:nvSpPr>
        <p:spPr>
          <a:xfrm>
            <a:off x="2579456" y="5849989"/>
            <a:ext cx="1009564" cy="276999"/>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B85CBC"/>
                </a:solidFill>
                <a:effectLst/>
                <a:uLnTx/>
                <a:uFillTx/>
                <a:latin typeface="Segoe UI"/>
                <a:ea typeface="+mn-ea"/>
                <a:cs typeface="+mn-cs"/>
              </a:rPr>
              <a:t>Implement runtime governance</a:t>
            </a:r>
          </a:p>
        </p:txBody>
      </p:sp>
      <p:sp>
        <p:nvSpPr>
          <p:cNvPr id="309" name="TextBox 308">
            <a:extLst>
              <a:ext uri="{FF2B5EF4-FFF2-40B4-BE49-F238E27FC236}">
                <a16:creationId xmlns:a16="http://schemas.microsoft.com/office/drawing/2014/main" id="{3886EE91-074B-B3B1-4472-442D5474D2C3}"/>
              </a:ext>
            </a:extLst>
          </p:cNvPr>
          <p:cNvSpPr txBox="1"/>
          <p:nvPr/>
        </p:nvSpPr>
        <p:spPr>
          <a:xfrm>
            <a:off x="6283408" y="5314402"/>
            <a:ext cx="686406" cy="138499"/>
          </a:xfrm>
          <a:prstGeom prst="rect">
            <a:avLst/>
          </a:prstGeom>
          <a:no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rgbClr val="B85CBC"/>
                </a:solidFill>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B85CBC"/>
                </a:solidFill>
                <a:effectLst/>
                <a:uLnTx/>
                <a:uFillTx/>
                <a:latin typeface="Segoe UI"/>
                <a:ea typeface="+mn-ea"/>
                <a:cs typeface="+mn-cs"/>
              </a:rPr>
              <a:t>Populate</a:t>
            </a:r>
          </a:p>
        </p:txBody>
      </p:sp>
      <p:sp>
        <p:nvSpPr>
          <p:cNvPr id="310" name="TextBox 309">
            <a:extLst>
              <a:ext uri="{FF2B5EF4-FFF2-40B4-BE49-F238E27FC236}">
                <a16:creationId xmlns:a16="http://schemas.microsoft.com/office/drawing/2014/main" id="{906D0A65-2D1D-7208-99DB-6D355459A03A}"/>
              </a:ext>
            </a:extLst>
          </p:cNvPr>
          <p:cNvSpPr txBox="1"/>
          <p:nvPr/>
        </p:nvSpPr>
        <p:spPr>
          <a:xfrm>
            <a:off x="10578113" y="2409061"/>
            <a:ext cx="585188" cy="276999"/>
          </a:xfrm>
          <a:prstGeom prst="rect">
            <a:avLst/>
          </a:prstGeom>
          <a:no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rgbClr val="B85CBC"/>
                </a:solidFill>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B85CBC"/>
                </a:solidFill>
                <a:effectLst/>
                <a:uLnTx/>
                <a:uFillTx/>
                <a:latin typeface="Segoe UI"/>
                <a:ea typeface="+mn-ea"/>
                <a:cs typeface="+mn-cs"/>
              </a:rPr>
              <a:t>Design and develop</a:t>
            </a:r>
          </a:p>
        </p:txBody>
      </p:sp>
      <p:sp>
        <p:nvSpPr>
          <p:cNvPr id="311" name="TextBox 310">
            <a:extLst>
              <a:ext uri="{FF2B5EF4-FFF2-40B4-BE49-F238E27FC236}">
                <a16:creationId xmlns:a16="http://schemas.microsoft.com/office/drawing/2014/main" id="{6771D8FD-E946-CCB5-7B8A-919239698B57}"/>
              </a:ext>
            </a:extLst>
          </p:cNvPr>
          <p:cNvSpPr txBox="1"/>
          <p:nvPr/>
        </p:nvSpPr>
        <p:spPr>
          <a:xfrm>
            <a:off x="8693301" y="4464802"/>
            <a:ext cx="450444" cy="138499"/>
          </a:xfrm>
          <a:prstGeom prst="rect">
            <a:avLst/>
          </a:prstGeom>
          <a:noFill/>
        </p:spPr>
        <p:txBody>
          <a:bodyPr wrap="non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rgbClr val="B85CBC"/>
                </a:solidFill>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B85CBC"/>
                </a:solidFill>
                <a:effectLst/>
                <a:uLnTx/>
                <a:uFillTx/>
                <a:latin typeface="Segoe UI"/>
                <a:ea typeface="+mn-ea"/>
                <a:cs typeface="+mn-cs"/>
              </a:rPr>
              <a:t>Populate</a:t>
            </a:r>
          </a:p>
        </p:txBody>
      </p:sp>
      <p:sp>
        <p:nvSpPr>
          <p:cNvPr id="312" name="TextBox 311">
            <a:extLst>
              <a:ext uri="{FF2B5EF4-FFF2-40B4-BE49-F238E27FC236}">
                <a16:creationId xmlns:a16="http://schemas.microsoft.com/office/drawing/2014/main" id="{E7E8C856-2DBA-2118-4CD4-16F0B28D0920}"/>
              </a:ext>
            </a:extLst>
          </p:cNvPr>
          <p:cNvSpPr txBox="1"/>
          <p:nvPr/>
        </p:nvSpPr>
        <p:spPr>
          <a:xfrm>
            <a:off x="10279618" y="5812882"/>
            <a:ext cx="359073" cy="138499"/>
          </a:xfrm>
          <a:prstGeom prst="rect">
            <a:avLst/>
          </a:prstGeom>
          <a:no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rgbClr val="B85CBC"/>
                </a:solidFill>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B85CBC"/>
                </a:solidFill>
                <a:effectLst/>
                <a:uLnTx/>
                <a:uFillTx/>
                <a:latin typeface="Segoe UI"/>
                <a:ea typeface="+mn-ea"/>
                <a:cs typeface="+mn-cs"/>
              </a:rPr>
              <a:t>Deploy</a:t>
            </a:r>
          </a:p>
        </p:txBody>
      </p:sp>
      <p:sp>
        <p:nvSpPr>
          <p:cNvPr id="313" name="TextBox 312">
            <a:extLst>
              <a:ext uri="{FF2B5EF4-FFF2-40B4-BE49-F238E27FC236}">
                <a16:creationId xmlns:a16="http://schemas.microsoft.com/office/drawing/2014/main" id="{8955CC55-BCA5-3477-4502-9CBDF45978CB}"/>
              </a:ext>
            </a:extLst>
          </p:cNvPr>
          <p:cNvSpPr txBox="1"/>
          <p:nvPr/>
        </p:nvSpPr>
        <p:spPr>
          <a:xfrm>
            <a:off x="10817884" y="3942141"/>
            <a:ext cx="245260" cy="138499"/>
          </a:xfrm>
          <a:prstGeom prst="rect">
            <a:avLst/>
          </a:prstGeom>
          <a:no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rgbClr val="B85CBC"/>
                </a:solidFill>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B85CBC"/>
                </a:solidFill>
                <a:effectLst/>
                <a:uLnTx/>
                <a:uFillTx/>
                <a:latin typeface="Segoe UI"/>
                <a:ea typeface="+mn-ea"/>
                <a:cs typeface="+mn-cs"/>
              </a:rPr>
              <a:t>Push</a:t>
            </a:r>
          </a:p>
        </p:txBody>
      </p:sp>
      <p:sp>
        <p:nvSpPr>
          <p:cNvPr id="314" name="TextBox 313">
            <a:extLst>
              <a:ext uri="{FF2B5EF4-FFF2-40B4-BE49-F238E27FC236}">
                <a16:creationId xmlns:a16="http://schemas.microsoft.com/office/drawing/2014/main" id="{4BE1A48C-2953-846A-B430-B15B4A4660C7}"/>
              </a:ext>
            </a:extLst>
          </p:cNvPr>
          <p:cNvSpPr txBox="1"/>
          <p:nvPr/>
        </p:nvSpPr>
        <p:spPr>
          <a:xfrm>
            <a:off x="6276085" y="3821130"/>
            <a:ext cx="1150956" cy="138499"/>
          </a:xfrm>
          <a:prstGeom prst="rect">
            <a:avLst/>
          </a:prstGeom>
          <a:noFill/>
        </p:spPr>
        <p:txBody>
          <a:bodyPr wrap="non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rgbClr val="B85CBC"/>
                </a:solidFill>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B85CBC"/>
                </a:solidFill>
                <a:effectLst/>
                <a:uLnTx/>
                <a:uFillTx/>
                <a:latin typeface="Segoe UI"/>
                <a:ea typeface="+mn-ea"/>
                <a:cs typeface="+mn-cs"/>
              </a:rPr>
              <a:t>Discover and consume</a:t>
            </a:r>
          </a:p>
        </p:txBody>
      </p:sp>
      <p:sp>
        <p:nvSpPr>
          <p:cNvPr id="272" name="TextBox 271">
            <a:extLst>
              <a:ext uri="{FF2B5EF4-FFF2-40B4-BE49-F238E27FC236}">
                <a16:creationId xmlns:a16="http://schemas.microsoft.com/office/drawing/2014/main" id="{7FC82F91-ABB4-6473-BEF2-2CF635097031}"/>
              </a:ext>
            </a:extLst>
          </p:cNvPr>
          <p:cNvSpPr txBox="1"/>
          <p:nvPr/>
        </p:nvSpPr>
        <p:spPr>
          <a:xfrm>
            <a:off x="6619982" y="4272246"/>
            <a:ext cx="1076493" cy="809184"/>
          </a:xfrm>
          <a:prstGeom prst="roundRect">
            <a:avLst>
              <a:gd name="adj" fmla="val 4614"/>
            </a:avLst>
          </a:pr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27432" rIns="45720" bIns="27432"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sz="2000">
                <a:solidFill>
                  <a:srgbClr val="000000"/>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71463" marR="0" lvl="0" indent="-107950" algn="l" defTabSz="932472" rtl="0" eaLnBrk="1" fontAlgn="base" latinLnBrk="0" hangingPunct="1">
              <a:lnSpc>
                <a:spcPct val="100000"/>
              </a:lnSpc>
              <a:spcBef>
                <a:spcPct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78D4"/>
                </a:solidFill>
                <a:effectLst/>
                <a:uLnTx/>
                <a:uFillTx/>
                <a:latin typeface="Segoe UI"/>
                <a:ea typeface="+mn-ea"/>
                <a:cs typeface="Segoe UI" pitchFamily="34" charset="0"/>
              </a:rPr>
              <a:t>APIs, versions, deployments</a:t>
            </a:r>
          </a:p>
          <a:p>
            <a:pPr marL="271463" marR="0" lvl="0" indent="-107950" algn="l" defTabSz="932472" rtl="0" eaLnBrk="1" fontAlgn="base" latinLnBrk="0" hangingPunct="1">
              <a:lnSpc>
                <a:spcPct val="100000"/>
              </a:lnSpc>
              <a:spcBef>
                <a:spcPct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78D4"/>
                </a:solidFill>
                <a:effectLst/>
                <a:uLnTx/>
                <a:uFillTx/>
                <a:latin typeface="Segoe UI"/>
                <a:ea typeface="+mn-ea"/>
                <a:cs typeface="Segoe UI" pitchFamily="34" charset="0"/>
              </a:rPr>
              <a:t>API definitions</a:t>
            </a:r>
          </a:p>
          <a:p>
            <a:pPr marL="271463" marR="0" lvl="0" indent="-107950" algn="l" defTabSz="932472" rtl="0" eaLnBrk="1" fontAlgn="base" latinLnBrk="0" hangingPunct="1">
              <a:lnSpc>
                <a:spcPct val="100000"/>
              </a:lnSpc>
              <a:spcBef>
                <a:spcPct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78D4"/>
                </a:solidFill>
                <a:effectLst/>
                <a:uLnTx/>
                <a:uFillTx/>
                <a:latin typeface="Segoe UI"/>
                <a:ea typeface="+mn-ea"/>
                <a:cs typeface="Segoe UI" pitchFamily="34" charset="0"/>
              </a:rPr>
              <a:t>Metadata</a:t>
            </a:r>
          </a:p>
          <a:p>
            <a:pPr marL="271463" marR="0" lvl="0" indent="-107950" algn="l" defTabSz="932472" rtl="0" eaLnBrk="1" fontAlgn="base" latinLnBrk="0" hangingPunct="1">
              <a:lnSpc>
                <a:spcPct val="100000"/>
              </a:lnSpc>
              <a:spcBef>
                <a:spcPct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78D4"/>
                </a:solidFill>
                <a:effectLst/>
                <a:uLnTx/>
                <a:uFillTx/>
                <a:latin typeface="Segoe UI"/>
                <a:ea typeface="+mn-ea"/>
                <a:cs typeface="Segoe UI" pitchFamily="34" charset="0"/>
              </a:rPr>
              <a:t>RBAC</a:t>
            </a:r>
          </a:p>
        </p:txBody>
      </p:sp>
      <p:grpSp>
        <p:nvGrpSpPr>
          <p:cNvPr id="6" name="Group 5">
            <a:extLst>
              <a:ext uri="{FF2B5EF4-FFF2-40B4-BE49-F238E27FC236}">
                <a16:creationId xmlns:a16="http://schemas.microsoft.com/office/drawing/2014/main" id="{B53D0D3F-4DB9-EAD3-44F8-C0A5F939EB9E}"/>
              </a:ext>
            </a:extLst>
          </p:cNvPr>
          <p:cNvGrpSpPr>
            <a:grpSpLocks/>
          </p:cNvGrpSpPr>
          <p:nvPr/>
        </p:nvGrpSpPr>
        <p:grpSpPr>
          <a:xfrm>
            <a:off x="5607731" y="4028254"/>
            <a:ext cx="1209995" cy="1218958"/>
            <a:chOff x="5390059" y="3228230"/>
            <a:chExt cx="1411882" cy="1422466"/>
          </a:xfrm>
        </p:grpSpPr>
        <p:sp>
          <p:nvSpPr>
            <p:cNvPr id="4" name="Oval 3">
              <a:extLst>
                <a:ext uri="{FF2B5EF4-FFF2-40B4-BE49-F238E27FC236}">
                  <a16:creationId xmlns:a16="http://schemas.microsoft.com/office/drawing/2014/main" id="{6934CE33-ED21-BFCF-E8A4-218A67AF35E4}"/>
                </a:ext>
              </a:extLst>
            </p:cNvPr>
            <p:cNvSpPr>
              <a:spLocks/>
            </p:cNvSpPr>
            <p:nvPr/>
          </p:nvSpPr>
          <p:spPr bwMode="auto">
            <a:xfrm>
              <a:off x="5390059" y="3228230"/>
              <a:ext cx="1411882" cy="1422466"/>
            </a:xfrm>
            <a:prstGeom prst="ellipse">
              <a:avLst/>
            </a:prstGeom>
            <a:solidFill>
              <a:schemeClr val="tx1">
                <a:alpha val="66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5" name="Oval 4">
              <a:extLst>
                <a:ext uri="{FF2B5EF4-FFF2-40B4-BE49-F238E27FC236}">
                  <a16:creationId xmlns:a16="http://schemas.microsoft.com/office/drawing/2014/main" id="{37955A5C-8ACC-B4AA-C193-86B1B2DCD9BC}"/>
                </a:ext>
              </a:extLst>
            </p:cNvPr>
            <p:cNvSpPr>
              <a:spLocks/>
            </p:cNvSpPr>
            <p:nvPr/>
          </p:nvSpPr>
          <p:spPr>
            <a:xfrm>
              <a:off x="5426724" y="3265170"/>
              <a:ext cx="1338552" cy="1348586"/>
            </a:xfrm>
            <a:prstGeom prst="ellipse">
              <a:avLst/>
            </a:prstGeom>
            <a:gradFill>
              <a:gsLst>
                <a:gs pos="0">
                  <a:schemeClr val="accent5">
                    <a:lumMod val="75000"/>
                  </a:schemeClr>
                </a:gs>
                <a:gs pos="100000">
                  <a:srgbClr val="0078D4"/>
                </a:gs>
              </a:gsLst>
              <a:lin ang="1380000" scaled="0"/>
            </a:gradFill>
            <a:ln>
              <a:noFill/>
              <a:headEnd type="none" w="med" len="med"/>
              <a:tailEnd type="none" w="med" len="med"/>
            </a:ln>
            <a:effectLst>
              <a:outerShdw blurRad="114300" algn="ctr" rotWithShape="0">
                <a:prstClr val="black">
                  <a:alpha val="8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Segoe UI" pitchFamily="34" charset="0"/>
                </a:rPr>
                <a:t>API </a:t>
              </a:r>
              <a:br>
                <a:rPr kumimoji="0" lang="en-US" sz="1600" b="0" i="0" u="none" strike="noStrike" kern="1200" cap="none" spc="0" normalizeH="0" baseline="0" noProof="0">
                  <a:ln>
                    <a:noFill/>
                  </a:ln>
                  <a:solidFill>
                    <a:srgbClr val="FFFFFF"/>
                  </a:solidFill>
                  <a:effectLst/>
                  <a:uLnTx/>
                  <a:uFillTx/>
                  <a:latin typeface="Segoe UI Semibold"/>
                  <a:ea typeface="+mn-ea"/>
                  <a:cs typeface="Segoe UI" pitchFamily="34" charset="0"/>
                </a:rPr>
              </a:br>
              <a:r>
                <a:rPr kumimoji="0" lang="en-US" sz="1600" b="0" i="0" u="none" strike="noStrike" kern="1200" cap="none" spc="0" normalizeH="0" baseline="0" noProof="0">
                  <a:ln>
                    <a:noFill/>
                  </a:ln>
                  <a:solidFill>
                    <a:srgbClr val="FFFFFF"/>
                  </a:solidFill>
                  <a:effectLst/>
                  <a:uLnTx/>
                  <a:uFillTx/>
                  <a:latin typeface="Segoe UI Semibold"/>
                  <a:ea typeface="+mn-ea"/>
                  <a:cs typeface="Segoe UI" pitchFamily="34" charset="0"/>
                </a:rPr>
                <a:t>Center</a:t>
              </a:r>
            </a:p>
          </p:txBody>
        </p:sp>
        <p:pic>
          <p:nvPicPr>
            <p:cNvPr id="3" name="Graphic 2">
              <a:extLst>
                <a:ext uri="{FF2B5EF4-FFF2-40B4-BE49-F238E27FC236}">
                  <a16:creationId xmlns:a16="http://schemas.microsoft.com/office/drawing/2014/main" id="{B978D7F4-4862-1960-74D0-946A77088FC3}"/>
                </a:ext>
              </a:extLst>
            </p:cNvPr>
            <p:cNvPicPr>
              <a:picLocks/>
            </p:cNvPicPr>
            <p:nvPr/>
          </p:nvPicPr>
          <p:blipFill>
            <a:blip>
              <a:alphaModFix amt="19000"/>
              <a:extLst>
                <a:ext uri="{96DAC541-7B7A-43D3-8B79-37D633B846F1}">
                  <asvg:svgBlip xmlns:asvg="http://schemas.microsoft.com/office/drawing/2016/SVG/main" r:embed="rId5"/>
                </a:ext>
              </a:extLst>
            </a:blip>
            <a:stretch>
              <a:fillRect/>
            </a:stretch>
          </p:blipFill>
          <p:spPr>
            <a:xfrm>
              <a:off x="5420021" y="3258417"/>
              <a:ext cx="1351959" cy="1362093"/>
            </a:xfrm>
            <a:prstGeom prst="rect">
              <a:avLst/>
            </a:prstGeom>
          </p:spPr>
        </p:pic>
      </p:grpSp>
      <p:grpSp>
        <p:nvGrpSpPr>
          <p:cNvPr id="440" name="Group 439">
            <a:extLst>
              <a:ext uri="{FF2B5EF4-FFF2-40B4-BE49-F238E27FC236}">
                <a16:creationId xmlns:a16="http://schemas.microsoft.com/office/drawing/2014/main" id="{DA5401D3-0BB6-2258-2C2C-EF414F3DE87A}"/>
              </a:ext>
            </a:extLst>
          </p:cNvPr>
          <p:cNvGrpSpPr/>
          <p:nvPr/>
        </p:nvGrpSpPr>
        <p:grpSpPr>
          <a:xfrm>
            <a:off x="1310627" y="2084044"/>
            <a:ext cx="9467631" cy="3879953"/>
            <a:chOff x="1310627" y="2084044"/>
            <a:chExt cx="9467631" cy="3879953"/>
          </a:xfrm>
        </p:grpSpPr>
        <p:grpSp>
          <p:nvGrpSpPr>
            <p:cNvPr id="320" name="Group 319">
              <a:extLst>
                <a:ext uri="{FF2B5EF4-FFF2-40B4-BE49-F238E27FC236}">
                  <a16:creationId xmlns:a16="http://schemas.microsoft.com/office/drawing/2014/main" id="{6A0642D1-691D-8DDA-2985-A9BE21D2D8D9}"/>
                </a:ext>
              </a:extLst>
            </p:cNvPr>
            <p:cNvGrpSpPr/>
            <p:nvPr/>
          </p:nvGrpSpPr>
          <p:grpSpPr>
            <a:xfrm>
              <a:off x="1310627" y="2084044"/>
              <a:ext cx="9291331" cy="3879953"/>
              <a:chOff x="1310627" y="2084044"/>
              <a:chExt cx="9291331" cy="3879953"/>
            </a:xfrm>
          </p:grpSpPr>
          <p:grpSp>
            <p:nvGrpSpPr>
              <p:cNvPr id="296" name="Group 295">
                <a:extLst>
                  <a:ext uri="{FF2B5EF4-FFF2-40B4-BE49-F238E27FC236}">
                    <a16:creationId xmlns:a16="http://schemas.microsoft.com/office/drawing/2014/main" id="{90400C7C-8F40-3B04-737C-A1B45FDFCDF6}"/>
                  </a:ext>
                </a:extLst>
              </p:cNvPr>
              <p:cNvGrpSpPr/>
              <p:nvPr/>
            </p:nvGrpSpPr>
            <p:grpSpPr>
              <a:xfrm>
                <a:off x="1416191" y="2084044"/>
                <a:ext cx="9185767" cy="3763186"/>
                <a:chOff x="1253633" y="2084044"/>
                <a:chExt cx="9185767" cy="3763186"/>
              </a:xfrm>
            </p:grpSpPr>
            <p:sp>
              <p:nvSpPr>
                <p:cNvPr id="200" name="Freeform: Shape 199">
                  <a:extLst>
                    <a:ext uri="{FF2B5EF4-FFF2-40B4-BE49-F238E27FC236}">
                      <a16:creationId xmlns:a16="http://schemas.microsoft.com/office/drawing/2014/main" id="{EEA0B471-EF7C-2993-77E1-91EC38206D9F}"/>
                    </a:ext>
                  </a:extLst>
                </p:cNvPr>
                <p:cNvSpPr/>
                <p:nvPr/>
              </p:nvSpPr>
              <p:spPr>
                <a:xfrm>
                  <a:off x="1253633" y="4103816"/>
                  <a:ext cx="465698" cy="1442907"/>
                </a:xfrm>
                <a:custGeom>
                  <a:avLst/>
                  <a:gdLst>
                    <a:gd name="connsiteX0" fmla="*/ 465699 w 465698"/>
                    <a:gd name="connsiteY0" fmla="*/ 0 h 1442907"/>
                    <a:gd name="connsiteX1" fmla="*/ 0 w 465698"/>
                    <a:gd name="connsiteY1" fmla="*/ 1442908 h 1442907"/>
                  </a:gdLst>
                  <a:ahLst/>
                  <a:cxnLst>
                    <a:cxn ang="0">
                      <a:pos x="connsiteX0" y="connsiteY0"/>
                    </a:cxn>
                    <a:cxn ang="0">
                      <a:pos x="connsiteX1" y="connsiteY1"/>
                    </a:cxn>
                  </a:cxnLst>
                  <a:rect l="l" t="t" r="r" b="b"/>
                  <a:pathLst>
                    <a:path w="465698" h="1442907">
                      <a:moveTo>
                        <a:pt x="465699" y="0"/>
                      </a:moveTo>
                      <a:lnTo>
                        <a:pt x="0" y="1442908"/>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03" name="Freeform: Shape 202">
                  <a:extLst>
                    <a:ext uri="{FF2B5EF4-FFF2-40B4-BE49-F238E27FC236}">
                      <a16:creationId xmlns:a16="http://schemas.microsoft.com/office/drawing/2014/main" id="{836DFBF0-95EC-FD2D-0EB1-E6558265DAF6}"/>
                    </a:ext>
                  </a:extLst>
                </p:cNvPr>
                <p:cNvSpPr/>
                <p:nvPr/>
              </p:nvSpPr>
              <p:spPr>
                <a:xfrm>
                  <a:off x="2139843" y="5408421"/>
                  <a:ext cx="851727" cy="138303"/>
                </a:xfrm>
                <a:custGeom>
                  <a:avLst/>
                  <a:gdLst>
                    <a:gd name="connsiteX0" fmla="*/ 0 w 851727"/>
                    <a:gd name="connsiteY0" fmla="*/ 138303 h 138303"/>
                    <a:gd name="connsiteX1" fmla="*/ 851727 w 851727"/>
                    <a:gd name="connsiteY1" fmla="*/ 0 h 138303"/>
                  </a:gdLst>
                  <a:ahLst/>
                  <a:cxnLst>
                    <a:cxn ang="0">
                      <a:pos x="connsiteX0" y="connsiteY0"/>
                    </a:cxn>
                    <a:cxn ang="0">
                      <a:pos x="connsiteX1" y="connsiteY1"/>
                    </a:cxn>
                  </a:cxnLst>
                  <a:rect l="l" t="t" r="r" b="b"/>
                  <a:pathLst>
                    <a:path w="851727" h="138303">
                      <a:moveTo>
                        <a:pt x="0" y="138303"/>
                      </a:moveTo>
                      <a:lnTo>
                        <a:pt x="851727"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04" name="Freeform: Shape 203">
                  <a:extLst>
                    <a:ext uri="{FF2B5EF4-FFF2-40B4-BE49-F238E27FC236}">
                      <a16:creationId xmlns:a16="http://schemas.microsoft.com/office/drawing/2014/main" id="{82A0BEA3-028C-A84F-2042-57AD16033D4F}"/>
                    </a:ext>
                  </a:extLst>
                </p:cNvPr>
                <p:cNvSpPr/>
                <p:nvPr/>
              </p:nvSpPr>
              <p:spPr>
                <a:xfrm>
                  <a:off x="3139441" y="5247212"/>
                  <a:ext cx="1298274" cy="600018"/>
                </a:xfrm>
                <a:custGeom>
                  <a:avLst/>
                  <a:gdLst>
                    <a:gd name="connsiteX0" fmla="*/ 1279209 w 1279209"/>
                    <a:gd name="connsiteY0" fmla="*/ 0 h 600018"/>
                    <a:gd name="connsiteX1" fmla="*/ 0 w 1279209"/>
                    <a:gd name="connsiteY1" fmla="*/ 161208 h 600018"/>
                    <a:gd name="connsiteX2" fmla="*/ 409805 w 1279209"/>
                    <a:gd name="connsiteY2" fmla="*/ 600018 h 600018"/>
                  </a:gdLst>
                  <a:ahLst/>
                  <a:cxnLst>
                    <a:cxn ang="0">
                      <a:pos x="connsiteX0" y="connsiteY0"/>
                    </a:cxn>
                    <a:cxn ang="0">
                      <a:pos x="connsiteX1" y="connsiteY1"/>
                    </a:cxn>
                    <a:cxn ang="0">
                      <a:pos x="connsiteX2" y="connsiteY2"/>
                    </a:cxn>
                  </a:cxnLst>
                  <a:rect l="l" t="t" r="r" b="b"/>
                  <a:pathLst>
                    <a:path w="1279209" h="600018">
                      <a:moveTo>
                        <a:pt x="1279209" y="0"/>
                      </a:moveTo>
                      <a:lnTo>
                        <a:pt x="0" y="161208"/>
                      </a:lnTo>
                      <a:lnTo>
                        <a:pt x="409805" y="600018"/>
                      </a:lnTo>
                    </a:path>
                  </a:pathLst>
                </a:custGeom>
                <a:noFill/>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05" name="Freeform: Shape 204">
                  <a:extLst>
                    <a:ext uri="{FF2B5EF4-FFF2-40B4-BE49-F238E27FC236}">
                      <a16:creationId xmlns:a16="http://schemas.microsoft.com/office/drawing/2014/main" id="{251BB39D-B0C5-CFBF-F969-C82FA11228CE}"/>
                    </a:ext>
                  </a:extLst>
                </p:cNvPr>
                <p:cNvSpPr/>
                <p:nvPr/>
              </p:nvSpPr>
              <p:spPr>
                <a:xfrm>
                  <a:off x="1315004" y="5627639"/>
                  <a:ext cx="583212" cy="12448"/>
                </a:xfrm>
                <a:custGeom>
                  <a:avLst/>
                  <a:gdLst>
                    <a:gd name="connsiteX0" fmla="*/ 0 w 583212"/>
                    <a:gd name="connsiteY0" fmla="*/ 0 h 12448"/>
                    <a:gd name="connsiteX1" fmla="*/ 583213 w 583212"/>
                    <a:gd name="connsiteY1" fmla="*/ 0 h 12448"/>
                  </a:gdLst>
                  <a:ahLst/>
                  <a:cxnLst>
                    <a:cxn ang="0">
                      <a:pos x="connsiteX0" y="connsiteY0"/>
                    </a:cxn>
                    <a:cxn ang="0">
                      <a:pos x="connsiteX1" y="connsiteY1"/>
                    </a:cxn>
                  </a:cxnLst>
                  <a:rect l="l" t="t" r="r" b="b"/>
                  <a:pathLst>
                    <a:path w="583212" h="12448">
                      <a:moveTo>
                        <a:pt x="0" y="0"/>
                      </a:moveTo>
                      <a:lnTo>
                        <a:pt x="583213"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06" name="Freeform: Shape 205">
                  <a:extLst>
                    <a:ext uri="{FF2B5EF4-FFF2-40B4-BE49-F238E27FC236}">
                      <a16:creationId xmlns:a16="http://schemas.microsoft.com/office/drawing/2014/main" id="{412E99C4-3C36-7754-2634-F9391B2BE5C3}"/>
                    </a:ext>
                  </a:extLst>
                </p:cNvPr>
                <p:cNvSpPr/>
                <p:nvPr/>
              </p:nvSpPr>
              <p:spPr>
                <a:xfrm>
                  <a:off x="1287742" y="3175904"/>
                  <a:ext cx="431590" cy="776911"/>
                </a:xfrm>
                <a:custGeom>
                  <a:avLst/>
                  <a:gdLst>
                    <a:gd name="connsiteX0" fmla="*/ 431590 w 431590"/>
                    <a:gd name="connsiteY0" fmla="*/ 776912 h 776911"/>
                    <a:gd name="connsiteX1" fmla="*/ 0 w 431590"/>
                    <a:gd name="connsiteY1" fmla="*/ 0 h 776911"/>
                  </a:gdLst>
                  <a:ahLst/>
                  <a:cxnLst>
                    <a:cxn ang="0">
                      <a:pos x="connsiteX0" y="connsiteY0"/>
                    </a:cxn>
                    <a:cxn ang="0">
                      <a:pos x="connsiteX1" y="connsiteY1"/>
                    </a:cxn>
                  </a:cxnLst>
                  <a:rect l="l" t="t" r="r" b="b"/>
                  <a:pathLst>
                    <a:path w="431590" h="776911">
                      <a:moveTo>
                        <a:pt x="431590" y="776912"/>
                      </a:moveTo>
                      <a:lnTo>
                        <a:pt x="0"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09" name="Freeform: Shape 208">
                  <a:extLst>
                    <a:ext uri="{FF2B5EF4-FFF2-40B4-BE49-F238E27FC236}">
                      <a16:creationId xmlns:a16="http://schemas.microsoft.com/office/drawing/2014/main" id="{0FEF636C-1920-BB09-C918-A84A06D0ED1F}"/>
                    </a:ext>
                  </a:extLst>
                </p:cNvPr>
                <p:cNvSpPr/>
                <p:nvPr/>
              </p:nvSpPr>
              <p:spPr>
                <a:xfrm>
                  <a:off x="3316849" y="3889453"/>
                  <a:ext cx="45719" cy="539672"/>
                </a:xfrm>
                <a:custGeom>
                  <a:avLst/>
                  <a:gdLst>
                    <a:gd name="connsiteX0" fmla="*/ 0 w 12448"/>
                    <a:gd name="connsiteY0" fmla="*/ 428727 h 428726"/>
                    <a:gd name="connsiteX1" fmla="*/ 0 w 12448"/>
                    <a:gd name="connsiteY1" fmla="*/ 0 h 428726"/>
                  </a:gdLst>
                  <a:ahLst/>
                  <a:cxnLst>
                    <a:cxn ang="0">
                      <a:pos x="connsiteX0" y="connsiteY0"/>
                    </a:cxn>
                    <a:cxn ang="0">
                      <a:pos x="connsiteX1" y="connsiteY1"/>
                    </a:cxn>
                  </a:cxnLst>
                  <a:rect l="l" t="t" r="r" b="b"/>
                  <a:pathLst>
                    <a:path w="12448" h="428726">
                      <a:moveTo>
                        <a:pt x="0" y="428727"/>
                      </a:moveTo>
                      <a:lnTo>
                        <a:pt x="0"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11" name="Freeform: Shape 210">
                  <a:extLst>
                    <a:ext uri="{FF2B5EF4-FFF2-40B4-BE49-F238E27FC236}">
                      <a16:creationId xmlns:a16="http://schemas.microsoft.com/office/drawing/2014/main" id="{761AA30A-5E40-D707-0DD9-0B426285D3CA}"/>
                    </a:ext>
                  </a:extLst>
                </p:cNvPr>
                <p:cNvSpPr/>
                <p:nvPr/>
              </p:nvSpPr>
              <p:spPr>
                <a:xfrm>
                  <a:off x="4521119" y="5331364"/>
                  <a:ext cx="12448" cy="161083"/>
                </a:xfrm>
                <a:custGeom>
                  <a:avLst/>
                  <a:gdLst>
                    <a:gd name="connsiteX0" fmla="*/ 0 w 12448"/>
                    <a:gd name="connsiteY0" fmla="*/ 0 h 161083"/>
                    <a:gd name="connsiteX1" fmla="*/ 0 w 12448"/>
                    <a:gd name="connsiteY1" fmla="*/ 161084 h 161083"/>
                  </a:gdLst>
                  <a:ahLst/>
                  <a:cxnLst>
                    <a:cxn ang="0">
                      <a:pos x="connsiteX0" y="connsiteY0"/>
                    </a:cxn>
                    <a:cxn ang="0">
                      <a:pos x="connsiteX1" y="connsiteY1"/>
                    </a:cxn>
                  </a:cxnLst>
                  <a:rect l="l" t="t" r="r" b="b"/>
                  <a:pathLst>
                    <a:path w="12448" h="161083">
                      <a:moveTo>
                        <a:pt x="0" y="0"/>
                      </a:moveTo>
                      <a:lnTo>
                        <a:pt x="0" y="161084"/>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14" name="Freeform: Shape 213">
                  <a:extLst>
                    <a:ext uri="{FF2B5EF4-FFF2-40B4-BE49-F238E27FC236}">
                      <a16:creationId xmlns:a16="http://schemas.microsoft.com/office/drawing/2014/main" id="{03FE01A1-1C0D-DCDD-C30A-B7211E51BA23}"/>
                    </a:ext>
                  </a:extLst>
                </p:cNvPr>
                <p:cNvSpPr/>
                <p:nvPr/>
              </p:nvSpPr>
              <p:spPr>
                <a:xfrm>
                  <a:off x="9290145" y="3827145"/>
                  <a:ext cx="1149255" cy="466725"/>
                </a:xfrm>
                <a:custGeom>
                  <a:avLst/>
                  <a:gdLst>
                    <a:gd name="connsiteX0" fmla="*/ 1137794 w 1137793"/>
                    <a:gd name="connsiteY0" fmla="*/ 426486 h 426486"/>
                    <a:gd name="connsiteX1" fmla="*/ 0 w 1137793"/>
                    <a:gd name="connsiteY1" fmla="*/ 189715 h 426486"/>
                    <a:gd name="connsiteX2" fmla="*/ 800937 w 1137793"/>
                    <a:gd name="connsiteY2" fmla="*/ 0 h 426486"/>
                  </a:gdLst>
                  <a:ahLst/>
                  <a:cxnLst>
                    <a:cxn ang="0">
                      <a:pos x="connsiteX0" y="connsiteY0"/>
                    </a:cxn>
                    <a:cxn ang="0">
                      <a:pos x="connsiteX1" y="connsiteY1"/>
                    </a:cxn>
                    <a:cxn ang="0">
                      <a:pos x="connsiteX2" y="connsiteY2"/>
                    </a:cxn>
                  </a:cxnLst>
                  <a:rect l="l" t="t" r="r" b="b"/>
                  <a:pathLst>
                    <a:path w="1137793" h="426486">
                      <a:moveTo>
                        <a:pt x="1137794" y="426486"/>
                      </a:moveTo>
                      <a:lnTo>
                        <a:pt x="0" y="189715"/>
                      </a:lnTo>
                      <a:lnTo>
                        <a:pt x="800937" y="0"/>
                      </a:lnTo>
                    </a:path>
                  </a:pathLst>
                </a:custGeom>
                <a:noFill/>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15" name="Freeform: Shape 214">
                  <a:extLst>
                    <a:ext uri="{FF2B5EF4-FFF2-40B4-BE49-F238E27FC236}">
                      <a16:creationId xmlns:a16="http://schemas.microsoft.com/office/drawing/2014/main" id="{4FA1230C-7645-5F20-B7D2-8AF71060CEC3}"/>
                    </a:ext>
                  </a:extLst>
                </p:cNvPr>
                <p:cNvSpPr/>
                <p:nvPr/>
              </p:nvSpPr>
              <p:spPr>
                <a:xfrm>
                  <a:off x="8978808" y="5282442"/>
                  <a:ext cx="973224" cy="535037"/>
                </a:xfrm>
                <a:custGeom>
                  <a:avLst/>
                  <a:gdLst>
                    <a:gd name="connsiteX0" fmla="*/ 973225 w 973224"/>
                    <a:gd name="connsiteY0" fmla="*/ 535037 h 535037"/>
                    <a:gd name="connsiteX1" fmla="*/ 0 w 973224"/>
                    <a:gd name="connsiteY1" fmla="*/ 0 h 535037"/>
                  </a:gdLst>
                  <a:ahLst/>
                  <a:cxnLst>
                    <a:cxn ang="0">
                      <a:pos x="connsiteX0" y="connsiteY0"/>
                    </a:cxn>
                    <a:cxn ang="0">
                      <a:pos x="connsiteX1" y="connsiteY1"/>
                    </a:cxn>
                  </a:cxnLst>
                  <a:rect l="l" t="t" r="r" b="b"/>
                  <a:pathLst>
                    <a:path w="973224" h="535037">
                      <a:moveTo>
                        <a:pt x="973225" y="535037"/>
                      </a:moveTo>
                      <a:lnTo>
                        <a:pt x="0"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16" name="Freeform: Shape 215">
                  <a:extLst>
                    <a:ext uri="{FF2B5EF4-FFF2-40B4-BE49-F238E27FC236}">
                      <a16:creationId xmlns:a16="http://schemas.microsoft.com/office/drawing/2014/main" id="{20631EF3-A33A-566A-5192-60C6960E61F6}"/>
                    </a:ext>
                  </a:extLst>
                </p:cNvPr>
                <p:cNvSpPr/>
                <p:nvPr/>
              </p:nvSpPr>
              <p:spPr>
                <a:xfrm>
                  <a:off x="8179240" y="3781026"/>
                  <a:ext cx="952684" cy="210130"/>
                </a:xfrm>
                <a:custGeom>
                  <a:avLst/>
                  <a:gdLst>
                    <a:gd name="connsiteX0" fmla="*/ 952685 w 952684"/>
                    <a:gd name="connsiteY0" fmla="*/ 210131 h 210130"/>
                    <a:gd name="connsiteX1" fmla="*/ 0 w 952684"/>
                    <a:gd name="connsiteY1" fmla="*/ 0 h 210130"/>
                  </a:gdLst>
                  <a:ahLst/>
                  <a:cxnLst>
                    <a:cxn ang="0">
                      <a:pos x="connsiteX0" y="connsiteY0"/>
                    </a:cxn>
                    <a:cxn ang="0">
                      <a:pos x="connsiteX1" y="connsiteY1"/>
                    </a:cxn>
                  </a:cxnLst>
                  <a:rect l="l" t="t" r="r" b="b"/>
                  <a:pathLst>
                    <a:path w="952684" h="210130">
                      <a:moveTo>
                        <a:pt x="952685" y="210131"/>
                      </a:moveTo>
                      <a:lnTo>
                        <a:pt x="0"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18" name="Freeform: Shape 217">
                  <a:extLst>
                    <a:ext uri="{FF2B5EF4-FFF2-40B4-BE49-F238E27FC236}">
                      <a16:creationId xmlns:a16="http://schemas.microsoft.com/office/drawing/2014/main" id="{11471225-E0E3-BC68-E9C0-1F6FCBD8E531}"/>
                    </a:ext>
                  </a:extLst>
                </p:cNvPr>
                <p:cNvSpPr/>
                <p:nvPr/>
              </p:nvSpPr>
              <p:spPr>
                <a:xfrm>
                  <a:off x="8106167" y="2505178"/>
                  <a:ext cx="1461579" cy="1228544"/>
                </a:xfrm>
                <a:custGeom>
                  <a:avLst/>
                  <a:gdLst>
                    <a:gd name="connsiteX0" fmla="*/ 961772 w 1461579"/>
                    <a:gd name="connsiteY0" fmla="*/ 0 h 1228544"/>
                    <a:gd name="connsiteX1" fmla="*/ 1461580 w 1461579"/>
                    <a:gd name="connsiteY1" fmla="*/ 826830 h 1228544"/>
                    <a:gd name="connsiteX2" fmla="*/ 0 w 1461579"/>
                    <a:gd name="connsiteY2" fmla="*/ 1228544 h 1228544"/>
                  </a:gdLst>
                  <a:ahLst/>
                  <a:cxnLst>
                    <a:cxn ang="0">
                      <a:pos x="connsiteX0" y="connsiteY0"/>
                    </a:cxn>
                    <a:cxn ang="0">
                      <a:pos x="connsiteX1" y="connsiteY1"/>
                    </a:cxn>
                    <a:cxn ang="0">
                      <a:pos x="connsiteX2" y="connsiteY2"/>
                    </a:cxn>
                  </a:cxnLst>
                  <a:rect l="l" t="t" r="r" b="b"/>
                  <a:pathLst>
                    <a:path w="1461579" h="1228544">
                      <a:moveTo>
                        <a:pt x="961772" y="0"/>
                      </a:moveTo>
                      <a:lnTo>
                        <a:pt x="1461580" y="826830"/>
                      </a:lnTo>
                      <a:lnTo>
                        <a:pt x="0" y="1228544"/>
                      </a:lnTo>
                    </a:path>
                  </a:pathLst>
                </a:custGeom>
                <a:noFill/>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19" name="Freeform: Shape 218">
                  <a:extLst>
                    <a:ext uri="{FF2B5EF4-FFF2-40B4-BE49-F238E27FC236}">
                      <a16:creationId xmlns:a16="http://schemas.microsoft.com/office/drawing/2014/main" id="{1D0F8BE5-F784-B480-0A8F-2CC8DCA2380D}"/>
                    </a:ext>
                  </a:extLst>
                </p:cNvPr>
                <p:cNvSpPr/>
                <p:nvPr/>
              </p:nvSpPr>
              <p:spPr>
                <a:xfrm>
                  <a:off x="9111509" y="2084044"/>
                  <a:ext cx="1112274" cy="300258"/>
                </a:xfrm>
                <a:custGeom>
                  <a:avLst/>
                  <a:gdLst>
                    <a:gd name="connsiteX0" fmla="*/ 0 w 1112274"/>
                    <a:gd name="connsiteY0" fmla="*/ 300258 h 300258"/>
                    <a:gd name="connsiteX1" fmla="*/ 1112275 w 1112274"/>
                    <a:gd name="connsiteY1" fmla="*/ 0 h 300258"/>
                  </a:gdLst>
                  <a:ahLst/>
                  <a:cxnLst>
                    <a:cxn ang="0">
                      <a:pos x="connsiteX0" y="connsiteY0"/>
                    </a:cxn>
                    <a:cxn ang="0">
                      <a:pos x="connsiteX1" y="connsiteY1"/>
                    </a:cxn>
                  </a:cxnLst>
                  <a:rect l="l" t="t" r="r" b="b"/>
                  <a:pathLst>
                    <a:path w="1112274" h="300258">
                      <a:moveTo>
                        <a:pt x="0" y="300258"/>
                      </a:moveTo>
                      <a:lnTo>
                        <a:pt x="1112275"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0" name="Freeform: Shape 219">
                  <a:extLst>
                    <a:ext uri="{FF2B5EF4-FFF2-40B4-BE49-F238E27FC236}">
                      <a16:creationId xmlns:a16="http://schemas.microsoft.com/office/drawing/2014/main" id="{88352978-C2F2-A3F4-0A9F-B261CD8AB6CD}"/>
                    </a:ext>
                  </a:extLst>
                </p:cNvPr>
                <p:cNvSpPr/>
                <p:nvPr/>
              </p:nvSpPr>
              <p:spPr>
                <a:xfrm>
                  <a:off x="7540382" y="2427125"/>
                  <a:ext cx="1415894" cy="78052"/>
                </a:xfrm>
                <a:custGeom>
                  <a:avLst/>
                  <a:gdLst>
                    <a:gd name="connsiteX0" fmla="*/ 1415894 w 1415894"/>
                    <a:gd name="connsiteY0" fmla="*/ 0 h 78052"/>
                    <a:gd name="connsiteX1" fmla="*/ 0 w 1415894"/>
                    <a:gd name="connsiteY1" fmla="*/ 78052 h 78052"/>
                  </a:gdLst>
                  <a:ahLst/>
                  <a:cxnLst>
                    <a:cxn ang="0">
                      <a:pos x="connsiteX0" y="connsiteY0"/>
                    </a:cxn>
                    <a:cxn ang="0">
                      <a:pos x="connsiteX1" y="connsiteY1"/>
                    </a:cxn>
                  </a:cxnLst>
                  <a:rect l="l" t="t" r="r" b="b"/>
                  <a:pathLst>
                    <a:path w="1415894" h="78052">
                      <a:moveTo>
                        <a:pt x="1415894" y="0"/>
                      </a:moveTo>
                      <a:lnTo>
                        <a:pt x="0" y="78052"/>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1" name="Freeform: Shape 220">
                  <a:extLst>
                    <a:ext uri="{FF2B5EF4-FFF2-40B4-BE49-F238E27FC236}">
                      <a16:creationId xmlns:a16="http://schemas.microsoft.com/office/drawing/2014/main" id="{DC6E7996-39CD-05E6-43A7-17F33714F4D3}"/>
                    </a:ext>
                  </a:extLst>
                </p:cNvPr>
                <p:cNvSpPr/>
                <p:nvPr/>
              </p:nvSpPr>
              <p:spPr>
                <a:xfrm>
                  <a:off x="7456977" y="2589205"/>
                  <a:ext cx="623795" cy="1125345"/>
                </a:xfrm>
                <a:custGeom>
                  <a:avLst/>
                  <a:gdLst>
                    <a:gd name="connsiteX0" fmla="*/ 0 w 623795"/>
                    <a:gd name="connsiteY0" fmla="*/ 0 h 1125345"/>
                    <a:gd name="connsiteX1" fmla="*/ 623795 w 623795"/>
                    <a:gd name="connsiteY1" fmla="*/ 1125346 h 1125345"/>
                  </a:gdLst>
                  <a:ahLst/>
                  <a:cxnLst>
                    <a:cxn ang="0">
                      <a:pos x="connsiteX0" y="connsiteY0"/>
                    </a:cxn>
                    <a:cxn ang="0">
                      <a:pos x="connsiteX1" y="connsiteY1"/>
                    </a:cxn>
                  </a:cxnLst>
                  <a:rect l="l" t="t" r="r" b="b"/>
                  <a:pathLst>
                    <a:path w="623795" h="1125345">
                      <a:moveTo>
                        <a:pt x="0" y="0"/>
                      </a:moveTo>
                      <a:lnTo>
                        <a:pt x="623795" y="1125346"/>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2" name="Freeform: Shape 221">
                  <a:extLst>
                    <a:ext uri="{FF2B5EF4-FFF2-40B4-BE49-F238E27FC236}">
                      <a16:creationId xmlns:a16="http://schemas.microsoft.com/office/drawing/2014/main" id="{E95F7141-CD08-2A38-8E04-73367FAD3764}"/>
                    </a:ext>
                  </a:extLst>
                </p:cNvPr>
                <p:cNvSpPr/>
                <p:nvPr/>
              </p:nvSpPr>
              <p:spPr>
                <a:xfrm>
                  <a:off x="5979214" y="2305130"/>
                  <a:ext cx="1394233" cy="200047"/>
                </a:xfrm>
                <a:custGeom>
                  <a:avLst/>
                  <a:gdLst>
                    <a:gd name="connsiteX0" fmla="*/ 1394234 w 1394233"/>
                    <a:gd name="connsiteY0" fmla="*/ 200048 h 200047"/>
                    <a:gd name="connsiteX1" fmla="*/ 0 w 1394233"/>
                    <a:gd name="connsiteY1" fmla="*/ 0 h 200047"/>
                  </a:gdLst>
                  <a:ahLst/>
                  <a:cxnLst>
                    <a:cxn ang="0">
                      <a:pos x="connsiteX0" y="connsiteY0"/>
                    </a:cxn>
                    <a:cxn ang="0">
                      <a:pos x="connsiteX1" y="connsiteY1"/>
                    </a:cxn>
                  </a:cxnLst>
                  <a:rect l="l" t="t" r="r" b="b"/>
                  <a:pathLst>
                    <a:path w="1394233" h="200047">
                      <a:moveTo>
                        <a:pt x="1394234" y="200048"/>
                      </a:moveTo>
                      <a:lnTo>
                        <a:pt x="0"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3" name="Freeform: Shape 222">
                  <a:extLst>
                    <a:ext uri="{FF2B5EF4-FFF2-40B4-BE49-F238E27FC236}">
                      <a16:creationId xmlns:a16="http://schemas.microsoft.com/office/drawing/2014/main" id="{4918F0CD-1E03-E66E-2509-87FE576A403A}"/>
                    </a:ext>
                  </a:extLst>
                </p:cNvPr>
                <p:cNvSpPr/>
                <p:nvPr/>
              </p:nvSpPr>
              <p:spPr>
                <a:xfrm>
                  <a:off x="6050170" y="2556092"/>
                  <a:ext cx="1340456" cy="500554"/>
                </a:xfrm>
                <a:custGeom>
                  <a:avLst/>
                  <a:gdLst>
                    <a:gd name="connsiteX0" fmla="*/ 0 w 1340456"/>
                    <a:gd name="connsiteY0" fmla="*/ 500555 h 500554"/>
                    <a:gd name="connsiteX1" fmla="*/ 1340456 w 1340456"/>
                    <a:gd name="connsiteY1" fmla="*/ 0 h 500554"/>
                  </a:gdLst>
                  <a:ahLst/>
                  <a:cxnLst>
                    <a:cxn ang="0">
                      <a:pos x="connsiteX0" y="connsiteY0"/>
                    </a:cxn>
                    <a:cxn ang="0">
                      <a:pos x="connsiteX1" y="connsiteY1"/>
                    </a:cxn>
                  </a:cxnLst>
                  <a:rect l="l" t="t" r="r" b="b"/>
                  <a:pathLst>
                    <a:path w="1340456" h="500554">
                      <a:moveTo>
                        <a:pt x="0" y="500555"/>
                      </a:moveTo>
                      <a:lnTo>
                        <a:pt x="1340456"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4" name="Freeform: Shape 223">
                  <a:extLst>
                    <a:ext uri="{FF2B5EF4-FFF2-40B4-BE49-F238E27FC236}">
                      <a16:creationId xmlns:a16="http://schemas.microsoft.com/office/drawing/2014/main" id="{0D4397F8-3885-E88D-A470-99F41F2C2316}"/>
                    </a:ext>
                  </a:extLst>
                </p:cNvPr>
                <p:cNvSpPr/>
                <p:nvPr/>
              </p:nvSpPr>
              <p:spPr>
                <a:xfrm>
                  <a:off x="7347554" y="3803558"/>
                  <a:ext cx="677074" cy="300258"/>
                </a:xfrm>
                <a:custGeom>
                  <a:avLst/>
                  <a:gdLst>
                    <a:gd name="connsiteX0" fmla="*/ 677075 w 677074"/>
                    <a:gd name="connsiteY0" fmla="*/ 0 h 300258"/>
                    <a:gd name="connsiteX1" fmla="*/ 0 w 677074"/>
                    <a:gd name="connsiteY1" fmla="*/ 300258 h 300258"/>
                  </a:gdLst>
                  <a:ahLst/>
                  <a:cxnLst>
                    <a:cxn ang="0">
                      <a:pos x="connsiteX0" y="connsiteY0"/>
                    </a:cxn>
                    <a:cxn ang="0">
                      <a:pos x="connsiteX1" y="connsiteY1"/>
                    </a:cxn>
                  </a:cxnLst>
                  <a:rect l="l" t="t" r="r" b="b"/>
                  <a:pathLst>
                    <a:path w="677074" h="300258">
                      <a:moveTo>
                        <a:pt x="677075" y="0"/>
                      </a:moveTo>
                      <a:lnTo>
                        <a:pt x="0" y="300258"/>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5" name="Freeform: Shape 224">
                  <a:extLst>
                    <a:ext uri="{FF2B5EF4-FFF2-40B4-BE49-F238E27FC236}">
                      <a16:creationId xmlns:a16="http://schemas.microsoft.com/office/drawing/2014/main" id="{BCBCAFCE-1546-00DC-18ED-82D8E7C5C73F}"/>
                    </a:ext>
                  </a:extLst>
                </p:cNvPr>
                <p:cNvSpPr/>
                <p:nvPr/>
              </p:nvSpPr>
              <p:spPr>
                <a:xfrm>
                  <a:off x="7316806" y="4152116"/>
                  <a:ext cx="302561" cy="431314"/>
                </a:xfrm>
                <a:custGeom>
                  <a:avLst/>
                  <a:gdLst>
                    <a:gd name="connsiteX0" fmla="*/ 0 w 310465"/>
                    <a:gd name="connsiteY0" fmla="*/ 0 h 449266"/>
                    <a:gd name="connsiteX1" fmla="*/ 310466 w 310465"/>
                    <a:gd name="connsiteY1" fmla="*/ 449267 h 449266"/>
                  </a:gdLst>
                  <a:ahLst/>
                  <a:cxnLst>
                    <a:cxn ang="0">
                      <a:pos x="connsiteX0" y="connsiteY0"/>
                    </a:cxn>
                    <a:cxn ang="0">
                      <a:pos x="connsiteX1" y="connsiteY1"/>
                    </a:cxn>
                  </a:cxnLst>
                  <a:rect l="l" t="t" r="r" b="b"/>
                  <a:pathLst>
                    <a:path w="310465" h="449266">
                      <a:moveTo>
                        <a:pt x="0" y="0"/>
                      </a:moveTo>
                      <a:lnTo>
                        <a:pt x="310466" y="449267"/>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7" name="Freeform: Shape 226">
                  <a:extLst>
                    <a:ext uri="{FF2B5EF4-FFF2-40B4-BE49-F238E27FC236}">
                      <a16:creationId xmlns:a16="http://schemas.microsoft.com/office/drawing/2014/main" id="{C814446F-BBBD-77EB-1A40-1B4F134F0260}"/>
                    </a:ext>
                  </a:extLst>
                </p:cNvPr>
                <p:cNvSpPr/>
                <p:nvPr/>
              </p:nvSpPr>
              <p:spPr>
                <a:xfrm>
                  <a:off x="7039386" y="4714518"/>
                  <a:ext cx="559311" cy="440677"/>
                </a:xfrm>
                <a:custGeom>
                  <a:avLst/>
                  <a:gdLst>
                    <a:gd name="connsiteX0" fmla="*/ 559312 w 559311"/>
                    <a:gd name="connsiteY0" fmla="*/ 0 h 440677"/>
                    <a:gd name="connsiteX1" fmla="*/ 0 w 559311"/>
                    <a:gd name="connsiteY1" fmla="*/ 440678 h 440677"/>
                  </a:gdLst>
                  <a:ahLst/>
                  <a:cxnLst>
                    <a:cxn ang="0">
                      <a:pos x="connsiteX0" y="connsiteY0"/>
                    </a:cxn>
                    <a:cxn ang="0">
                      <a:pos x="connsiteX1" y="connsiteY1"/>
                    </a:cxn>
                  </a:cxnLst>
                  <a:rect l="l" t="t" r="r" b="b"/>
                  <a:pathLst>
                    <a:path w="559311" h="440677">
                      <a:moveTo>
                        <a:pt x="559312" y="0"/>
                      </a:moveTo>
                      <a:lnTo>
                        <a:pt x="0" y="440678"/>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8" name="Freeform: Shape 227">
                  <a:extLst>
                    <a:ext uri="{FF2B5EF4-FFF2-40B4-BE49-F238E27FC236}">
                      <a16:creationId xmlns:a16="http://schemas.microsoft.com/office/drawing/2014/main" id="{2E3DA29C-E697-F345-303A-2880F5F8BF8A}"/>
                    </a:ext>
                  </a:extLst>
                </p:cNvPr>
                <p:cNvSpPr/>
                <p:nvPr/>
              </p:nvSpPr>
              <p:spPr>
                <a:xfrm>
                  <a:off x="7726046" y="4701539"/>
                  <a:ext cx="1117445" cy="518783"/>
                </a:xfrm>
                <a:custGeom>
                  <a:avLst/>
                  <a:gdLst>
                    <a:gd name="connsiteX0" fmla="*/ 1139911 w 1139910"/>
                    <a:gd name="connsiteY0" fmla="*/ 538398 h 538398"/>
                    <a:gd name="connsiteX1" fmla="*/ 0 w 1139910"/>
                    <a:gd name="connsiteY1" fmla="*/ 0 h 538398"/>
                  </a:gdLst>
                  <a:ahLst/>
                  <a:cxnLst>
                    <a:cxn ang="0">
                      <a:pos x="connsiteX0" y="connsiteY0"/>
                    </a:cxn>
                    <a:cxn ang="0">
                      <a:pos x="connsiteX1" y="connsiteY1"/>
                    </a:cxn>
                  </a:cxnLst>
                  <a:rect l="l" t="t" r="r" b="b"/>
                  <a:pathLst>
                    <a:path w="1139910" h="538398">
                      <a:moveTo>
                        <a:pt x="1139911" y="538398"/>
                      </a:moveTo>
                      <a:lnTo>
                        <a:pt x="0"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9" name="Freeform: Shape 228">
                  <a:extLst>
                    <a:ext uri="{FF2B5EF4-FFF2-40B4-BE49-F238E27FC236}">
                      <a16:creationId xmlns:a16="http://schemas.microsoft.com/office/drawing/2014/main" id="{04C4B34B-CF38-2BF9-3E4F-95626E4353A1}"/>
                    </a:ext>
                  </a:extLst>
                </p:cNvPr>
                <p:cNvSpPr/>
                <p:nvPr/>
              </p:nvSpPr>
              <p:spPr>
                <a:xfrm>
                  <a:off x="7067961" y="5186215"/>
                  <a:ext cx="1775531" cy="96227"/>
                </a:xfrm>
                <a:custGeom>
                  <a:avLst/>
                  <a:gdLst>
                    <a:gd name="connsiteX0" fmla="*/ 1775532 w 1775531"/>
                    <a:gd name="connsiteY0" fmla="*/ 96227 h 96227"/>
                    <a:gd name="connsiteX1" fmla="*/ 0 w 1775531"/>
                    <a:gd name="connsiteY1" fmla="*/ 0 h 96227"/>
                  </a:gdLst>
                  <a:ahLst/>
                  <a:cxnLst>
                    <a:cxn ang="0">
                      <a:pos x="connsiteX0" y="connsiteY0"/>
                    </a:cxn>
                    <a:cxn ang="0">
                      <a:pos x="connsiteX1" y="connsiteY1"/>
                    </a:cxn>
                  </a:cxnLst>
                  <a:rect l="l" t="t" r="r" b="b"/>
                  <a:pathLst>
                    <a:path w="1775531" h="96227">
                      <a:moveTo>
                        <a:pt x="1775532" y="96227"/>
                      </a:moveTo>
                      <a:lnTo>
                        <a:pt x="0"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33" name="Freeform: Shape 232">
                  <a:extLst>
                    <a:ext uri="{FF2B5EF4-FFF2-40B4-BE49-F238E27FC236}">
                      <a16:creationId xmlns:a16="http://schemas.microsoft.com/office/drawing/2014/main" id="{7B354EB6-7ACE-D6C7-A7E6-2E02522DB5B3}"/>
                    </a:ext>
                  </a:extLst>
                </p:cNvPr>
                <p:cNvSpPr/>
                <p:nvPr/>
              </p:nvSpPr>
              <p:spPr>
                <a:xfrm>
                  <a:off x="4088782" y="2342476"/>
                  <a:ext cx="1635983" cy="542755"/>
                </a:xfrm>
                <a:custGeom>
                  <a:avLst/>
                  <a:gdLst>
                    <a:gd name="connsiteX0" fmla="*/ 1635984 w 1635983"/>
                    <a:gd name="connsiteY0" fmla="*/ 0 h 542755"/>
                    <a:gd name="connsiteX1" fmla="*/ 0 w 1635983"/>
                    <a:gd name="connsiteY1" fmla="*/ 542755 h 542755"/>
                  </a:gdLst>
                  <a:ahLst/>
                  <a:cxnLst>
                    <a:cxn ang="0">
                      <a:pos x="connsiteX0" y="connsiteY0"/>
                    </a:cxn>
                    <a:cxn ang="0">
                      <a:pos x="connsiteX1" y="connsiteY1"/>
                    </a:cxn>
                  </a:cxnLst>
                  <a:rect l="l" t="t" r="r" b="b"/>
                  <a:pathLst>
                    <a:path w="1635983" h="542755">
                      <a:moveTo>
                        <a:pt x="1635984" y="0"/>
                      </a:moveTo>
                      <a:lnTo>
                        <a:pt x="0" y="542755"/>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34" name="Freeform: Shape 233">
                  <a:extLst>
                    <a:ext uri="{FF2B5EF4-FFF2-40B4-BE49-F238E27FC236}">
                      <a16:creationId xmlns:a16="http://schemas.microsoft.com/office/drawing/2014/main" id="{49686C07-94BB-190E-258E-B39FAFAA3277}"/>
                    </a:ext>
                  </a:extLst>
                </p:cNvPr>
                <p:cNvSpPr/>
                <p:nvPr/>
              </p:nvSpPr>
              <p:spPr>
                <a:xfrm>
                  <a:off x="3074975" y="2744065"/>
                  <a:ext cx="873885" cy="173905"/>
                </a:xfrm>
                <a:custGeom>
                  <a:avLst/>
                  <a:gdLst>
                    <a:gd name="connsiteX0" fmla="*/ 0 w 873885"/>
                    <a:gd name="connsiteY0" fmla="*/ 0 h 173905"/>
                    <a:gd name="connsiteX1" fmla="*/ 873886 w 873885"/>
                    <a:gd name="connsiteY1" fmla="*/ 173906 h 173905"/>
                  </a:gdLst>
                  <a:ahLst/>
                  <a:cxnLst>
                    <a:cxn ang="0">
                      <a:pos x="connsiteX0" y="connsiteY0"/>
                    </a:cxn>
                    <a:cxn ang="0">
                      <a:pos x="connsiteX1" y="connsiteY1"/>
                    </a:cxn>
                  </a:cxnLst>
                  <a:rect l="l" t="t" r="r" b="b"/>
                  <a:pathLst>
                    <a:path w="873885" h="173905">
                      <a:moveTo>
                        <a:pt x="0" y="0"/>
                      </a:moveTo>
                      <a:lnTo>
                        <a:pt x="873886" y="173906"/>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36" name="Freeform: Shape 235">
                  <a:extLst>
                    <a:ext uri="{FF2B5EF4-FFF2-40B4-BE49-F238E27FC236}">
                      <a16:creationId xmlns:a16="http://schemas.microsoft.com/office/drawing/2014/main" id="{3BCA2CE0-61F5-0C82-657F-74DAC8013DB5}"/>
                    </a:ext>
                  </a:extLst>
                </p:cNvPr>
                <p:cNvSpPr/>
                <p:nvPr/>
              </p:nvSpPr>
              <p:spPr>
                <a:xfrm>
                  <a:off x="3359464" y="4517248"/>
                  <a:ext cx="1161654" cy="645936"/>
                </a:xfrm>
                <a:custGeom>
                  <a:avLst/>
                  <a:gdLst>
                    <a:gd name="connsiteX0" fmla="*/ 1087129 w 1087128"/>
                    <a:gd name="connsiteY0" fmla="*/ 544872 h 544871"/>
                    <a:gd name="connsiteX1" fmla="*/ 0 w 1087128"/>
                    <a:gd name="connsiteY1" fmla="*/ 0 h 544871"/>
                  </a:gdLst>
                  <a:ahLst/>
                  <a:cxnLst>
                    <a:cxn ang="0">
                      <a:pos x="connsiteX0" y="connsiteY0"/>
                    </a:cxn>
                    <a:cxn ang="0">
                      <a:pos x="connsiteX1" y="connsiteY1"/>
                    </a:cxn>
                  </a:cxnLst>
                  <a:rect l="l" t="t" r="r" b="b"/>
                  <a:pathLst>
                    <a:path w="1087128" h="544871">
                      <a:moveTo>
                        <a:pt x="1087129" y="544872"/>
                      </a:moveTo>
                      <a:lnTo>
                        <a:pt x="0"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37" name="Freeform: Shape 236">
                  <a:extLst>
                    <a:ext uri="{FF2B5EF4-FFF2-40B4-BE49-F238E27FC236}">
                      <a16:creationId xmlns:a16="http://schemas.microsoft.com/office/drawing/2014/main" id="{7028656A-3CEE-5DF8-9F5F-7841F7FEBB41}"/>
                    </a:ext>
                  </a:extLst>
                </p:cNvPr>
                <p:cNvSpPr/>
                <p:nvPr/>
              </p:nvSpPr>
              <p:spPr>
                <a:xfrm>
                  <a:off x="4559958" y="5040193"/>
                  <a:ext cx="1067086" cy="180130"/>
                </a:xfrm>
                <a:custGeom>
                  <a:avLst/>
                  <a:gdLst>
                    <a:gd name="connsiteX0" fmla="*/ 0 w 1067086"/>
                    <a:gd name="connsiteY0" fmla="*/ 180130 h 180130"/>
                    <a:gd name="connsiteX1" fmla="*/ 1067087 w 1067086"/>
                    <a:gd name="connsiteY1" fmla="*/ 0 h 180130"/>
                  </a:gdLst>
                  <a:ahLst/>
                  <a:cxnLst>
                    <a:cxn ang="0">
                      <a:pos x="connsiteX0" y="connsiteY0"/>
                    </a:cxn>
                    <a:cxn ang="0">
                      <a:pos x="connsiteX1" y="connsiteY1"/>
                    </a:cxn>
                  </a:cxnLst>
                  <a:rect l="l" t="t" r="r" b="b"/>
                  <a:pathLst>
                    <a:path w="1067086" h="180130">
                      <a:moveTo>
                        <a:pt x="0" y="180130"/>
                      </a:moveTo>
                      <a:lnTo>
                        <a:pt x="1067087"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38" name="Freeform: Shape 237">
                  <a:extLst>
                    <a:ext uri="{FF2B5EF4-FFF2-40B4-BE49-F238E27FC236}">
                      <a16:creationId xmlns:a16="http://schemas.microsoft.com/office/drawing/2014/main" id="{3EFB7E8C-D2D8-305C-E513-D8C786A4849F}"/>
                    </a:ext>
                  </a:extLst>
                </p:cNvPr>
                <p:cNvSpPr/>
                <p:nvPr/>
              </p:nvSpPr>
              <p:spPr>
                <a:xfrm>
                  <a:off x="6558318" y="4923426"/>
                  <a:ext cx="430345" cy="239758"/>
                </a:xfrm>
                <a:custGeom>
                  <a:avLst/>
                  <a:gdLst>
                    <a:gd name="connsiteX0" fmla="*/ 430345 w 430345"/>
                    <a:gd name="connsiteY0" fmla="*/ 239758 h 239758"/>
                    <a:gd name="connsiteX1" fmla="*/ 0 w 430345"/>
                    <a:gd name="connsiteY1" fmla="*/ 0 h 239758"/>
                  </a:gdLst>
                  <a:ahLst/>
                  <a:cxnLst>
                    <a:cxn ang="0">
                      <a:pos x="connsiteX0" y="connsiteY0"/>
                    </a:cxn>
                    <a:cxn ang="0">
                      <a:pos x="connsiteX1" y="connsiteY1"/>
                    </a:cxn>
                  </a:cxnLst>
                  <a:rect l="l" t="t" r="r" b="b"/>
                  <a:pathLst>
                    <a:path w="430345" h="239758">
                      <a:moveTo>
                        <a:pt x="430345" y="239758"/>
                      </a:moveTo>
                      <a:lnTo>
                        <a:pt x="0"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39" name="Freeform: Shape 238">
                  <a:extLst>
                    <a:ext uri="{FF2B5EF4-FFF2-40B4-BE49-F238E27FC236}">
                      <a16:creationId xmlns:a16="http://schemas.microsoft.com/office/drawing/2014/main" id="{5BD9F6FE-3EDF-C447-B205-D83C733B2610}"/>
                    </a:ext>
                  </a:extLst>
                </p:cNvPr>
                <p:cNvSpPr/>
                <p:nvPr/>
              </p:nvSpPr>
              <p:spPr>
                <a:xfrm>
                  <a:off x="6421634" y="4112406"/>
                  <a:ext cx="838407" cy="57138"/>
                </a:xfrm>
                <a:custGeom>
                  <a:avLst/>
                  <a:gdLst>
                    <a:gd name="connsiteX0" fmla="*/ 838407 w 838407"/>
                    <a:gd name="connsiteY0" fmla="*/ 0 h 57138"/>
                    <a:gd name="connsiteX1" fmla="*/ 0 w 838407"/>
                    <a:gd name="connsiteY1" fmla="*/ 57139 h 57138"/>
                  </a:gdLst>
                  <a:ahLst/>
                  <a:cxnLst>
                    <a:cxn ang="0">
                      <a:pos x="connsiteX0" y="connsiteY0"/>
                    </a:cxn>
                    <a:cxn ang="0">
                      <a:pos x="connsiteX1" y="connsiteY1"/>
                    </a:cxn>
                  </a:cxnLst>
                  <a:rect l="l" t="t" r="r" b="b"/>
                  <a:pathLst>
                    <a:path w="838407" h="57138">
                      <a:moveTo>
                        <a:pt x="838407" y="0"/>
                      </a:moveTo>
                      <a:lnTo>
                        <a:pt x="0" y="57139"/>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40" name="Freeform: Shape 239">
                  <a:extLst>
                    <a:ext uri="{FF2B5EF4-FFF2-40B4-BE49-F238E27FC236}">
                      <a16:creationId xmlns:a16="http://schemas.microsoft.com/office/drawing/2014/main" id="{AF97C0BF-B020-106B-D597-533B7E8CC0E6}"/>
                    </a:ext>
                  </a:extLst>
                </p:cNvPr>
                <p:cNvSpPr/>
                <p:nvPr/>
              </p:nvSpPr>
              <p:spPr>
                <a:xfrm>
                  <a:off x="3449177" y="2971126"/>
                  <a:ext cx="528439" cy="587196"/>
                </a:xfrm>
                <a:custGeom>
                  <a:avLst/>
                  <a:gdLst>
                    <a:gd name="connsiteX0" fmla="*/ 0 w 528439"/>
                    <a:gd name="connsiteY0" fmla="*/ 587197 h 587196"/>
                    <a:gd name="connsiteX1" fmla="*/ 528440 w 528439"/>
                    <a:gd name="connsiteY1" fmla="*/ 0 h 587196"/>
                  </a:gdLst>
                  <a:ahLst/>
                  <a:cxnLst>
                    <a:cxn ang="0">
                      <a:pos x="connsiteX0" y="connsiteY0"/>
                    </a:cxn>
                    <a:cxn ang="0">
                      <a:pos x="connsiteX1" y="connsiteY1"/>
                    </a:cxn>
                  </a:cxnLst>
                  <a:rect l="l" t="t" r="r" b="b"/>
                  <a:pathLst>
                    <a:path w="528439" h="587196">
                      <a:moveTo>
                        <a:pt x="0" y="587197"/>
                      </a:moveTo>
                      <a:lnTo>
                        <a:pt x="528440"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41" name="Freeform: Shape 240">
                  <a:extLst>
                    <a:ext uri="{FF2B5EF4-FFF2-40B4-BE49-F238E27FC236}">
                      <a16:creationId xmlns:a16="http://schemas.microsoft.com/office/drawing/2014/main" id="{C765C7AA-6F3A-5D51-6EB6-FCC9EAE50A06}"/>
                    </a:ext>
                  </a:extLst>
                </p:cNvPr>
                <p:cNvSpPr/>
                <p:nvPr/>
              </p:nvSpPr>
              <p:spPr>
                <a:xfrm>
                  <a:off x="4046333" y="2971126"/>
                  <a:ext cx="641720" cy="1169787"/>
                </a:xfrm>
                <a:custGeom>
                  <a:avLst/>
                  <a:gdLst>
                    <a:gd name="connsiteX0" fmla="*/ 641721 w 641720"/>
                    <a:gd name="connsiteY0" fmla="*/ 1169787 h 1169787"/>
                    <a:gd name="connsiteX1" fmla="*/ 0 w 641720"/>
                    <a:gd name="connsiteY1" fmla="*/ 0 h 1169787"/>
                  </a:gdLst>
                  <a:ahLst/>
                  <a:cxnLst>
                    <a:cxn ang="0">
                      <a:pos x="connsiteX0" y="connsiteY0"/>
                    </a:cxn>
                    <a:cxn ang="0">
                      <a:pos x="connsiteX1" y="connsiteY1"/>
                    </a:cxn>
                  </a:cxnLst>
                  <a:rect l="l" t="t" r="r" b="b"/>
                  <a:pathLst>
                    <a:path w="641720" h="1169787">
                      <a:moveTo>
                        <a:pt x="641721" y="1169787"/>
                      </a:moveTo>
                      <a:lnTo>
                        <a:pt x="0" y="0"/>
                      </a:lnTo>
                    </a:path>
                  </a:pathLst>
                </a:custGeom>
                <a:ln w="19050" cap="flat">
                  <a:solidFill>
                    <a:srgbClr val="FFFFFF">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sp>
            <p:nvSpPr>
              <p:cNvPr id="246" name="Freeform: Shape 245">
                <a:extLst>
                  <a:ext uri="{FF2B5EF4-FFF2-40B4-BE49-F238E27FC236}">
                    <a16:creationId xmlns:a16="http://schemas.microsoft.com/office/drawing/2014/main" id="{5BD737E8-77F9-C9F1-73E2-08DB72153846}"/>
                  </a:ext>
                </a:extLst>
              </p:cNvPr>
              <p:cNvSpPr/>
              <p:nvPr/>
            </p:nvSpPr>
            <p:spPr>
              <a:xfrm>
                <a:off x="3070723" y="2660037"/>
                <a:ext cx="166810" cy="168055"/>
              </a:xfrm>
              <a:custGeom>
                <a:avLst/>
                <a:gdLst>
                  <a:gd name="connsiteX0" fmla="*/ 0 w 166810"/>
                  <a:gd name="connsiteY0" fmla="*/ 84028 h 168055"/>
                  <a:gd name="connsiteX1" fmla="*/ 83405 w 166810"/>
                  <a:gd name="connsiteY1" fmla="*/ 0 h 168055"/>
                  <a:gd name="connsiteX2" fmla="*/ 166810 w 166810"/>
                  <a:gd name="connsiteY2" fmla="*/ 84028 h 168055"/>
                  <a:gd name="connsiteX3" fmla="*/ 83405 w 166810"/>
                  <a:gd name="connsiteY3" fmla="*/ 168055 h 168055"/>
                  <a:gd name="connsiteX4" fmla="*/ 0 w 166810"/>
                  <a:gd name="connsiteY4" fmla="*/ 84028 h 168055"/>
                  <a:gd name="connsiteX5" fmla="*/ 0 w 166810"/>
                  <a:gd name="connsiteY5" fmla="*/ 84028 h 168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10" h="168055">
                    <a:moveTo>
                      <a:pt x="0" y="84028"/>
                    </a:moveTo>
                    <a:cubicBezTo>
                      <a:pt x="0" y="37595"/>
                      <a:pt x="37346" y="0"/>
                      <a:pt x="83405" y="0"/>
                    </a:cubicBezTo>
                    <a:cubicBezTo>
                      <a:pt x="129464" y="0"/>
                      <a:pt x="166810" y="37595"/>
                      <a:pt x="166810" y="84028"/>
                    </a:cubicBezTo>
                    <a:cubicBezTo>
                      <a:pt x="166810" y="130460"/>
                      <a:pt x="129464" y="168055"/>
                      <a:pt x="83405" y="168055"/>
                    </a:cubicBezTo>
                    <a:cubicBezTo>
                      <a:pt x="37346" y="168055"/>
                      <a:pt x="0" y="130460"/>
                      <a:pt x="0" y="84028"/>
                    </a:cubicBezTo>
                    <a:lnTo>
                      <a:pt x="0" y="84028"/>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47" name="Freeform: Shape 246">
                <a:extLst>
                  <a:ext uri="{FF2B5EF4-FFF2-40B4-BE49-F238E27FC236}">
                    <a16:creationId xmlns:a16="http://schemas.microsoft.com/office/drawing/2014/main" id="{5E8D97DB-412A-F5BA-7A0A-F2E6A17AF8C4}"/>
                  </a:ext>
                </a:extLst>
              </p:cNvPr>
              <p:cNvSpPr/>
              <p:nvPr/>
            </p:nvSpPr>
            <p:spPr>
              <a:xfrm>
                <a:off x="4090879" y="2833943"/>
                <a:ext cx="166810" cy="168054"/>
              </a:xfrm>
              <a:custGeom>
                <a:avLst/>
                <a:gdLst>
                  <a:gd name="connsiteX0" fmla="*/ 0 w 166810"/>
                  <a:gd name="connsiteY0" fmla="*/ 84027 h 168054"/>
                  <a:gd name="connsiteX1" fmla="*/ 83405 w 166810"/>
                  <a:gd name="connsiteY1" fmla="*/ 0 h 168054"/>
                  <a:gd name="connsiteX2" fmla="*/ 166810 w 166810"/>
                  <a:gd name="connsiteY2" fmla="*/ 84027 h 168054"/>
                  <a:gd name="connsiteX3" fmla="*/ 83405 w 166810"/>
                  <a:gd name="connsiteY3" fmla="*/ 168055 h 168054"/>
                  <a:gd name="connsiteX4" fmla="*/ 0 w 166810"/>
                  <a:gd name="connsiteY4" fmla="*/ 84027 h 168054"/>
                  <a:gd name="connsiteX5" fmla="*/ 0 w 166810"/>
                  <a:gd name="connsiteY5" fmla="*/ 84027 h 16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10" h="168054">
                    <a:moveTo>
                      <a:pt x="0" y="84027"/>
                    </a:moveTo>
                    <a:cubicBezTo>
                      <a:pt x="0" y="37595"/>
                      <a:pt x="37346" y="0"/>
                      <a:pt x="83405" y="0"/>
                    </a:cubicBezTo>
                    <a:cubicBezTo>
                      <a:pt x="129465" y="0"/>
                      <a:pt x="166810" y="37595"/>
                      <a:pt x="166810" y="84027"/>
                    </a:cubicBezTo>
                    <a:cubicBezTo>
                      <a:pt x="166810" y="130460"/>
                      <a:pt x="129465" y="168055"/>
                      <a:pt x="83405" y="168055"/>
                    </a:cubicBezTo>
                    <a:cubicBezTo>
                      <a:pt x="37346" y="168055"/>
                      <a:pt x="0" y="130460"/>
                      <a:pt x="0" y="84027"/>
                    </a:cubicBezTo>
                    <a:lnTo>
                      <a:pt x="0" y="84027"/>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49" name="Freeform: Shape 248">
                <a:extLst>
                  <a:ext uri="{FF2B5EF4-FFF2-40B4-BE49-F238E27FC236}">
                    <a16:creationId xmlns:a16="http://schemas.microsoft.com/office/drawing/2014/main" id="{5D83851A-C997-CAF6-3F6C-709E94CAE280}"/>
                  </a:ext>
                </a:extLst>
              </p:cNvPr>
              <p:cNvSpPr/>
              <p:nvPr/>
            </p:nvSpPr>
            <p:spPr>
              <a:xfrm>
                <a:off x="1310627" y="5543611"/>
                <a:ext cx="166810" cy="168054"/>
              </a:xfrm>
              <a:custGeom>
                <a:avLst/>
                <a:gdLst>
                  <a:gd name="connsiteX0" fmla="*/ 0 w 166810"/>
                  <a:gd name="connsiteY0" fmla="*/ 84027 h 168054"/>
                  <a:gd name="connsiteX1" fmla="*/ 83405 w 166810"/>
                  <a:gd name="connsiteY1" fmla="*/ 0 h 168054"/>
                  <a:gd name="connsiteX2" fmla="*/ 166810 w 166810"/>
                  <a:gd name="connsiteY2" fmla="*/ 84027 h 168054"/>
                  <a:gd name="connsiteX3" fmla="*/ 83405 w 166810"/>
                  <a:gd name="connsiteY3" fmla="*/ 168055 h 168054"/>
                  <a:gd name="connsiteX4" fmla="*/ 0 w 166810"/>
                  <a:gd name="connsiteY4" fmla="*/ 84027 h 168054"/>
                  <a:gd name="connsiteX5" fmla="*/ 0 w 166810"/>
                  <a:gd name="connsiteY5" fmla="*/ 84027 h 16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10" h="168054">
                    <a:moveTo>
                      <a:pt x="0" y="84027"/>
                    </a:moveTo>
                    <a:cubicBezTo>
                      <a:pt x="0" y="37594"/>
                      <a:pt x="37346" y="0"/>
                      <a:pt x="83405" y="0"/>
                    </a:cubicBezTo>
                    <a:cubicBezTo>
                      <a:pt x="129465" y="0"/>
                      <a:pt x="166810" y="37594"/>
                      <a:pt x="166810" y="84027"/>
                    </a:cubicBezTo>
                    <a:cubicBezTo>
                      <a:pt x="166810" y="130461"/>
                      <a:pt x="129465" y="168055"/>
                      <a:pt x="83405" y="168055"/>
                    </a:cubicBezTo>
                    <a:cubicBezTo>
                      <a:pt x="37346" y="168055"/>
                      <a:pt x="0" y="130461"/>
                      <a:pt x="0" y="84027"/>
                    </a:cubicBezTo>
                    <a:lnTo>
                      <a:pt x="0" y="84027"/>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0" name="Freeform: Shape 249">
                <a:extLst>
                  <a:ext uri="{FF2B5EF4-FFF2-40B4-BE49-F238E27FC236}">
                    <a16:creationId xmlns:a16="http://schemas.microsoft.com/office/drawing/2014/main" id="{A8E35A7C-3462-9606-EA82-E046D2A94DA7}"/>
                  </a:ext>
                </a:extLst>
              </p:cNvPr>
              <p:cNvSpPr/>
              <p:nvPr/>
            </p:nvSpPr>
            <p:spPr>
              <a:xfrm>
                <a:off x="4600272" y="5163185"/>
                <a:ext cx="166810" cy="168054"/>
              </a:xfrm>
              <a:custGeom>
                <a:avLst/>
                <a:gdLst>
                  <a:gd name="connsiteX0" fmla="*/ 0 w 166810"/>
                  <a:gd name="connsiteY0" fmla="*/ 84027 h 168054"/>
                  <a:gd name="connsiteX1" fmla="*/ 83405 w 166810"/>
                  <a:gd name="connsiteY1" fmla="*/ 0 h 168054"/>
                  <a:gd name="connsiteX2" fmla="*/ 166810 w 166810"/>
                  <a:gd name="connsiteY2" fmla="*/ 84027 h 168054"/>
                  <a:gd name="connsiteX3" fmla="*/ 83405 w 166810"/>
                  <a:gd name="connsiteY3" fmla="*/ 168055 h 168054"/>
                  <a:gd name="connsiteX4" fmla="*/ 0 w 166810"/>
                  <a:gd name="connsiteY4" fmla="*/ 84027 h 168054"/>
                  <a:gd name="connsiteX5" fmla="*/ 0 w 166810"/>
                  <a:gd name="connsiteY5" fmla="*/ 84027 h 16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10" h="168054">
                    <a:moveTo>
                      <a:pt x="0" y="84027"/>
                    </a:moveTo>
                    <a:cubicBezTo>
                      <a:pt x="0" y="37594"/>
                      <a:pt x="37346" y="0"/>
                      <a:pt x="83405" y="0"/>
                    </a:cubicBezTo>
                    <a:cubicBezTo>
                      <a:pt x="129464" y="0"/>
                      <a:pt x="166810" y="37594"/>
                      <a:pt x="166810" y="84027"/>
                    </a:cubicBezTo>
                    <a:cubicBezTo>
                      <a:pt x="166810" y="130460"/>
                      <a:pt x="129464" y="168055"/>
                      <a:pt x="83405" y="168055"/>
                    </a:cubicBezTo>
                    <a:cubicBezTo>
                      <a:pt x="37346" y="168055"/>
                      <a:pt x="0" y="130460"/>
                      <a:pt x="0" y="84027"/>
                    </a:cubicBezTo>
                    <a:lnTo>
                      <a:pt x="0" y="84027"/>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2" name="Freeform: Shape 251">
                <a:extLst>
                  <a:ext uri="{FF2B5EF4-FFF2-40B4-BE49-F238E27FC236}">
                    <a16:creationId xmlns:a16="http://schemas.microsoft.com/office/drawing/2014/main" id="{3A2B4EB3-A8CE-5E85-9D2B-1ADAF475D8D5}"/>
                  </a:ext>
                </a:extLst>
              </p:cNvPr>
              <p:cNvSpPr/>
              <p:nvPr/>
            </p:nvSpPr>
            <p:spPr>
              <a:xfrm>
                <a:off x="7536005" y="2421150"/>
                <a:ext cx="166810" cy="168054"/>
              </a:xfrm>
              <a:custGeom>
                <a:avLst/>
                <a:gdLst>
                  <a:gd name="connsiteX0" fmla="*/ 0 w 166810"/>
                  <a:gd name="connsiteY0" fmla="*/ 84027 h 168054"/>
                  <a:gd name="connsiteX1" fmla="*/ 83405 w 166810"/>
                  <a:gd name="connsiteY1" fmla="*/ 0 h 168054"/>
                  <a:gd name="connsiteX2" fmla="*/ 166810 w 166810"/>
                  <a:gd name="connsiteY2" fmla="*/ 84027 h 168054"/>
                  <a:gd name="connsiteX3" fmla="*/ 83405 w 166810"/>
                  <a:gd name="connsiteY3" fmla="*/ 168055 h 168054"/>
                  <a:gd name="connsiteX4" fmla="*/ 0 w 166810"/>
                  <a:gd name="connsiteY4" fmla="*/ 84027 h 168054"/>
                  <a:gd name="connsiteX5" fmla="*/ 0 w 166810"/>
                  <a:gd name="connsiteY5" fmla="*/ 84027 h 16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10" h="168054">
                    <a:moveTo>
                      <a:pt x="0" y="84027"/>
                    </a:moveTo>
                    <a:cubicBezTo>
                      <a:pt x="0" y="37595"/>
                      <a:pt x="37346" y="0"/>
                      <a:pt x="83405" y="0"/>
                    </a:cubicBezTo>
                    <a:cubicBezTo>
                      <a:pt x="129464" y="0"/>
                      <a:pt x="166810" y="37595"/>
                      <a:pt x="166810" y="84027"/>
                    </a:cubicBezTo>
                    <a:cubicBezTo>
                      <a:pt x="166810" y="130460"/>
                      <a:pt x="129464" y="168055"/>
                      <a:pt x="83405" y="168055"/>
                    </a:cubicBezTo>
                    <a:cubicBezTo>
                      <a:pt x="37346" y="168055"/>
                      <a:pt x="0" y="130460"/>
                      <a:pt x="0" y="84027"/>
                    </a:cubicBezTo>
                    <a:lnTo>
                      <a:pt x="0" y="84027"/>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3" name="Freeform: Shape 252">
                <a:extLst>
                  <a:ext uri="{FF2B5EF4-FFF2-40B4-BE49-F238E27FC236}">
                    <a16:creationId xmlns:a16="http://schemas.microsoft.com/office/drawing/2014/main" id="{DECD8BDA-0B6B-5A3C-4541-10570B49934B}"/>
                  </a:ext>
                </a:extLst>
              </p:cNvPr>
              <p:cNvSpPr/>
              <p:nvPr/>
            </p:nvSpPr>
            <p:spPr>
              <a:xfrm>
                <a:off x="8174863" y="3696999"/>
                <a:ext cx="166810" cy="168054"/>
              </a:xfrm>
              <a:custGeom>
                <a:avLst/>
                <a:gdLst>
                  <a:gd name="connsiteX0" fmla="*/ 0 w 166810"/>
                  <a:gd name="connsiteY0" fmla="*/ 84027 h 168054"/>
                  <a:gd name="connsiteX1" fmla="*/ 83405 w 166810"/>
                  <a:gd name="connsiteY1" fmla="*/ 0 h 168054"/>
                  <a:gd name="connsiteX2" fmla="*/ 166810 w 166810"/>
                  <a:gd name="connsiteY2" fmla="*/ 84027 h 168054"/>
                  <a:gd name="connsiteX3" fmla="*/ 83405 w 166810"/>
                  <a:gd name="connsiteY3" fmla="*/ 168055 h 168054"/>
                  <a:gd name="connsiteX4" fmla="*/ 0 w 166810"/>
                  <a:gd name="connsiteY4" fmla="*/ 84027 h 168054"/>
                  <a:gd name="connsiteX5" fmla="*/ 0 w 166810"/>
                  <a:gd name="connsiteY5" fmla="*/ 84027 h 16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10" h="168054">
                    <a:moveTo>
                      <a:pt x="0" y="84027"/>
                    </a:moveTo>
                    <a:cubicBezTo>
                      <a:pt x="0" y="37594"/>
                      <a:pt x="37346" y="0"/>
                      <a:pt x="83405" y="0"/>
                    </a:cubicBezTo>
                    <a:cubicBezTo>
                      <a:pt x="129465" y="0"/>
                      <a:pt x="166810" y="37594"/>
                      <a:pt x="166810" y="84027"/>
                    </a:cubicBezTo>
                    <a:cubicBezTo>
                      <a:pt x="166810" y="130460"/>
                      <a:pt x="129465" y="168055"/>
                      <a:pt x="83405" y="168055"/>
                    </a:cubicBezTo>
                    <a:cubicBezTo>
                      <a:pt x="37346" y="168055"/>
                      <a:pt x="0" y="130460"/>
                      <a:pt x="0" y="84027"/>
                    </a:cubicBezTo>
                    <a:lnTo>
                      <a:pt x="0" y="84027"/>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4" name="Freeform: Shape 253">
                <a:extLst>
                  <a:ext uri="{FF2B5EF4-FFF2-40B4-BE49-F238E27FC236}">
                    <a16:creationId xmlns:a16="http://schemas.microsoft.com/office/drawing/2014/main" id="{A254AEE2-8A92-8C5D-0DA9-7990F0D91FFA}"/>
                  </a:ext>
                </a:extLst>
              </p:cNvPr>
              <p:cNvSpPr/>
              <p:nvPr/>
            </p:nvSpPr>
            <p:spPr>
              <a:xfrm>
                <a:off x="7734808" y="4568519"/>
                <a:ext cx="166809" cy="168054"/>
              </a:xfrm>
              <a:custGeom>
                <a:avLst/>
                <a:gdLst>
                  <a:gd name="connsiteX0" fmla="*/ 0 w 166809"/>
                  <a:gd name="connsiteY0" fmla="*/ 84027 h 168054"/>
                  <a:gd name="connsiteX1" fmla="*/ 83405 w 166809"/>
                  <a:gd name="connsiteY1" fmla="*/ 0 h 168054"/>
                  <a:gd name="connsiteX2" fmla="*/ 166810 w 166809"/>
                  <a:gd name="connsiteY2" fmla="*/ 84027 h 168054"/>
                  <a:gd name="connsiteX3" fmla="*/ 83405 w 166809"/>
                  <a:gd name="connsiteY3" fmla="*/ 168055 h 168054"/>
                  <a:gd name="connsiteX4" fmla="*/ 0 w 166809"/>
                  <a:gd name="connsiteY4" fmla="*/ 84027 h 168054"/>
                  <a:gd name="connsiteX5" fmla="*/ 0 w 166809"/>
                  <a:gd name="connsiteY5" fmla="*/ 84027 h 16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09" h="168054">
                    <a:moveTo>
                      <a:pt x="0" y="84027"/>
                    </a:moveTo>
                    <a:cubicBezTo>
                      <a:pt x="0" y="37595"/>
                      <a:pt x="37346" y="0"/>
                      <a:pt x="83405" y="0"/>
                    </a:cubicBezTo>
                    <a:cubicBezTo>
                      <a:pt x="129464" y="0"/>
                      <a:pt x="166810" y="37595"/>
                      <a:pt x="166810" y="84027"/>
                    </a:cubicBezTo>
                    <a:cubicBezTo>
                      <a:pt x="166810" y="130460"/>
                      <a:pt x="129464" y="168055"/>
                      <a:pt x="83405" y="168055"/>
                    </a:cubicBezTo>
                    <a:cubicBezTo>
                      <a:pt x="37346" y="168055"/>
                      <a:pt x="0" y="130460"/>
                      <a:pt x="0" y="84027"/>
                    </a:cubicBezTo>
                    <a:lnTo>
                      <a:pt x="0" y="84027"/>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5" name="Freeform: Shape 254">
                <a:extLst>
                  <a:ext uri="{FF2B5EF4-FFF2-40B4-BE49-F238E27FC236}">
                    <a16:creationId xmlns:a16="http://schemas.microsoft.com/office/drawing/2014/main" id="{41C39EFB-1210-838F-7C6A-43BB0579D5C4}"/>
                  </a:ext>
                </a:extLst>
              </p:cNvPr>
              <p:cNvSpPr/>
              <p:nvPr/>
            </p:nvSpPr>
            <p:spPr>
              <a:xfrm>
                <a:off x="7151222" y="5106046"/>
                <a:ext cx="113530" cy="114277"/>
              </a:xfrm>
              <a:custGeom>
                <a:avLst/>
                <a:gdLst>
                  <a:gd name="connsiteX0" fmla="*/ 0 w 113530"/>
                  <a:gd name="connsiteY0" fmla="*/ 57139 h 114277"/>
                  <a:gd name="connsiteX1" fmla="*/ 56765 w 113530"/>
                  <a:gd name="connsiteY1" fmla="*/ 0 h 114277"/>
                  <a:gd name="connsiteX2" fmla="*/ 113530 w 113530"/>
                  <a:gd name="connsiteY2" fmla="*/ 57139 h 114277"/>
                  <a:gd name="connsiteX3" fmla="*/ 56765 w 113530"/>
                  <a:gd name="connsiteY3" fmla="*/ 114277 h 114277"/>
                  <a:gd name="connsiteX4" fmla="*/ 0 w 113530"/>
                  <a:gd name="connsiteY4" fmla="*/ 57139 h 114277"/>
                  <a:gd name="connsiteX5" fmla="*/ 0 w 113530"/>
                  <a:gd name="connsiteY5" fmla="*/ 57139 h 114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530" h="114277">
                    <a:moveTo>
                      <a:pt x="0" y="57139"/>
                    </a:moveTo>
                    <a:cubicBezTo>
                      <a:pt x="0" y="25519"/>
                      <a:pt x="25395" y="0"/>
                      <a:pt x="56765" y="0"/>
                    </a:cubicBezTo>
                    <a:cubicBezTo>
                      <a:pt x="88135" y="0"/>
                      <a:pt x="113530" y="25644"/>
                      <a:pt x="113530" y="57139"/>
                    </a:cubicBezTo>
                    <a:cubicBezTo>
                      <a:pt x="113530" y="88634"/>
                      <a:pt x="88135" y="114277"/>
                      <a:pt x="56765" y="114277"/>
                    </a:cubicBezTo>
                    <a:cubicBezTo>
                      <a:pt x="25395" y="114277"/>
                      <a:pt x="0" y="88634"/>
                      <a:pt x="0" y="57139"/>
                    </a:cubicBezTo>
                    <a:lnTo>
                      <a:pt x="0" y="57139"/>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6" name="Freeform: Shape 255">
                <a:extLst>
                  <a:ext uri="{FF2B5EF4-FFF2-40B4-BE49-F238E27FC236}">
                    <a16:creationId xmlns:a16="http://schemas.microsoft.com/office/drawing/2014/main" id="{9D6B28C4-8BC5-4652-A61A-6865019B8C8D}"/>
                  </a:ext>
                </a:extLst>
              </p:cNvPr>
              <p:cNvSpPr/>
              <p:nvPr/>
            </p:nvSpPr>
            <p:spPr>
              <a:xfrm>
                <a:off x="7422599" y="4055267"/>
                <a:ext cx="113530" cy="114277"/>
              </a:xfrm>
              <a:custGeom>
                <a:avLst/>
                <a:gdLst>
                  <a:gd name="connsiteX0" fmla="*/ 0 w 113530"/>
                  <a:gd name="connsiteY0" fmla="*/ 57139 h 114277"/>
                  <a:gd name="connsiteX1" fmla="*/ 56765 w 113530"/>
                  <a:gd name="connsiteY1" fmla="*/ 0 h 114277"/>
                  <a:gd name="connsiteX2" fmla="*/ 113530 w 113530"/>
                  <a:gd name="connsiteY2" fmla="*/ 57139 h 114277"/>
                  <a:gd name="connsiteX3" fmla="*/ 56765 w 113530"/>
                  <a:gd name="connsiteY3" fmla="*/ 114277 h 114277"/>
                  <a:gd name="connsiteX4" fmla="*/ 0 w 113530"/>
                  <a:gd name="connsiteY4" fmla="*/ 57139 h 114277"/>
                  <a:gd name="connsiteX5" fmla="*/ 0 w 113530"/>
                  <a:gd name="connsiteY5" fmla="*/ 57139 h 114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530" h="114277">
                    <a:moveTo>
                      <a:pt x="0" y="57139"/>
                    </a:moveTo>
                    <a:cubicBezTo>
                      <a:pt x="0" y="25519"/>
                      <a:pt x="25395" y="0"/>
                      <a:pt x="56765" y="0"/>
                    </a:cubicBezTo>
                    <a:cubicBezTo>
                      <a:pt x="88136" y="0"/>
                      <a:pt x="113530" y="25644"/>
                      <a:pt x="113530" y="57139"/>
                    </a:cubicBezTo>
                    <a:cubicBezTo>
                      <a:pt x="113530" y="88633"/>
                      <a:pt x="88136" y="114277"/>
                      <a:pt x="56765" y="114277"/>
                    </a:cubicBezTo>
                    <a:cubicBezTo>
                      <a:pt x="25395" y="114277"/>
                      <a:pt x="0" y="88633"/>
                      <a:pt x="0" y="57139"/>
                    </a:cubicBezTo>
                    <a:lnTo>
                      <a:pt x="0" y="57139"/>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7" name="Freeform: Shape 256">
                <a:extLst>
                  <a:ext uri="{FF2B5EF4-FFF2-40B4-BE49-F238E27FC236}">
                    <a16:creationId xmlns:a16="http://schemas.microsoft.com/office/drawing/2014/main" id="{89A41069-58BF-4986-9344-F54C8DF15869}"/>
                  </a:ext>
                </a:extLst>
              </p:cNvPr>
              <p:cNvSpPr/>
              <p:nvPr/>
            </p:nvSpPr>
            <p:spPr>
              <a:xfrm>
                <a:off x="8982150" y="5163185"/>
                <a:ext cx="166809" cy="168054"/>
              </a:xfrm>
              <a:custGeom>
                <a:avLst/>
                <a:gdLst>
                  <a:gd name="connsiteX0" fmla="*/ 0 w 166809"/>
                  <a:gd name="connsiteY0" fmla="*/ 84027 h 168054"/>
                  <a:gd name="connsiteX1" fmla="*/ 83404 w 166809"/>
                  <a:gd name="connsiteY1" fmla="*/ 0 h 168054"/>
                  <a:gd name="connsiteX2" fmla="*/ 166810 w 166809"/>
                  <a:gd name="connsiteY2" fmla="*/ 84027 h 168054"/>
                  <a:gd name="connsiteX3" fmla="*/ 83404 w 166809"/>
                  <a:gd name="connsiteY3" fmla="*/ 168055 h 168054"/>
                  <a:gd name="connsiteX4" fmla="*/ 0 w 166809"/>
                  <a:gd name="connsiteY4" fmla="*/ 84027 h 168054"/>
                  <a:gd name="connsiteX5" fmla="*/ 0 w 166809"/>
                  <a:gd name="connsiteY5" fmla="*/ 84027 h 16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09" h="168054">
                    <a:moveTo>
                      <a:pt x="0" y="84027"/>
                    </a:moveTo>
                    <a:cubicBezTo>
                      <a:pt x="0" y="37594"/>
                      <a:pt x="37346" y="0"/>
                      <a:pt x="83404" y="0"/>
                    </a:cubicBezTo>
                    <a:cubicBezTo>
                      <a:pt x="129464" y="0"/>
                      <a:pt x="166810" y="37594"/>
                      <a:pt x="166810" y="84027"/>
                    </a:cubicBezTo>
                    <a:cubicBezTo>
                      <a:pt x="166810" y="130460"/>
                      <a:pt x="129464" y="168055"/>
                      <a:pt x="83404" y="168055"/>
                    </a:cubicBezTo>
                    <a:cubicBezTo>
                      <a:pt x="37346" y="168055"/>
                      <a:pt x="0" y="130460"/>
                      <a:pt x="0" y="84027"/>
                    </a:cubicBezTo>
                    <a:lnTo>
                      <a:pt x="0" y="84027"/>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8" name="Freeform: Shape 257">
                <a:extLst>
                  <a:ext uri="{FF2B5EF4-FFF2-40B4-BE49-F238E27FC236}">
                    <a16:creationId xmlns:a16="http://schemas.microsoft.com/office/drawing/2014/main" id="{F3A82DD7-4488-8141-8CF7-795A71F253FC}"/>
                  </a:ext>
                </a:extLst>
              </p:cNvPr>
              <p:cNvSpPr/>
              <p:nvPr/>
            </p:nvSpPr>
            <p:spPr>
              <a:xfrm>
                <a:off x="9118834" y="2343098"/>
                <a:ext cx="166809" cy="168054"/>
              </a:xfrm>
              <a:custGeom>
                <a:avLst/>
                <a:gdLst>
                  <a:gd name="connsiteX0" fmla="*/ 0 w 166809"/>
                  <a:gd name="connsiteY0" fmla="*/ 84027 h 168054"/>
                  <a:gd name="connsiteX1" fmla="*/ 83405 w 166809"/>
                  <a:gd name="connsiteY1" fmla="*/ 0 h 168054"/>
                  <a:gd name="connsiteX2" fmla="*/ 166810 w 166809"/>
                  <a:gd name="connsiteY2" fmla="*/ 84027 h 168054"/>
                  <a:gd name="connsiteX3" fmla="*/ 83405 w 166809"/>
                  <a:gd name="connsiteY3" fmla="*/ 168055 h 168054"/>
                  <a:gd name="connsiteX4" fmla="*/ 0 w 166809"/>
                  <a:gd name="connsiteY4" fmla="*/ 84027 h 168054"/>
                  <a:gd name="connsiteX5" fmla="*/ 0 w 166809"/>
                  <a:gd name="connsiteY5" fmla="*/ 84027 h 16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09" h="168054">
                    <a:moveTo>
                      <a:pt x="0" y="84027"/>
                    </a:moveTo>
                    <a:cubicBezTo>
                      <a:pt x="0" y="37595"/>
                      <a:pt x="37346" y="0"/>
                      <a:pt x="83405" y="0"/>
                    </a:cubicBezTo>
                    <a:cubicBezTo>
                      <a:pt x="129464" y="0"/>
                      <a:pt x="166810" y="37595"/>
                      <a:pt x="166810" y="84027"/>
                    </a:cubicBezTo>
                    <a:cubicBezTo>
                      <a:pt x="166810" y="130460"/>
                      <a:pt x="129464" y="168055"/>
                      <a:pt x="83405" y="168055"/>
                    </a:cubicBezTo>
                    <a:cubicBezTo>
                      <a:pt x="37346" y="168055"/>
                      <a:pt x="0" y="130460"/>
                      <a:pt x="0" y="84027"/>
                    </a:cubicBezTo>
                    <a:lnTo>
                      <a:pt x="0" y="84027"/>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9" name="Freeform: Shape 258">
                <a:extLst>
                  <a:ext uri="{FF2B5EF4-FFF2-40B4-BE49-F238E27FC236}">
                    <a16:creationId xmlns:a16="http://schemas.microsoft.com/office/drawing/2014/main" id="{48C95C65-43A0-76E0-4AE5-8A7E1B39B444}"/>
                  </a:ext>
                </a:extLst>
              </p:cNvPr>
              <p:cNvSpPr/>
              <p:nvPr/>
            </p:nvSpPr>
            <p:spPr>
              <a:xfrm>
                <a:off x="9285768" y="3944226"/>
                <a:ext cx="166810" cy="168054"/>
              </a:xfrm>
              <a:custGeom>
                <a:avLst/>
                <a:gdLst>
                  <a:gd name="connsiteX0" fmla="*/ 0 w 166810"/>
                  <a:gd name="connsiteY0" fmla="*/ 84027 h 168054"/>
                  <a:gd name="connsiteX1" fmla="*/ 83405 w 166810"/>
                  <a:gd name="connsiteY1" fmla="*/ 0 h 168054"/>
                  <a:gd name="connsiteX2" fmla="*/ 166810 w 166810"/>
                  <a:gd name="connsiteY2" fmla="*/ 84027 h 168054"/>
                  <a:gd name="connsiteX3" fmla="*/ 83405 w 166810"/>
                  <a:gd name="connsiteY3" fmla="*/ 168055 h 168054"/>
                  <a:gd name="connsiteX4" fmla="*/ 0 w 166810"/>
                  <a:gd name="connsiteY4" fmla="*/ 84027 h 168054"/>
                  <a:gd name="connsiteX5" fmla="*/ 0 w 166810"/>
                  <a:gd name="connsiteY5" fmla="*/ 84027 h 16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10" h="168054">
                    <a:moveTo>
                      <a:pt x="0" y="84027"/>
                    </a:moveTo>
                    <a:cubicBezTo>
                      <a:pt x="0" y="37594"/>
                      <a:pt x="37346" y="0"/>
                      <a:pt x="83405" y="0"/>
                    </a:cubicBezTo>
                    <a:cubicBezTo>
                      <a:pt x="129465" y="0"/>
                      <a:pt x="166810" y="37594"/>
                      <a:pt x="166810" y="84027"/>
                    </a:cubicBezTo>
                    <a:cubicBezTo>
                      <a:pt x="166810" y="130460"/>
                      <a:pt x="129465" y="168055"/>
                      <a:pt x="83405" y="168055"/>
                    </a:cubicBezTo>
                    <a:cubicBezTo>
                      <a:pt x="37346" y="168055"/>
                      <a:pt x="0" y="130460"/>
                      <a:pt x="0" y="84027"/>
                    </a:cubicBezTo>
                    <a:lnTo>
                      <a:pt x="0" y="84027"/>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60" name="Freeform: Shape 259">
                <a:extLst>
                  <a:ext uri="{FF2B5EF4-FFF2-40B4-BE49-F238E27FC236}">
                    <a16:creationId xmlns:a16="http://schemas.microsoft.com/office/drawing/2014/main" id="{3718BD24-ADDD-47E4-1383-D1F0EA406DAC}"/>
                  </a:ext>
                </a:extLst>
              </p:cNvPr>
              <p:cNvSpPr/>
              <p:nvPr/>
            </p:nvSpPr>
            <p:spPr>
              <a:xfrm>
                <a:off x="10086706" y="5795943"/>
                <a:ext cx="166809" cy="168054"/>
              </a:xfrm>
              <a:custGeom>
                <a:avLst/>
                <a:gdLst>
                  <a:gd name="connsiteX0" fmla="*/ 0 w 166809"/>
                  <a:gd name="connsiteY0" fmla="*/ 84027 h 168054"/>
                  <a:gd name="connsiteX1" fmla="*/ 83405 w 166809"/>
                  <a:gd name="connsiteY1" fmla="*/ 0 h 168054"/>
                  <a:gd name="connsiteX2" fmla="*/ 166810 w 166809"/>
                  <a:gd name="connsiteY2" fmla="*/ 84027 h 168054"/>
                  <a:gd name="connsiteX3" fmla="*/ 83405 w 166809"/>
                  <a:gd name="connsiteY3" fmla="*/ 168055 h 168054"/>
                  <a:gd name="connsiteX4" fmla="*/ 0 w 166809"/>
                  <a:gd name="connsiteY4" fmla="*/ 84027 h 168054"/>
                  <a:gd name="connsiteX5" fmla="*/ 0 w 166809"/>
                  <a:gd name="connsiteY5" fmla="*/ 84027 h 16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09" h="168054">
                    <a:moveTo>
                      <a:pt x="0" y="84027"/>
                    </a:moveTo>
                    <a:cubicBezTo>
                      <a:pt x="0" y="37595"/>
                      <a:pt x="37346" y="0"/>
                      <a:pt x="83405" y="0"/>
                    </a:cubicBezTo>
                    <a:cubicBezTo>
                      <a:pt x="129464" y="0"/>
                      <a:pt x="166810" y="37595"/>
                      <a:pt x="166810" y="84027"/>
                    </a:cubicBezTo>
                    <a:cubicBezTo>
                      <a:pt x="166810" y="130461"/>
                      <a:pt x="129464" y="168055"/>
                      <a:pt x="83405" y="168055"/>
                    </a:cubicBezTo>
                    <a:cubicBezTo>
                      <a:pt x="37346" y="168055"/>
                      <a:pt x="0" y="130461"/>
                      <a:pt x="0" y="84027"/>
                    </a:cubicBezTo>
                    <a:lnTo>
                      <a:pt x="0" y="84027"/>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61" name="Freeform: Shape 260">
                <a:extLst>
                  <a:ext uri="{FF2B5EF4-FFF2-40B4-BE49-F238E27FC236}">
                    <a16:creationId xmlns:a16="http://schemas.microsoft.com/office/drawing/2014/main" id="{048FE843-6B66-E266-431F-613E901DECCC}"/>
                  </a:ext>
                </a:extLst>
              </p:cNvPr>
              <p:cNvSpPr/>
              <p:nvPr/>
            </p:nvSpPr>
            <p:spPr>
              <a:xfrm>
                <a:off x="3154128" y="5324393"/>
                <a:ext cx="166810" cy="168054"/>
              </a:xfrm>
              <a:custGeom>
                <a:avLst/>
                <a:gdLst>
                  <a:gd name="connsiteX0" fmla="*/ 0 w 166810"/>
                  <a:gd name="connsiteY0" fmla="*/ 84027 h 168054"/>
                  <a:gd name="connsiteX1" fmla="*/ 83405 w 166810"/>
                  <a:gd name="connsiteY1" fmla="*/ 0 h 168054"/>
                  <a:gd name="connsiteX2" fmla="*/ 166810 w 166810"/>
                  <a:gd name="connsiteY2" fmla="*/ 84027 h 168054"/>
                  <a:gd name="connsiteX3" fmla="*/ 83405 w 166810"/>
                  <a:gd name="connsiteY3" fmla="*/ 168055 h 168054"/>
                  <a:gd name="connsiteX4" fmla="*/ 0 w 166810"/>
                  <a:gd name="connsiteY4" fmla="*/ 84027 h 168054"/>
                  <a:gd name="connsiteX5" fmla="*/ 0 w 166810"/>
                  <a:gd name="connsiteY5" fmla="*/ 84027 h 16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10" h="168054">
                    <a:moveTo>
                      <a:pt x="0" y="84027"/>
                    </a:moveTo>
                    <a:cubicBezTo>
                      <a:pt x="0" y="37595"/>
                      <a:pt x="37346" y="0"/>
                      <a:pt x="83405" y="0"/>
                    </a:cubicBezTo>
                    <a:cubicBezTo>
                      <a:pt x="129465" y="0"/>
                      <a:pt x="166810" y="37595"/>
                      <a:pt x="166810" y="84027"/>
                    </a:cubicBezTo>
                    <a:cubicBezTo>
                      <a:pt x="166810" y="130461"/>
                      <a:pt x="129465" y="168055"/>
                      <a:pt x="83405" y="168055"/>
                    </a:cubicBezTo>
                    <a:cubicBezTo>
                      <a:pt x="37346" y="168055"/>
                      <a:pt x="0" y="130461"/>
                      <a:pt x="0" y="84027"/>
                    </a:cubicBezTo>
                    <a:lnTo>
                      <a:pt x="0" y="84027"/>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48" name="Freeform: Shape 247">
                <a:extLst>
                  <a:ext uri="{FF2B5EF4-FFF2-40B4-BE49-F238E27FC236}">
                    <a16:creationId xmlns:a16="http://schemas.microsoft.com/office/drawing/2014/main" id="{3AFC433A-95A9-CBC0-1622-9B8833651BD9}"/>
                  </a:ext>
                </a:extLst>
              </p:cNvPr>
              <p:cNvSpPr>
                <a:spLocks/>
              </p:cNvSpPr>
              <p:nvPr/>
            </p:nvSpPr>
            <p:spPr>
              <a:xfrm>
                <a:off x="3432984" y="4426364"/>
                <a:ext cx="102958" cy="103726"/>
              </a:xfrm>
              <a:custGeom>
                <a:avLst/>
                <a:gdLst>
                  <a:gd name="connsiteX0" fmla="*/ 0 w 166810"/>
                  <a:gd name="connsiteY0" fmla="*/ 84027 h 168054"/>
                  <a:gd name="connsiteX1" fmla="*/ 83405 w 166810"/>
                  <a:gd name="connsiteY1" fmla="*/ 0 h 168054"/>
                  <a:gd name="connsiteX2" fmla="*/ 166810 w 166810"/>
                  <a:gd name="connsiteY2" fmla="*/ 84027 h 168054"/>
                  <a:gd name="connsiteX3" fmla="*/ 83405 w 166810"/>
                  <a:gd name="connsiteY3" fmla="*/ 168055 h 168054"/>
                  <a:gd name="connsiteX4" fmla="*/ 0 w 166810"/>
                  <a:gd name="connsiteY4" fmla="*/ 84027 h 168054"/>
                  <a:gd name="connsiteX5" fmla="*/ 0 w 166810"/>
                  <a:gd name="connsiteY5" fmla="*/ 84027 h 16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10" h="168054">
                    <a:moveTo>
                      <a:pt x="0" y="84027"/>
                    </a:moveTo>
                    <a:cubicBezTo>
                      <a:pt x="0" y="37594"/>
                      <a:pt x="37346" y="0"/>
                      <a:pt x="83405" y="0"/>
                    </a:cubicBezTo>
                    <a:cubicBezTo>
                      <a:pt x="129465" y="0"/>
                      <a:pt x="166810" y="37594"/>
                      <a:pt x="166810" y="84027"/>
                    </a:cubicBezTo>
                    <a:cubicBezTo>
                      <a:pt x="166810" y="130460"/>
                      <a:pt x="129465" y="168055"/>
                      <a:pt x="83405" y="168055"/>
                    </a:cubicBezTo>
                    <a:cubicBezTo>
                      <a:pt x="37346" y="168055"/>
                      <a:pt x="0" y="130460"/>
                      <a:pt x="0" y="84027"/>
                    </a:cubicBezTo>
                    <a:lnTo>
                      <a:pt x="0" y="84027"/>
                    </a:lnTo>
                    <a:close/>
                  </a:path>
                </a:pathLst>
              </a:custGeom>
              <a:solidFill>
                <a:srgbClr val="FFFFFF">
                  <a:alpha val="49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00" name="Group 299">
              <a:extLst>
                <a:ext uri="{FF2B5EF4-FFF2-40B4-BE49-F238E27FC236}">
                  <a16:creationId xmlns:a16="http://schemas.microsoft.com/office/drawing/2014/main" id="{76D4E415-0BB5-2E3C-87C9-CCD62C985C37}"/>
                </a:ext>
              </a:extLst>
            </p:cNvPr>
            <p:cNvGrpSpPr/>
            <p:nvPr/>
          </p:nvGrpSpPr>
          <p:grpSpPr>
            <a:xfrm>
              <a:off x="1500592" y="2199047"/>
              <a:ext cx="9240431" cy="3693371"/>
              <a:chOff x="1338034" y="2199047"/>
              <a:chExt cx="9240431" cy="3693371"/>
            </a:xfrm>
          </p:grpSpPr>
          <p:sp>
            <p:nvSpPr>
              <p:cNvPr id="201" name="Freeform: Shape 200">
                <a:extLst>
                  <a:ext uri="{FF2B5EF4-FFF2-40B4-BE49-F238E27FC236}">
                    <a16:creationId xmlns:a16="http://schemas.microsoft.com/office/drawing/2014/main" id="{E56815C3-13B8-5086-814C-574337B4FFE2}"/>
                  </a:ext>
                </a:extLst>
              </p:cNvPr>
              <p:cNvSpPr/>
              <p:nvPr/>
            </p:nvSpPr>
            <p:spPr>
              <a:xfrm>
                <a:off x="1821535" y="4028253"/>
                <a:ext cx="1454432" cy="437067"/>
              </a:xfrm>
              <a:custGeom>
                <a:avLst/>
                <a:gdLst>
                  <a:gd name="connsiteX0" fmla="*/ 0 w 1363485"/>
                  <a:gd name="connsiteY0" fmla="*/ 0 h 343205"/>
                  <a:gd name="connsiteX1" fmla="*/ 1363486 w 1363485"/>
                  <a:gd name="connsiteY1" fmla="*/ 343206 h 343205"/>
                </a:gdLst>
                <a:ahLst/>
                <a:cxnLst>
                  <a:cxn ang="0">
                    <a:pos x="connsiteX0" y="connsiteY0"/>
                  </a:cxn>
                  <a:cxn ang="0">
                    <a:pos x="connsiteX1" y="connsiteY1"/>
                  </a:cxn>
                </a:cxnLst>
                <a:rect l="l" t="t" r="r" b="b"/>
                <a:pathLst>
                  <a:path w="1363485" h="343205">
                    <a:moveTo>
                      <a:pt x="0" y="0"/>
                    </a:moveTo>
                    <a:lnTo>
                      <a:pt x="1363486" y="343206"/>
                    </a:lnTo>
                  </a:path>
                </a:pathLst>
              </a:custGeom>
              <a:ln w="19050" cap="flat">
                <a:solidFill>
                  <a:srgbClr val="B85CBC"/>
                </a:solidFill>
                <a:prstDash val="solid"/>
                <a:miter/>
                <a:tailEnd type="none" w="lg" len="med"/>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02" name="Freeform: Shape 201">
                <a:extLst>
                  <a:ext uri="{FF2B5EF4-FFF2-40B4-BE49-F238E27FC236}">
                    <a16:creationId xmlns:a16="http://schemas.microsoft.com/office/drawing/2014/main" id="{2C2050C6-9D67-862E-DFC7-C357D74B5DD2}"/>
                  </a:ext>
                </a:extLst>
              </p:cNvPr>
              <p:cNvSpPr/>
              <p:nvPr/>
            </p:nvSpPr>
            <p:spPr>
              <a:xfrm rot="207782">
                <a:off x="1755929" y="4112407"/>
                <a:ext cx="265275" cy="1337798"/>
              </a:xfrm>
              <a:custGeom>
                <a:avLst/>
                <a:gdLst>
                  <a:gd name="connsiteX0" fmla="*/ 0 w 227060"/>
                  <a:gd name="connsiteY0" fmla="*/ 0 h 1389627"/>
                  <a:gd name="connsiteX1" fmla="*/ 227061 w 227060"/>
                  <a:gd name="connsiteY1" fmla="*/ 1389628 h 1389627"/>
                </a:gdLst>
                <a:ahLst/>
                <a:cxnLst>
                  <a:cxn ang="0">
                    <a:pos x="connsiteX0" y="connsiteY0"/>
                  </a:cxn>
                  <a:cxn ang="0">
                    <a:pos x="connsiteX1" y="connsiteY1"/>
                  </a:cxn>
                </a:cxnLst>
                <a:rect l="l" t="t" r="r" b="b"/>
                <a:pathLst>
                  <a:path w="227060" h="1389627">
                    <a:moveTo>
                      <a:pt x="0" y="0"/>
                    </a:moveTo>
                    <a:lnTo>
                      <a:pt x="227061" y="1389628"/>
                    </a:lnTo>
                  </a:path>
                </a:pathLst>
              </a:custGeom>
              <a:ln w="19050" cap="flat">
                <a:solidFill>
                  <a:srgbClr val="B85CBC"/>
                </a:solidFill>
                <a:prstDash val="solid"/>
                <a:miter/>
                <a:tailEnd type="none" w="sm" len="sm"/>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07" name="Freeform: Shape 206">
                <a:extLst>
                  <a:ext uri="{FF2B5EF4-FFF2-40B4-BE49-F238E27FC236}">
                    <a16:creationId xmlns:a16="http://schemas.microsoft.com/office/drawing/2014/main" id="{2EB66113-9FB4-DC9F-3B24-049A9BE47FC2}"/>
                  </a:ext>
                </a:extLst>
              </p:cNvPr>
              <p:cNvSpPr/>
              <p:nvPr/>
            </p:nvSpPr>
            <p:spPr>
              <a:xfrm>
                <a:off x="1338034" y="2752725"/>
                <a:ext cx="1570268" cy="218400"/>
              </a:xfrm>
              <a:custGeom>
                <a:avLst/>
                <a:gdLst>
                  <a:gd name="connsiteX0" fmla="*/ 0 w 1570131"/>
                  <a:gd name="connsiteY0" fmla="*/ 227061 h 227060"/>
                  <a:gd name="connsiteX1" fmla="*/ 1570131 w 1570131"/>
                  <a:gd name="connsiteY1" fmla="*/ 0 h 227060"/>
                </a:gdLst>
                <a:ahLst/>
                <a:cxnLst>
                  <a:cxn ang="0">
                    <a:pos x="connsiteX0" y="connsiteY0"/>
                  </a:cxn>
                  <a:cxn ang="0">
                    <a:pos x="connsiteX1" y="connsiteY1"/>
                  </a:cxn>
                </a:cxnLst>
                <a:rect l="l" t="t" r="r" b="b"/>
                <a:pathLst>
                  <a:path w="1570131" h="227060">
                    <a:moveTo>
                      <a:pt x="0" y="227061"/>
                    </a:moveTo>
                    <a:lnTo>
                      <a:pt x="1570131" y="0"/>
                    </a:lnTo>
                  </a:path>
                </a:pathLst>
              </a:custGeom>
              <a:ln w="19050" cap="flat">
                <a:solidFill>
                  <a:srgbClr val="B85CBC"/>
                </a:solidFill>
                <a:prstDash val="solid"/>
                <a:miter/>
                <a:tailEnd type="none" w="lg" len="med"/>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08" name="Freeform: Shape 207">
                <a:extLst>
                  <a:ext uri="{FF2B5EF4-FFF2-40B4-BE49-F238E27FC236}">
                    <a16:creationId xmlns:a16="http://schemas.microsoft.com/office/drawing/2014/main" id="{938D27EB-C33B-8888-3715-4C647BE5F0DD}"/>
                  </a:ext>
                </a:extLst>
              </p:cNvPr>
              <p:cNvSpPr/>
              <p:nvPr/>
            </p:nvSpPr>
            <p:spPr>
              <a:xfrm>
                <a:off x="3028316" y="2823210"/>
                <a:ext cx="233043" cy="659130"/>
              </a:xfrm>
              <a:custGeom>
                <a:avLst/>
                <a:gdLst>
                  <a:gd name="connsiteX0" fmla="*/ 251584 w 251584"/>
                  <a:gd name="connsiteY0" fmla="*/ 686660 h 686660"/>
                  <a:gd name="connsiteX1" fmla="*/ 0 w 251584"/>
                  <a:gd name="connsiteY1" fmla="*/ 0 h 686660"/>
                </a:gdLst>
                <a:ahLst/>
                <a:cxnLst>
                  <a:cxn ang="0">
                    <a:pos x="connsiteX0" y="connsiteY0"/>
                  </a:cxn>
                  <a:cxn ang="0">
                    <a:pos x="connsiteX1" y="connsiteY1"/>
                  </a:cxn>
                </a:cxnLst>
                <a:rect l="l" t="t" r="r" b="b"/>
                <a:pathLst>
                  <a:path w="251584" h="686660">
                    <a:moveTo>
                      <a:pt x="251584" y="686660"/>
                    </a:moveTo>
                    <a:lnTo>
                      <a:pt x="0" y="0"/>
                    </a:lnTo>
                  </a:path>
                </a:pathLst>
              </a:custGeom>
              <a:ln w="19050" cap="flat">
                <a:solidFill>
                  <a:srgbClr val="B85CBC"/>
                </a:solidFill>
                <a:prstDash val="solid"/>
                <a:miter/>
                <a:headEnd type="triangle" w="lg" len="med"/>
                <a:tailEnd type="none" w="lg" len="med"/>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12" name="Freeform: Shape 211">
                <a:extLst>
                  <a:ext uri="{FF2B5EF4-FFF2-40B4-BE49-F238E27FC236}">
                    <a16:creationId xmlns:a16="http://schemas.microsoft.com/office/drawing/2014/main" id="{AA728C33-446D-B168-B451-9E5AA13E390E}"/>
                  </a:ext>
                </a:extLst>
              </p:cNvPr>
              <p:cNvSpPr/>
              <p:nvPr/>
            </p:nvSpPr>
            <p:spPr>
              <a:xfrm>
                <a:off x="8532031" y="5879970"/>
                <a:ext cx="1392117" cy="12448"/>
              </a:xfrm>
              <a:custGeom>
                <a:avLst/>
                <a:gdLst>
                  <a:gd name="connsiteX0" fmla="*/ 1392118 w 1392117"/>
                  <a:gd name="connsiteY0" fmla="*/ 0 h 12448"/>
                  <a:gd name="connsiteX1" fmla="*/ 0 w 1392117"/>
                  <a:gd name="connsiteY1" fmla="*/ 0 h 12448"/>
                </a:gdLst>
                <a:ahLst/>
                <a:cxnLst>
                  <a:cxn ang="0">
                    <a:pos x="connsiteX0" y="connsiteY0"/>
                  </a:cxn>
                  <a:cxn ang="0">
                    <a:pos x="connsiteX1" y="connsiteY1"/>
                  </a:cxn>
                </a:cxnLst>
                <a:rect l="l" t="t" r="r" b="b"/>
                <a:pathLst>
                  <a:path w="1392117" h="12448">
                    <a:moveTo>
                      <a:pt x="1392118" y="0"/>
                    </a:moveTo>
                    <a:lnTo>
                      <a:pt x="0" y="0"/>
                    </a:lnTo>
                  </a:path>
                </a:pathLst>
              </a:custGeom>
              <a:ln w="19050" cap="flat">
                <a:solidFill>
                  <a:srgbClr val="B85CBC"/>
                </a:solidFill>
                <a:prstDash val="solid"/>
                <a:miter/>
                <a:tailEnd type="triangle" w="lg" len="med"/>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13" name="Freeform: Shape 212">
                <a:extLst>
                  <a:ext uri="{FF2B5EF4-FFF2-40B4-BE49-F238E27FC236}">
                    <a16:creationId xmlns:a16="http://schemas.microsoft.com/office/drawing/2014/main" id="{E4877672-61CB-7461-AC0F-5565AED03C87}"/>
                  </a:ext>
                </a:extLst>
              </p:cNvPr>
              <p:cNvSpPr/>
              <p:nvPr/>
            </p:nvSpPr>
            <p:spPr>
              <a:xfrm>
                <a:off x="10044432" y="5040193"/>
                <a:ext cx="383507" cy="764342"/>
              </a:xfrm>
              <a:custGeom>
                <a:avLst/>
                <a:gdLst>
                  <a:gd name="connsiteX0" fmla="*/ 0 w 408435"/>
                  <a:gd name="connsiteY0" fmla="*/ 768945 h 768944"/>
                  <a:gd name="connsiteX1" fmla="*/ 408436 w 408435"/>
                  <a:gd name="connsiteY1" fmla="*/ 0 h 768944"/>
                </a:gdLst>
                <a:ahLst/>
                <a:cxnLst>
                  <a:cxn ang="0">
                    <a:pos x="connsiteX0" y="connsiteY0"/>
                  </a:cxn>
                  <a:cxn ang="0">
                    <a:pos x="connsiteX1" y="connsiteY1"/>
                  </a:cxn>
                </a:cxnLst>
                <a:rect l="l" t="t" r="r" b="b"/>
                <a:pathLst>
                  <a:path w="408435" h="768944">
                    <a:moveTo>
                      <a:pt x="0" y="768945"/>
                    </a:moveTo>
                    <a:lnTo>
                      <a:pt x="408436" y="0"/>
                    </a:lnTo>
                  </a:path>
                </a:pathLst>
              </a:custGeom>
              <a:ln w="19050" cap="flat">
                <a:solidFill>
                  <a:srgbClr val="B85CBC"/>
                </a:solidFill>
                <a:prstDash val="solid"/>
                <a:miter/>
                <a:tailEnd type="none" w="lg" len="med"/>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17" name="Freeform: Shape 216">
                <a:extLst>
                  <a:ext uri="{FF2B5EF4-FFF2-40B4-BE49-F238E27FC236}">
                    <a16:creationId xmlns:a16="http://schemas.microsoft.com/office/drawing/2014/main" id="{3AD7932F-FEA4-FEDD-1363-843890CE7C5B}"/>
                  </a:ext>
                </a:extLst>
              </p:cNvPr>
              <p:cNvSpPr/>
              <p:nvPr/>
            </p:nvSpPr>
            <p:spPr>
              <a:xfrm rot="21106944">
                <a:off x="10297259" y="2199047"/>
                <a:ext cx="102461" cy="669211"/>
              </a:xfrm>
              <a:custGeom>
                <a:avLst/>
                <a:gdLst>
                  <a:gd name="connsiteX0" fmla="*/ 108302 w 108302"/>
                  <a:gd name="connsiteY0" fmla="*/ 0 h 680684"/>
                  <a:gd name="connsiteX1" fmla="*/ 0 w 108302"/>
                  <a:gd name="connsiteY1" fmla="*/ 680685 h 680684"/>
                </a:gdLst>
                <a:ahLst/>
                <a:cxnLst>
                  <a:cxn ang="0">
                    <a:pos x="connsiteX0" y="connsiteY0"/>
                  </a:cxn>
                  <a:cxn ang="0">
                    <a:pos x="connsiteX1" y="connsiteY1"/>
                  </a:cxn>
                </a:cxnLst>
                <a:rect l="l" t="t" r="r" b="b"/>
                <a:pathLst>
                  <a:path w="108302" h="680684">
                    <a:moveTo>
                      <a:pt x="108302" y="0"/>
                    </a:moveTo>
                    <a:lnTo>
                      <a:pt x="0" y="680685"/>
                    </a:lnTo>
                  </a:path>
                </a:pathLst>
              </a:custGeom>
              <a:ln w="19050" cap="flat">
                <a:solidFill>
                  <a:srgbClr val="B85CBC"/>
                </a:solidFill>
                <a:prstDash val="solid"/>
                <a:miter/>
                <a:tailEnd type="triangle" w="lg" len="med"/>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30" name="Freeform: Shape 229">
                <a:extLst>
                  <a:ext uri="{FF2B5EF4-FFF2-40B4-BE49-F238E27FC236}">
                    <a16:creationId xmlns:a16="http://schemas.microsoft.com/office/drawing/2014/main" id="{3E761412-1C67-AC3A-28B7-AC1F932B93A0}"/>
                  </a:ext>
                </a:extLst>
              </p:cNvPr>
              <p:cNvSpPr/>
              <p:nvPr/>
            </p:nvSpPr>
            <p:spPr>
              <a:xfrm>
                <a:off x="6050170" y="5247212"/>
                <a:ext cx="12448" cy="245235"/>
              </a:xfrm>
              <a:custGeom>
                <a:avLst/>
                <a:gdLst>
                  <a:gd name="connsiteX0" fmla="*/ 0 w 12448"/>
                  <a:gd name="connsiteY0" fmla="*/ 245236 h 245235"/>
                  <a:gd name="connsiteX1" fmla="*/ 0 w 12448"/>
                  <a:gd name="connsiteY1" fmla="*/ 0 h 245235"/>
                </a:gdLst>
                <a:ahLst/>
                <a:cxnLst>
                  <a:cxn ang="0">
                    <a:pos x="connsiteX0" y="connsiteY0"/>
                  </a:cxn>
                  <a:cxn ang="0">
                    <a:pos x="connsiteX1" y="connsiteY1"/>
                  </a:cxn>
                </a:cxnLst>
                <a:rect l="l" t="t" r="r" b="b"/>
                <a:pathLst>
                  <a:path w="12448" h="245235">
                    <a:moveTo>
                      <a:pt x="0" y="245236"/>
                    </a:moveTo>
                    <a:lnTo>
                      <a:pt x="0" y="0"/>
                    </a:lnTo>
                  </a:path>
                </a:pathLst>
              </a:custGeom>
              <a:ln w="19050" cap="flat">
                <a:solidFill>
                  <a:srgbClr val="B85CBC"/>
                </a:solidFill>
                <a:prstDash val="solid"/>
                <a:miter/>
                <a:tailEnd type="triangle" w="lg" len="med"/>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31" name="Freeform: Shape 230">
                <a:extLst>
                  <a:ext uri="{FF2B5EF4-FFF2-40B4-BE49-F238E27FC236}">
                    <a16:creationId xmlns:a16="http://schemas.microsoft.com/office/drawing/2014/main" id="{B5DC58DC-0D5C-6ABC-DAAB-1D0035394D25}"/>
                  </a:ext>
                </a:extLst>
              </p:cNvPr>
              <p:cNvSpPr/>
              <p:nvPr/>
            </p:nvSpPr>
            <p:spPr>
              <a:xfrm>
                <a:off x="6050170" y="3812770"/>
                <a:ext cx="12448" cy="215483"/>
              </a:xfrm>
              <a:custGeom>
                <a:avLst/>
                <a:gdLst>
                  <a:gd name="connsiteX0" fmla="*/ 0 w 12448"/>
                  <a:gd name="connsiteY0" fmla="*/ 0 h 215483"/>
                  <a:gd name="connsiteX1" fmla="*/ 0 w 12448"/>
                  <a:gd name="connsiteY1" fmla="*/ 215484 h 215483"/>
                </a:gdLst>
                <a:ahLst/>
                <a:cxnLst>
                  <a:cxn ang="0">
                    <a:pos x="connsiteX0" y="connsiteY0"/>
                  </a:cxn>
                  <a:cxn ang="0">
                    <a:pos x="connsiteX1" y="connsiteY1"/>
                  </a:cxn>
                </a:cxnLst>
                <a:rect l="l" t="t" r="r" b="b"/>
                <a:pathLst>
                  <a:path w="12448" h="215483">
                    <a:moveTo>
                      <a:pt x="0" y="0"/>
                    </a:moveTo>
                    <a:lnTo>
                      <a:pt x="0" y="215484"/>
                    </a:lnTo>
                  </a:path>
                </a:pathLst>
              </a:custGeom>
              <a:ln w="19050" cap="flat">
                <a:solidFill>
                  <a:srgbClr val="B85CBC"/>
                </a:solidFill>
                <a:prstDash val="solid"/>
                <a:miter/>
                <a:tailEnd type="triangle" w="lg" len="med"/>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32" name="Freeform: Shape 231">
                <a:extLst>
                  <a:ext uri="{FF2B5EF4-FFF2-40B4-BE49-F238E27FC236}">
                    <a16:creationId xmlns:a16="http://schemas.microsoft.com/office/drawing/2014/main" id="{7719EA3C-CEF0-D11E-04F4-A7C941670703}"/>
                  </a:ext>
                </a:extLst>
              </p:cNvPr>
              <p:cNvSpPr/>
              <p:nvPr/>
            </p:nvSpPr>
            <p:spPr>
              <a:xfrm flipH="1" flipV="1">
                <a:off x="5846511" y="2539364"/>
                <a:ext cx="167573" cy="517282"/>
              </a:xfrm>
              <a:custGeom>
                <a:avLst/>
                <a:gdLst>
                  <a:gd name="connsiteX0" fmla="*/ 0 w 192703"/>
                  <a:gd name="connsiteY0" fmla="*/ 0 h 635621"/>
                  <a:gd name="connsiteX1" fmla="*/ 192703 w 192703"/>
                  <a:gd name="connsiteY1" fmla="*/ 635621 h 635621"/>
                </a:gdLst>
                <a:ahLst/>
                <a:cxnLst>
                  <a:cxn ang="0">
                    <a:pos x="connsiteX0" y="connsiteY0"/>
                  </a:cxn>
                  <a:cxn ang="0">
                    <a:pos x="connsiteX1" y="connsiteY1"/>
                  </a:cxn>
                </a:cxnLst>
                <a:rect l="l" t="t" r="r" b="b"/>
                <a:pathLst>
                  <a:path w="192703" h="635621">
                    <a:moveTo>
                      <a:pt x="0" y="0"/>
                    </a:moveTo>
                    <a:lnTo>
                      <a:pt x="192703" y="635621"/>
                    </a:lnTo>
                  </a:path>
                </a:pathLst>
              </a:custGeom>
              <a:ln w="19050" cap="flat">
                <a:solidFill>
                  <a:srgbClr val="B85CBC"/>
                </a:solidFill>
                <a:prstDash val="solid"/>
                <a:miter/>
                <a:tailEnd type="triangle" w="lg" len="med"/>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35" name="Freeform: Shape 234">
                <a:extLst>
                  <a:ext uri="{FF2B5EF4-FFF2-40B4-BE49-F238E27FC236}">
                    <a16:creationId xmlns:a16="http://schemas.microsoft.com/office/drawing/2014/main" id="{5960B2F9-3007-395D-2BF7-065729B8A594}"/>
                  </a:ext>
                </a:extLst>
              </p:cNvPr>
              <p:cNvSpPr/>
              <p:nvPr/>
            </p:nvSpPr>
            <p:spPr>
              <a:xfrm>
                <a:off x="3507810" y="3696999"/>
                <a:ext cx="1937362" cy="845785"/>
              </a:xfrm>
              <a:custGeom>
                <a:avLst/>
                <a:gdLst>
                  <a:gd name="connsiteX0" fmla="*/ 0 w 1937362"/>
                  <a:gd name="connsiteY0" fmla="*/ 0 h 984926"/>
                  <a:gd name="connsiteX1" fmla="*/ 1127587 w 1937362"/>
                  <a:gd name="connsiteY1" fmla="*/ 472546 h 984926"/>
                  <a:gd name="connsiteX2" fmla="*/ 1937362 w 1937362"/>
                  <a:gd name="connsiteY2" fmla="*/ 984927 h 984926"/>
                </a:gdLst>
                <a:ahLst/>
                <a:cxnLst>
                  <a:cxn ang="0">
                    <a:pos x="connsiteX0" y="connsiteY0"/>
                  </a:cxn>
                  <a:cxn ang="0">
                    <a:pos x="connsiteX1" y="connsiteY1"/>
                  </a:cxn>
                  <a:cxn ang="0">
                    <a:pos x="connsiteX2" y="connsiteY2"/>
                  </a:cxn>
                </a:cxnLst>
                <a:rect l="l" t="t" r="r" b="b"/>
                <a:pathLst>
                  <a:path w="1937362" h="984926">
                    <a:moveTo>
                      <a:pt x="0" y="0"/>
                    </a:moveTo>
                    <a:lnTo>
                      <a:pt x="1127587" y="472546"/>
                    </a:lnTo>
                    <a:lnTo>
                      <a:pt x="1937362" y="984927"/>
                    </a:lnTo>
                  </a:path>
                </a:pathLst>
              </a:custGeom>
              <a:ln w="19050" cap="flat">
                <a:solidFill>
                  <a:srgbClr val="B85CBC"/>
                </a:solidFill>
                <a:prstDash val="solid"/>
                <a:miter/>
                <a:tailEnd type="triangle" w="lg" len="med"/>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70" name="Freeform: Shape 269">
                <a:extLst>
                  <a:ext uri="{FF2B5EF4-FFF2-40B4-BE49-F238E27FC236}">
                    <a16:creationId xmlns:a16="http://schemas.microsoft.com/office/drawing/2014/main" id="{C72304E0-EBA7-ECF9-002E-D510288B98D2}"/>
                  </a:ext>
                </a:extLst>
              </p:cNvPr>
              <p:cNvSpPr/>
              <p:nvPr/>
            </p:nvSpPr>
            <p:spPr>
              <a:xfrm>
                <a:off x="10358725" y="3823335"/>
                <a:ext cx="219740" cy="432436"/>
              </a:xfrm>
              <a:custGeom>
                <a:avLst/>
                <a:gdLst>
                  <a:gd name="connsiteX0" fmla="*/ 0 w 210629"/>
                  <a:gd name="connsiteY0" fmla="*/ 0 h 476778"/>
                  <a:gd name="connsiteX1" fmla="*/ 210629 w 210629"/>
                  <a:gd name="connsiteY1" fmla="*/ 189715 h 476778"/>
                  <a:gd name="connsiteX2" fmla="*/ 105315 w 210629"/>
                  <a:gd name="connsiteY2" fmla="*/ 476778 h 476778"/>
                </a:gdLst>
                <a:ahLst/>
                <a:cxnLst>
                  <a:cxn ang="0">
                    <a:pos x="connsiteX0" y="connsiteY0"/>
                  </a:cxn>
                  <a:cxn ang="0">
                    <a:pos x="connsiteX1" y="connsiteY1"/>
                  </a:cxn>
                  <a:cxn ang="0">
                    <a:pos x="connsiteX2" y="connsiteY2"/>
                  </a:cxn>
                </a:cxnLst>
                <a:rect l="l" t="t" r="r" b="b"/>
                <a:pathLst>
                  <a:path w="210629" h="476778">
                    <a:moveTo>
                      <a:pt x="0" y="0"/>
                    </a:moveTo>
                    <a:lnTo>
                      <a:pt x="210629" y="189715"/>
                    </a:lnTo>
                    <a:lnTo>
                      <a:pt x="105315" y="476778"/>
                    </a:lnTo>
                  </a:path>
                </a:pathLst>
              </a:custGeom>
              <a:ln w="19050" cap="flat">
                <a:solidFill>
                  <a:srgbClr val="B85CBC"/>
                </a:solidFill>
                <a:prstDash val="solid"/>
                <a:miter/>
                <a:tailEnd type="triangle" w="lg" len="med"/>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6" name="Freeform: Shape 225">
                <a:extLst>
                  <a:ext uri="{FF2B5EF4-FFF2-40B4-BE49-F238E27FC236}">
                    <a16:creationId xmlns:a16="http://schemas.microsoft.com/office/drawing/2014/main" id="{F00689EC-784F-ACD6-5324-A42B515B04E4}"/>
                  </a:ext>
                </a:extLst>
              </p:cNvPr>
              <p:cNvSpPr/>
              <p:nvPr/>
            </p:nvSpPr>
            <p:spPr>
              <a:xfrm>
                <a:off x="7745730" y="4652547"/>
                <a:ext cx="1878330" cy="12448"/>
              </a:xfrm>
              <a:custGeom>
                <a:avLst/>
                <a:gdLst>
                  <a:gd name="connsiteX0" fmla="*/ 1828562 w 1828562"/>
                  <a:gd name="connsiteY0" fmla="*/ 0 h 12448"/>
                  <a:gd name="connsiteX1" fmla="*/ 0 w 1828562"/>
                  <a:gd name="connsiteY1" fmla="*/ 0 h 12448"/>
                </a:gdLst>
                <a:ahLst/>
                <a:cxnLst>
                  <a:cxn ang="0">
                    <a:pos x="connsiteX0" y="connsiteY0"/>
                  </a:cxn>
                  <a:cxn ang="0">
                    <a:pos x="connsiteX1" y="connsiteY1"/>
                  </a:cxn>
                </a:cxnLst>
                <a:rect l="l" t="t" r="r" b="b"/>
                <a:pathLst>
                  <a:path w="1828562" h="12448">
                    <a:moveTo>
                      <a:pt x="1828562" y="0"/>
                    </a:moveTo>
                    <a:lnTo>
                      <a:pt x="0" y="0"/>
                    </a:lnTo>
                  </a:path>
                </a:pathLst>
              </a:custGeom>
              <a:ln w="19050" cap="flat">
                <a:solidFill>
                  <a:srgbClr val="B85CBC"/>
                </a:solidFill>
                <a:prstDash val="solid"/>
                <a:miter/>
                <a:tailEnd type="triangle" w="lg" len="med"/>
              </a:ln>
              <a:effectLst>
                <a:outerShdw blurRad="38100" algn="ctr" rotWithShape="0">
                  <a:srgbClr val="B85CBC">
                    <a:alpha val="50000"/>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95" name="Freeform: Shape 294">
                <a:extLst>
                  <a:ext uri="{FF2B5EF4-FFF2-40B4-BE49-F238E27FC236}">
                    <a16:creationId xmlns:a16="http://schemas.microsoft.com/office/drawing/2014/main" id="{56696809-596A-E569-F736-2FDC06CA8632}"/>
                  </a:ext>
                </a:extLst>
              </p:cNvPr>
              <p:cNvSpPr/>
              <p:nvPr/>
            </p:nvSpPr>
            <p:spPr>
              <a:xfrm rot="838208">
                <a:off x="2064322" y="5677590"/>
                <a:ext cx="1516809" cy="138303"/>
              </a:xfrm>
              <a:custGeom>
                <a:avLst/>
                <a:gdLst>
                  <a:gd name="connsiteX0" fmla="*/ 0 w 851727"/>
                  <a:gd name="connsiteY0" fmla="*/ 138303 h 138303"/>
                  <a:gd name="connsiteX1" fmla="*/ 851727 w 851727"/>
                  <a:gd name="connsiteY1" fmla="*/ 0 h 138303"/>
                </a:gdLst>
                <a:ahLst/>
                <a:cxnLst>
                  <a:cxn ang="0">
                    <a:pos x="connsiteX0" y="connsiteY0"/>
                  </a:cxn>
                  <a:cxn ang="0">
                    <a:pos x="connsiteX1" y="connsiteY1"/>
                  </a:cxn>
                </a:cxnLst>
                <a:rect l="l" t="t" r="r" b="b"/>
                <a:pathLst>
                  <a:path w="851727" h="138303">
                    <a:moveTo>
                      <a:pt x="0" y="138303"/>
                    </a:moveTo>
                    <a:lnTo>
                      <a:pt x="851727" y="0"/>
                    </a:lnTo>
                  </a:path>
                </a:pathLst>
              </a:custGeom>
              <a:ln w="19050" cap="flat">
                <a:solidFill>
                  <a:srgbClr val="B85CBC"/>
                </a:solidFill>
                <a:prstDash val="solid"/>
                <a:miter/>
                <a:tailEnd type="triangle" w="lg" len="med"/>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10" name="Freeform: Shape 209">
                <a:extLst>
                  <a:ext uri="{FF2B5EF4-FFF2-40B4-BE49-F238E27FC236}">
                    <a16:creationId xmlns:a16="http://schemas.microsoft.com/office/drawing/2014/main" id="{E5EEAE7F-5503-3887-AD02-1E642EFE7C70}"/>
                  </a:ext>
                </a:extLst>
              </p:cNvPr>
              <p:cNvSpPr/>
              <p:nvPr/>
            </p:nvSpPr>
            <p:spPr>
              <a:xfrm>
                <a:off x="3373122" y="4490085"/>
                <a:ext cx="2072050" cy="213002"/>
              </a:xfrm>
              <a:custGeom>
                <a:avLst/>
                <a:gdLst>
                  <a:gd name="connsiteX0" fmla="*/ 0 w 1937362"/>
                  <a:gd name="connsiteY0" fmla="*/ 0 h 169548"/>
                  <a:gd name="connsiteX1" fmla="*/ 1937362 w 1937362"/>
                  <a:gd name="connsiteY1" fmla="*/ 169549 h 169548"/>
                </a:gdLst>
                <a:ahLst/>
                <a:cxnLst>
                  <a:cxn ang="0">
                    <a:pos x="connsiteX0" y="connsiteY0"/>
                  </a:cxn>
                  <a:cxn ang="0">
                    <a:pos x="connsiteX1" y="connsiteY1"/>
                  </a:cxn>
                </a:cxnLst>
                <a:rect l="l" t="t" r="r" b="b"/>
                <a:pathLst>
                  <a:path w="1937362" h="169548">
                    <a:moveTo>
                      <a:pt x="0" y="0"/>
                    </a:moveTo>
                    <a:lnTo>
                      <a:pt x="1937362" y="169549"/>
                    </a:lnTo>
                  </a:path>
                </a:pathLst>
              </a:custGeom>
              <a:ln w="19050" cap="flat">
                <a:solidFill>
                  <a:srgbClr val="B85CBC"/>
                </a:solidFill>
                <a:prstDash val="solid"/>
                <a:miter/>
                <a:tailEnd type="triangle" w="lg" len="med"/>
              </a:ln>
              <a:effectLst>
                <a:outerShdw blurRad="38100" algn="ctr" rotWithShape="0">
                  <a:srgbClr val="B85CBC">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sp>
          <p:nvSpPr>
            <p:cNvPr id="437" name="Freeform: Shape 436">
              <a:extLst>
                <a:ext uri="{FF2B5EF4-FFF2-40B4-BE49-F238E27FC236}">
                  <a16:creationId xmlns:a16="http://schemas.microsoft.com/office/drawing/2014/main" id="{23AC4B0B-ECB0-7B3B-C060-21A67C763377}"/>
                </a:ext>
              </a:extLst>
            </p:cNvPr>
            <p:cNvSpPr/>
            <p:nvPr/>
          </p:nvSpPr>
          <p:spPr>
            <a:xfrm>
              <a:off x="4782322" y="4046666"/>
              <a:ext cx="166810" cy="168054"/>
            </a:xfrm>
            <a:custGeom>
              <a:avLst/>
              <a:gdLst>
                <a:gd name="connsiteX0" fmla="*/ 0 w 166810"/>
                <a:gd name="connsiteY0" fmla="*/ 84027 h 168054"/>
                <a:gd name="connsiteX1" fmla="*/ 83405 w 166810"/>
                <a:gd name="connsiteY1" fmla="*/ 0 h 168054"/>
                <a:gd name="connsiteX2" fmla="*/ 166810 w 166810"/>
                <a:gd name="connsiteY2" fmla="*/ 84027 h 168054"/>
                <a:gd name="connsiteX3" fmla="*/ 83405 w 166810"/>
                <a:gd name="connsiteY3" fmla="*/ 168055 h 168054"/>
                <a:gd name="connsiteX4" fmla="*/ 0 w 166810"/>
                <a:gd name="connsiteY4" fmla="*/ 84027 h 168054"/>
                <a:gd name="connsiteX5" fmla="*/ 0 w 166810"/>
                <a:gd name="connsiteY5" fmla="*/ 84027 h 16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810" h="168054">
                  <a:moveTo>
                    <a:pt x="0" y="84027"/>
                  </a:moveTo>
                  <a:cubicBezTo>
                    <a:pt x="0" y="37595"/>
                    <a:pt x="37346" y="0"/>
                    <a:pt x="83405" y="0"/>
                  </a:cubicBezTo>
                  <a:cubicBezTo>
                    <a:pt x="129465" y="0"/>
                    <a:pt x="166810" y="37595"/>
                    <a:pt x="166810" y="84027"/>
                  </a:cubicBezTo>
                  <a:cubicBezTo>
                    <a:pt x="166810" y="130460"/>
                    <a:pt x="129465" y="168055"/>
                    <a:pt x="83405" y="168055"/>
                  </a:cubicBezTo>
                  <a:cubicBezTo>
                    <a:pt x="37346" y="168055"/>
                    <a:pt x="0" y="130460"/>
                    <a:pt x="0" y="84027"/>
                  </a:cubicBezTo>
                  <a:lnTo>
                    <a:pt x="0" y="84027"/>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38" name="Freeform: Shape 437">
              <a:extLst>
                <a:ext uri="{FF2B5EF4-FFF2-40B4-BE49-F238E27FC236}">
                  <a16:creationId xmlns:a16="http://schemas.microsoft.com/office/drawing/2014/main" id="{1DCC9AD5-4A24-2EC0-0030-57B366E05462}"/>
                </a:ext>
              </a:extLst>
            </p:cNvPr>
            <p:cNvSpPr/>
            <p:nvPr/>
          </p:nvSpPr>
          <p:spPr>
            <a:xfrm>
              <a:off x="10689376" y="3954962"/>
              <a:ext cx="88882" cy="88882"/>
            </a:xfrm>
            <a:custGeom>
              <a:avLst/>
              <a:gdLst>
                <a:gd name="connsiteX0" fmla="*/ 88882 w 88882"/>
                <a:gd name="connsiteY0" fmla="*/ 44441 h 88882"/>
                <a:gd name="connsiteX1" fmla="*/ 44441 w 88882"/>
                <a:gd name="connsiteY1" fmla="*/ 88883 h 88882"/>
                <a:gd name="connsiteX2" fmla="*/ -1 w 88882"/>
                <a:gd name="connsiteY2" fmla="*/ 44441 h 88882"/>
                <a:gd name="connsiteX3" fmla="*/ 44441 w 88882"/>
                <a:gd name="connsiteY3" fmla="*/ 0 h 88882"/>
                <a:gd name="connsiteX4" fmla="*/ 88882 w 88882"/>
                <a:gd name="connsiteY4" fmla="*/ 44441 h 88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82" h="88882">
                  <a:moveTo>
                    <a:pt x="88882" y="44441"/>
                  </a:moveTo>
                  <a:cubicBezTo>
                    <a:pt x="88882" y="68985"/>
                    <a:pt x="68985" y="88883"/>
                    <a:pt x="44441" y="88883"/>
                  </a:cubicBezTo>
                  <a:cubicBezTo>
                    <a:pt x="19896" y="88883"/>
                    <a:pt x="-1" y="68986"/>
                    <a:pt x="-1" y="44441"/>
                  </a:cubicBezTo>
                  <a:cubicBezTo>
                    <a:pt x="-1" y="19897"/>
                    <a:pt x="19896" y="0"/>
                    <a:pt x="44441" y="0"/>
                  </a:cubicBezTo>
                  <a:cubicBezTo>
                    <a:pt x="68985" y="0"/>
                    <a:pt x="88882" y="19897"/>
                    <a:pt x="88882" y="44441"/>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sp>
        <p:nvSpPr>
          <p:cNvPr id="305" name="TextBox 304">
            <a:extLst>
              <a:ext uri="{FF2B5EF4-FFF2-40B4-BE49-F238E27FC236}">
                <a16:creationId xmlns:a16="http://schemas.microsoft.com/office/drawing/2014/main" id="{F626A774-ADC8-27F9-2E34-F6D78293B3EF}"/>
              </a:ext>
            </a:extLst>
          </p:cNvPr>
          <p:cNvSpPr txBox="1"/>
          <p:nvPr/>
        </p:nvSpPr>
        <p:spPr>
          <a:xfrm>
            <a:off x="144238" y="3575503"/>
            <a:ext cx="1759357" cy="904702"/>
          </a:xfrm>
          <a:prstGeom prst="roundRect">
            <a:avLst>
              <a:gd name="adj" fmla="val 6560"/>
            </a:avLst>
          </a:prstGeom>
          <a:solidFill>
            <a:schemeClr val="tx1"/>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 tIns="27432" rIns="36576" bIns="27432" numCol="1" spcCol="0" rtlCol="0" fromWordArt="0" anchor="ctr" anchorCtr="0" forceAA="0" compatLnSpc="1">
            <a:prstTxWarp prst="textNoShape">
              <a:avLst/>
            </a:prstTxWarp>
            <a:spAutoFit/>
          </a:bodyPr>
          <a:lstStyle>
            <a:defPPr>
              <a:defRPr lang="en-US"/>
            </a:defPPr>
            <a:lvl1pPr marL="271463" indent="-107950" defTabSz="932472" fontAlgn="base">
              <a:spcBef>
                <a:spcPct val="0"/>
              </a:spcBef>
              <a:spcAft>
                <a:spcPts val="300"/>
              </a:spcAft>
              <a:buFont typeface="Arial" panose="020B0604020202020204" pitchFamily="34" charset="0"/>
              <a:buChar char="•"/>
              <a:defRPr sz="800">
                <a:solidFill>
                  <a:srgbClr val="000000"/>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11125" marR="0" lvl="0" indent="-111125" algn="l" defTabSz="914367" rtl="0" eaLnBrk="1" fontAlgn="base" latinLnBrk="0" hangingPunct="1">
              <a:lnSpc>
                <a:spcPct val="100000"/>
              </a:lnSpc>
              <a:spcBef>
                <a:spcPct val="0"/>
              </a:spcBef>
              <a:spcAft>
                <a:spcPts val="300"/>
              </a:spcAft>
              <a:buClrTx/>
              <a:buSzTx/>
              <a:buFont typeface="Arial" panose="020B0604020202020204" pitchFamily="34" charset="0"/>
              <a:buChar char="•"/>
              <a:tabLst/>
              <a:defRPr/>
            </a:pPr>
            <a:r>
              <a:rPr kumimoji="0" lang="en-US" sz="800" b="0" i="0" u="none" strike="noStrike" kern="1200" cap="none" spc="-20" normalizeH="0" baseline="0" noProof="0">
                <a:ln>
                  <a:noFill/>
                </a:ln>
                <a:solidFill>
                  <a:srgbClr val="B85CBC"/>
                </a:solidFill>
                <a:effectLst/>
                <a:uLnTx/>
                <a:uFillTx/>
                <a:latin typeface="Segoe UI"/>
                <a:ea typeface="+mn-ea"/>
                <a:cs typeface="Segoe UI" pitchFamily="34" charset="0"/>
              </a:rPr>
              <a:t>Organize and manage inventory </a:t>
            </a:r>
            <a:br>
              <a:rPr kumimoji="0" lang="en-US" sz="800" b="0" i="0" u="none" strike="noStrike" kern="1200" cap="none" spc="-20" normalizeH="0" baseline="0" noProof="0">
                <a:ln>
                  <a:noFill/>
                </a:ln>
                <a:solidFill>
                  <a:srgbClr val="B85CBC"/>
                </a:solidFill>
                <a:effectLst/>
                <a:uLnTx/>
                <a:uFillTx/>
                <a:latin typeface="Segoe UI"/>
                <a:ea typeface="+mn-ea"/>
                <a:cs typeface="Segoe UI" pitchFamily="34" charset="0"/>
              </a:rPr>
            </a:br>
            <a:r>
              <a:rPr kumimoji="0" lang="en-US" sz="800" b="0" i="0" u="none" strike="noStrike" kern="1200" cap="none" spc="-20" normalizeH="0" baseline="0" noProof="0">
                <a:ln>
                  <a:noFill/>
                </a:ln>
                <a:solidFill>
                  <a:srgbClr val="B85CBC"/>
                </a:solidFill>
                <a:effectLst/>
                <a:uLnTx/>
                <a:uFillTx/>
                <a:latin typeface="Segoe UI"/>
                <a:ea typeface="+mn-ea"/>
                <a:cs typeface="Segoe UI" pitchFamily="34" charset="0"/>
              </a:rPr>
              <a:t>at scale</a:t>
            </a:r>
          </a:p>
          <a:p>
            <a:pPr marL="111125" marR="0" lvl="0" indent="-111125" algn="l" defTabSz="914367" rtl="0" eaLnBrk="1" fontAlgn="base" latinLnBrk="0" hangingPunct="1">
              <a:lnSpc>
                <a:spcPct val="100000"/>
              </a:lnSpc>
              <a:spcBef>
                <a:spcPct val="0"/>
              </a:spcBef>
              <a:spcAft>
                <a:spcPts val="300"/>
              </a:spcAft>
              <a:buClrTx/>
              <a:buSzTx/>
              <a:buFont typeface="Arial" panose="020B0604020202020204" pitchFamily="34" charset="0"/>
              <a:buChar char="•"/>
              <a:tabLst/>
              <a:defRPr/>
            </a:pPr>
            <a:r>
              <a:rPr kumimoji="0" lang="en-US" sz="800" b="0" i="0" u="none" strike="noStrike" kern="1200" cap="none" spc="-20" normalizeH="0" baseline="0" noProof="0">
                <a:ln>
                  <a:noFill/>
                </a:ln>
                <a:solidFill>
                  <a:srgbClr val="B85CBC"/>
                </a:solidFill>
                <a:effectLst/>
                <a:uLnTx/>
                <a:uFillTx/>
                <a:latin typeface="Segoe UI"/>
                <a:ea typeface="+mn-ea"/>
                <a:cs typeface="Segoe UI" pitchFamily="34" charset="0"/>
              </a:rPr>
              <a:t>Implement, monitor, and enforce design-time compliance</a:t>
            </a:r>
          </a:p>
          <a:p>
            <a:pPr marL="111125" marR="0" lvl="0" indent="-111125" algn="l" defTabSz="914367" rtl="0" eaLnBrk="1" fontAlgn="base" latinLnBrk="0" hangingPunct="1">
              <a:lnSpc>
                <a:spcPct val="100000"/>
              </a:lnSpc>
              <a:spcBef>
                <a:spcPct val="0"/>
              </a:spcBef>
              <a:spcAft>
                <a:spcPts val="300"/>
              </a:spcAft>
              <a:buClrTx/>
              <a:buSzTx/>
              <a:buFont typeface="Arial" panose="020B0604020202020204" pitchFamily="34" charset="0"/>
              <a:buChar char="•"/>
              <a:tabLst/>
              <a:defRPr/>
            </a:pPr>
            <a:r>
              <a:rPr kumimoji="0" lang="en-US" sz="800" b="0" i="0" u="none" strike="noStrike" kern="1200" cap="none" spc="-20" normalizeH="0" baseline="0" noProof="0">
                <a:ln>
                  <a:noFill/>
                </a:ln>
                <a:solidFill>
                  <a:srgbClr val="B85CBC"/>
                </a:solidFill>
                <a:effectLst/>
                <a:uLnTx/>
                <a:uFillTx/>
                <a:latin typeface="Segoe UI"/>
                <a:ea typeface="+mn-ea"/>
                <a:cs typeface="Segoe UI" pitchFamily="34" charset="0"/>
              </a:rPr>
              <a:t>Monitor non-design-time compliance (e.g., security, privacy)</a:t>
            </a:r>
          </a:p>
        </p:txBody>
      </p:sp>
      <p:sp>
        <p:nvSpPr>
          <p:cNvPr id="243" name="Freeform: Shape 242">
            <a:extLst>
              <a:ext uri="{FF2B5EF4-FFF2-40B4-BE49-F238E27FC236}">
                <a16:creationId xmlns:a16="http://schemas.microsoft.com/office/drawing/2014/main" id="{7CB0B76E-B062-8AFD-85C4-56D7716EFD98}"/>
              </a:ext>
            </a:extLst>
          </p:cNvPr>
          <p:cNvSpPr/>
          <p:nvPr/>
        </p:nvSpPr>
        <p:spPr>
          <a:xfrm>
            <a:off x="3288323" y="3504545"/>
            <a:ext cx="381920" cy="384908"/>
          </a:xfrm>
          <a:custGeom>
            <a:avLst/>
            <a:gdLst>
              <a:gd name="connsiteX0" fmla="*/ 0 w 381920"/>
              <a:gd name="connsiteY0" fmla="*/ 192454 h 384908"/>
              <a:gd name="connsiteX1" fmla="*/ 190960 w 381920"/>
              <a:gd name="connsiteY1" fmla="*/ 0 h 384908"/>
              <a:gd name="connsiteX2" fmla="*/ 381921 w 381920"/>
              <a:gd name="connsiteY2" fmla="*/ 192454 h 384908"/>
              <a:gd name="connsiteX3" fmla="*/ 190960 w 381920"/>
              <a:gd name="connsiteY3" fmla="*/ 384908 h 384908"/>
              <a:gd name="connsiteX4" fmla="*/ 0 w 381920"/>
              <a:gd name="connsiteY4" fmla="*/ 192454 h 384908"/>
              <a:gd name="connsiteX5" fmla="*/ 0 w 381920"/>
              <a:gd name="connsiteY5" fmla="*/ 192454 h 384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920" h="384908">
                <a:moveTo>
                  <a:pt x="0" y="192454"/>
                </a:moveTo>
                <a:cubicBezTo>
                  <a:pt x="0" y="86144"/>
                  <a:pt x="85521" y="0"/>
                  <a:pt x="190960" y="0"/>
                </a:cubicBezTo>
                <a:cubicBezTo>
                  <a:pt x="296399" y="0"/>
                  <a:pt x="381921" y="86144"/>
                  <a:pt x="381921" y="192454"/>
                </a:cubicBezTo>
                <a:cubicBezTo>
                  <a:pt x="381921" y="298764"/>
                  <a:pt x="296399" y="384908"/>
                  <a:pt x="190960" y="384908"/>
                </a:cubicBezTo>
                <a:cubicBezTo>
                  <a:pt x="85521" y="384908"/>
                  <a:pt x="0" y="298764"/>
                  <a:pt x="0" y="192454"/>
                </a:cubicBezTo>
                <a:lnTo>
                  <a:pt x="0" y="192454"/>
                </a:lnTo>
                <a:close/>
              </a:path>
            </a:pathLst>
          </a:custGeom>
          <a:solidFill>
            <a:srgbClr val="FFFFFF"/>
          </a:solidFill>
          <a:ln w="38100">
            <a:solidFill>
              <a:srgbClr val="C9E8FF"/>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244" name="Freeform: Shape 243">
            <a:extLst>
              <a:ext uri="{FF2B5EF4-FFF2-40B4-BE49-F238E27FC236}">
                <a16:creationId xmlns:a16="http://schemas.microsoft.com/office/drawing/2014/main" id="{EB895DDC-7A05-3E0A-2B05-2E1A8D36857D}"/>
              </a:ext>
            </a:extLst>
          </p:cNvPr>
          <p:cNvSpPr>
            <a:spLocks/>
          </p:cNvSpPr>
          <p:nvPr/>
        </p:nvSpPr>
        <p:spPr>
          <a:xfrm>
            <a:off x="1763678" y="3874725"/>
            <a:ext cx="303880" cy="306258"/>
          </a:xfrm>
          <a:custGeom>
            <a:avLst/>
            <a:gdLst>
              <a:gd name="connsiteX0" fmla="*/ 0 w 381920"/>
              <a:gd name="connsiteY0" fmla="*/ 192454 h 384908"/>
              <a:gd name="connsiteX1" fmla="*/ 190960 w 381920"/>
              <a:gd name="connsiteY1" fmla="*/ 0 h 384908"/>
              <a:gd name="connsiteX2" fmla="*/ 381921 w 381920"/>
              <a:gd name="connsiteY2" fmla="*/ 192454 h 384908"/>
              <a:gd name="connsiteX3" fmla="*/ 190960 w 381920"/>
              <a:gd name="connsiteY3" fmla="*/ 384908 h 384908"/>
              <a:gd name="connsiteX4" fmla="*/ 0 w 381920"/>
              <a:gd name="connsiteY4" fmla="*/ 192454 h 384908"/>
              <a:gd name="connsiteX5" fmla="*/ 0 w 381920"/>
              <a:gd name="connsiteY5" fmla="*/ 192454 h 384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920" h="384908">
                <a:moveTo>
                  <a:pt x="0" y="192454"/>
                </a:moveTo>
                <a:cubicBezTo>
                  <a:pt x="0" y="86144"/>
                  <a:pt x="85521" y="0"/>
                  <a:pt x="190960" y="0"/>
                </a:cubicBezTo>
                <a:cubicBezTo>
                  <a:pt x="296399" y="0"/>
                  <a:pt x="381921" y="86144"/>
                  <a:pt x="381921" y="192454"/>
                </a:cubicBezTo>
                <a:cubicBezTo>
                  <a:pt x="381921" y="298764"/>
                  <a:pt x="296399" y="384908"/>
                  <a:pt x="190960" y="384908"/>
                </a:cubicBezTo>
                <a:cubicBezTo>
                  <a:pt x="85521" y="384908"/>
                  <a:pt x="0" y="298764"/>
                  <a:pt x="0" y="192454"/>
                </a:cubicBezTo>
                <a:lnTo>
                  <a:pt x="0" y="192454"/>
                </a:lnTo>
                <a:close/>
              </a:path>
            </a:pathLst>
          </a:custGeom>
          <a:solidFill>
            <a:srgbClr val="FFFFFF"/>
          </a:solidFill>
          <a:ln w="38100">
            <a:solidFill>
              <a:srgbClr val="C9E8FF"/>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315" name="TextBox 314">
            <a:extLst>
              <a:ext uri="{FF2B5EF4-FFF2-40B4-BE49-F238E27FC236}">
                <a16:creationId xmlns:a16="http://schemas.microsoft.com/office/drawing/2014/main" id="{A5F8EA5E-2AA6-774B-B812-73B063CF2DA0}"/>
              </a:ext>
            </a:extLst>
          </p:cNvPr>
          <p:cNvSpPr txBox="1"/>
          <p:nvPr/>
        </p:nvSpPr>
        <p:spPr>
          <a:xfrm>
            <a:off x="10796124" y="1994007"/>
            <a:ext cx="756617" cy="138499"/>
          </a:xfrm>
          <a:prstGeom prst="rect">
            <a:avLst/>
          </a:prstGeom>
          <a:noFill/>
        </p:spPr>
        <p:txBody>
          <a:bodyPr wrap="square" lIns="0" tIns="0" rIns="0" bIns="0" rtlCol="0">
            <a:spAutoFit/>
          </a:bodyPr>
          <a:lstStyle>
            <a:defPPr>
              <a:defRPr lang="en-US"/>
            </a:defPPr>
            <a:lvl1pPr defTabSz="914367">
              <a:defRPr sz="900">
                <a:solidFill>
                  <a:schemeClr val="bg1"/>
                </a:solidFill>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8D4"/>
                </a:solidFill>
                <a:effectLst/>
                <a:uLnTx/>
                <a:uFillTx/>
                <a:latin typeface="Segoe UI"/>
                <a:ea typeface="+mn-ea"/>
                <a:cs typeface="+mn-cs"/>
              </a:rPr>
              <a:t>API developers</a:t>
            </a:r>
          </a:p>
        </p:txBody>
      </p:sp>
      <p:grpSp>
        <p:nvGrpSpPr>
          <p:cNvPr id="414" name="Group 413">
            <a:extLst>
              <a:ext uri="{FF2B5EF4-FFF2-40B4-BE49-F238E27FC236}">
                <a16:creationId xmlns:a16="http://schemas.microsoft.com/office/drawing/2014/main" id="{BB55F070-E104-4C7D-42DB-B253182E6D76}"/>
              </a:ext>
            </a:extLst>
          </p:cNvPr>
          <p:cNvGrpSpPr/>
          <p:nvPr/>
        </p:nvGrpSpPr>
        <p:grpSpPr>
          <a:xfrm>
            <a:off x="10275190" y="1817290"/>
            <a:ext cx="491936" cy="491932"/>
            <a:chOff x="10275190" y="1817290"/>
            <a:chExt cx="491936" cy="491932"/>
          </a:xfrm>
        </p:grpSpPr>
        <p:grpSp>
          <p:nvGrpSpPr>
            <p:cNvPr id="288" name="Group 287">
              <a:extLst>
                <a:ext uri="{FF2B5EF4-FFF2-40B4-BE49-F238E27FC236}">
                  <a16:creationId xmlns:a16="http://schemas.microsoft.com/office/drawing/2014/main" id="{D55E963C-9D59-8A09-07D4-372107784943}"/>
                </a:ext>
              </a:extLst>
            </p:cNvPr>
            <p:cNvGrpSpPr/>
            <p:nvPr/>
          </p:nvGrpSpPr>
          <p:grpSpPr>
            <a:xfrm>
              <a:off x="10275190" y="1817290"/>
              <a:ext cx="491936" cy="491932"/>
              <a:chOff x="4021274" y="2316480"/>
              <a:chExt cx="665418" cy="665412"/>
            </a:xfrm>
          </p:grpSpPr>
          <p:sp>
            <p:nvSpPr>
              <p:cNvPr id="289" name="Oval 32_1">
                <a:extLst>
                  <a:ext uri="{FF2B5EF4-FFF2-40B4-BE49-F238E27FC236}">
                    <a16:creationId xmlns:a16="http://schemas.microsoft.com/office/drawing/2014/main" id="{CB8DEB39-EC52-BB0D-0E12-2D5E9E91F2B5}"/>
                  </a:ext>
                </a:extLst>
              </p:cNvPr>
              <p:cNvSpPr/>
              <p:nvPr/>
            </p:nvSpPr>
            <p:spPr bwMode="auto">
              <a:xfrm>
                <a:off x="4021274" y="2316480"/>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290" name="Oval 289">
                <a:extLst>
                  <a:ext uri="{FF2B5EF4-FFF2-40B4-BE49-F238E27FC236}">
                    <a16:creationId xmlns:a16="http://schemas.microsoft.com/office/drawing/2014/main" id="{03FC20B2-156F-DD53-48A7-37CA6B13B408}"/>
                  </a:ext>
                </a:extLst>
              </p:cNvPr>
              <p:cNvSpPr/>
              <p:nvPr/>
            </p:nvSpPr>
            <p:spPr bwMode="auto">
              <a:xfrm>
                <a:off x="4106756" y="2401961"/>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406" name="Group 405">
              <a:extLst>
                <a:ext uri="{FF2B5EF4-FFF2-40B4-BE49-F238E27FC236}">
                  <a16:creationId xmlns:a16="http://schemas.microsoft.com/office/drawing/2014/main" id="{D6A54F66-9B8E-5D27-44A2-7F69DE314C25}"/>
                </a:ext>
              </a:extLst>
            </p:cNvPr>
            <p:cNvGrpSpPr/>
            <p:nvPr/>
          </p:nvGrpSpPr>
          <p:grpSpPr>
            <a:xfrm>
              <a:off x="10421939" y="1979091"/>
              <a:ext cx="198436" cy="168330"/>
              <a:chOff x="13457386" y="-1009734"/>
              <a:chExt cx="4876790" cy="4136878"/>
            </a:xfrm>
          </p:grpSpPr>
          <p:sp>
            <p:nvSpPr>
              <p:cNvPr id="400" name="Freeform: Shape 399">
                <a:extLst>
                  <a:ext uri="{FF2B5EF4-FFF2-40B4-BE49-F238E27FC236}">
                    <a16:creationId xmlns:a16="http://schemas.microsoft.com/office/drawing/2014/main" id="{0CB423F6-02CC-384F-1CC3-4C125C4BD87A}"/>
                  </a:ext>
                </a:extLst>
              </p:cNvPr>
              <p:cNvSpPr/>
              <p:nvPr/>
            </p:nvSpPr>
            <p:spPr>
              <a:xfrm>
                <a:off x="17253041" y="1223688"/>
                <a:ext cx="1081135" cy="1903437"/>
              </a:xfrm>
              <a:custGeom>
                <a:avLst/>
                <a:gdLst>
                  <a:gd name="connsiteX0" fmla="*/ 377152 w 1081135"/>
                  <a:gd name="connsiteY0" fmla="*/ 0 h 1903437"/>
                  <a:gd name="connsiteX1" fmla="*/ 0 w 1081135"/>
                  <a:gd name="connsiteY1" fmla="*/ 0 h 1903437"/>
                  <a:gd name="connsiteX2" fmla="*/ 59446 w 1081135"/>
                  <a:gd name="connsiteY2" fmla="*/ 337223 h 1903437"/>
                  <a:gd name="connsiteX3" fmla="*/ 59446 w 1081135"/>
                  <a:gd name="connsiteY3" fmla="*/ 1762639 h 1903437"/>
                  <a:gd name="connsiteX4" fmla="*/ 35223 w 1081135"/>
                  <a:gd name="connsiteY4" fmla="*/ 1903438 h 1903437"/>
                  <a:gd name="connsiteX5" fmla="*/ 658740 w 1081135"/>
                  <a:gd name="connsiteY5" fmla="*/ 1903438 h 1903437"/>
                  <a:gd name="connsiteX6" fmla="*/ 1081135 w 1081135"/>
                  <a:gd name="connsiteY6" fmla="*/ 1481042 h 1903437"/>
                  <a:gd name="connsiteX7" fmla="*/ 1081135 w 1081135"/>
                  <a:gd name="connsiteY7" fmla="*/ 703983 h 1903437"/>
                  <a:gd name="connsiteX8" fmla="*/ 377152 w 1081135"/>
                  <a:gd name="connsiteY8" fmla="*/ 0 h 190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1135" h="1903437">
                    <a:moveTo>
                      <a:pt x="377152" y="0"/>
                    </a:moveTo>
                    <a:lnTo>
                      <a:pt x="0" y="0"/>
                    </a:lnTo>
                    <a:cubicBezTo>
                      <a:pt x="38443" y="105251"/>
                      <a:pt x="59446" y="218837"/>
                      <a:pt x="59446" y="337223"/>
                    </a:cubicBezTo>
                    <a:lnTo>
                      <a:pt x="59446" y="1762639"/>
                    </a:lnTo>
                    <a:cubicBezTo>
                      <a:pt x="59446" y="1811998"/>
                      <a:pt x="50854" y="1859375"/>
                      <a:pt x="35223" y="1903438"/>
                    </a:cubicBezTo>
                    <a:lnTo>
                      <a:pt x="658740" y="1903438"/>
                    </a:lnTo>
                    <a:cubicBezTo>
                      <a:pt x="891654" y="1903438"/>
                      <a:pt x="1081135" y="1713947"/>
                      <a:pt x="1081135" y="1481042"/>
                    </a:cubicBezTo>
                    <a:lnTo>
                      <a:pt x="1081135" y="703983"/>
                    </a:lnTo>
                    <a:cubicBezTo>
                      <a:pt x="1081145" y="315811"/>
                      <a:pt x="765334" y="0"/>
                      <a:pt x="377152"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01" name="Freeform: Shape 400">
                <a:extLst>
                  <a:ext uri="{FF2B5EF4-FFF2-40B4-BE49-F238E27FC236}">
                    <a16:creationId xmlns:a16="http://schemas.microsoft.com/office/drawing/2014/main" id="{4422C27B-92B3-7ECB-F01C-AD12C9A6EC27}"/>
                  </a:ext>
                </a:extLst>
              </p:cNvPr>
              <p:cNvSpPr/>
              <p:nvPr/>
            </p:nvSpPr>
            <p:spPr>
              <a:xfrm>
                <a:off x="13457386" y="1223697"/>
                <a:ext cx="1081144" cy="1903447"/>
              </a:xfrm>
              <a:custGeom>
                <a:avLst/>
                <a:gdLst>
                  <a:gd name="connsiteX0" fmla="*/ 1021699 w 1081144"/>
                  <a:gd name="connsiteY0" fmla="*/ 337223 h 1903447"/>
                  <a:gd name="connsiteX1" fmla="*/ 1081145 w 1081144"/>
                  <a:gd name="connsiteY1" fmla="*/ 0 h 1903447"/>
                  <a:gd name="connsiteX2" fmla="*/ 703993 w 1081144"/>
                  <a:gd name="connsiteY2" fmla="*/ 0 h 1903447"/>
                  <a:gd name="connsiteX3" fmla="*/ 0 w 1081144"/>
                  <a:gd name="connsiteY3" fmla="*/ 703993 h 1903447"/>
                  <a:gd name="connsiteX4" fmla="*/ 0 w 1081144"/>
                  <a:gd name="connsiteY4" fmla="*/ 1481052 h 1903447"/>
                  <a:gd name="connsiteX5" fmla="*/ 422396 w 1081144"/>
                  <a:gd name="connsiteY5" fmla="*/ 1903447 h 1903447"/>
                  <a:gd name="connsiteX6" fmla="*/ 1045921 w 1081144"/>
                  <a:gd name="connsiteY6" fmla="*/ 1903447 h 1903447"/>
                  <a:gd name="connsiteX7" fmla="*/ 1021699 w 1081144"/>
                  <a:gd name="connsiteY7" fmla="*/ 1762639 h 1903447"/>
                  <a:gd name="connsiteX8" fmla="*/ 1021699 w 1081144"/>
                  <a:gd name="connsiteY8" fmla="*/ 337223 h 190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1144" h="1903447">
                    <a:moveTo>
                      <a:pt x="1021699" y="337223"/>
                    </a:moveTo>
                    <a:cubicBezTo>
                      <a:pt x="1021699" y="218827"/>
                      <a:pt x="1042702" y="105251"/>
                      <a:pt x="1081145" y="0"/>
                    </a:cubicBezTo>
                    <a:lnTo>
                      <a:pt x="703993" y="0"/>
                    </a:lnTo>
                    <a:cubicBezTo>
                      <a:pt x="315811" y="0"/>
                      <a:pt x="0" y="315811"/>
                      <a:pt x="0" y="703993"/>
                    </a:cubicBezTo>
                    <a:lnTo>
                      <a:pt x="0" y="1481052"/>
                    </a:lnTo>
                    <a:cubicBezTo>
                      <a:pt x="0" y="1713957"/>
                      <a:pt x="189481" y="1903447"/>
                      <a:pt x="422396" y="1903447"/>
                    </a:cubicBezTo>
                    <a:lnTo>
                      <a:pt x="1045921" y="1903447"/>
                    </a:lnTo>
                    <a:cubicBezTo>
                      <a:pt x="1030291" y="1859366"/>
                      <a:pt x="1021699" y="1811998"/>
                      <a:pt x="1021699" y="1762639"/>
                    </a:cubicBezTo>
                    <a:lnTo>
                      <a:pt x="1021699" y="337223"/>
                    </a:ln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02" name="Freeform: Shape 401">
                <a:extLst>
                  <a:ext uri="{FF2B5EF4-FFF2-40B4-BE49-F238E27FC236}">
                    <a16:creationId xmlns:a16="http://schemas.microsoft.com/office/drawing/2014/main" id="{67F43DBB-92E8-05D7-EC4D-2C7A0357B5E7}"/>
                  </a:ext>
                </a:extLst>
              </p:cNvPr>
              <p:cNvSpPr/>
              <p:nvPr/>
            </p:nvSpPr>
            <p:spPr>
              <a:xfrm>
                <a:off x="14760682" y="856927"/>
                <a:ext cx="2270207" cy="2270207"/>
              </a:xfrm>
              <a:custGeom>
                <a:avLst/>
                <a:gdLst>
                  <a:gd name="connsiteX0" fmla="*/ 1566215 w 2270207"/>
                  <a:gd name="connsiteY0" fmla="*/ 0 h 2270207"/>
                  <a:gd name="connsiteX1" fmla="*/ 703993 w 2270207"/>
                  <a:gd name="connsiteY1" fmla="*/ 0 h 2270207"/>
                  <a:gd name="connsiteX2" fmla="*/ 0 w 2270207"/>
                  <a:gd name="connsiteY2" fmla="*/ 703993 h 2270207"/>
                  <a:gd name="connsiteX3" fmla="*/ 0 w 2270207"/>
                  <a:gd name="connsiteY3" fmla="*/ 2129409 h 2270207"/>
                  <a:gd name="connsiteX4" fmla="*/ 140799 w 2270207"/>
                  <a:gd name="connsiteY4" fmla="*/ 2270208 h 2270207"/>
                  <a:gd name="connsiteX5" fmla="*/ 2129409 w 2270207"/>
                  <a:gd name="connsiteY5" fmla="*/ 2270208 h 2270207"/>
                  <a:gd name="connsiteX6" fmla="*/ 2270208 w 2270207"/>
                  <a:gd name="connsiteY6" fmla="*/ 2129409 h 2270207"/>
                  <a:gd name="connsiteX7" fmla="*/ 2270208 w 2270207"/>
                  <a:gd name="connsiteY7" fmla="*/ 703993 h 2270207"/>
                  <a:gd name="connsiteX8" fmla="*/ 1566215 w 2270207"/>
                  <a:gd name="connsiteY8" fmla="*/ 0 h 2270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0207" h="2270207">
                    <a:moveTo>
                      <a:pt x="1566215" y="0"/>
                    </a:moveTo>
                    <a:lnTo>
                      <a:pt x="703993" y="0"/>
                    </a:lnTo>
                    <a:cubicBezTo>
                      <a:pt x="315811" y="0"/>
                      <a:pt x="0" y="315811"/>
                      <a:pt x="0" y="703993"/>
                    </a:cubicBezTo>
                    <a:lnTo>
                      <a:pt x="0" y="2129409"/>
                    </a:lnTo>
                    <a:cubicBezTo>
                      <a:pt x="0" y="2207162"/>
                      <a:pt x="63037" y="2270208"/>
                      <a:pt x="140799" y="2270208"/>
                    </a:cubicBezTo>
                    <a:lnTo>
                      <a:pt x="2129409" y="2270208"/>
                    </a:lnTo>
                    <a:cubicBezTo>
                      <a:pt x="2207171" y="2270208"/>
                      <a:pt x="2270208" y="2207171"/>
                      <a:pt x="2270208" y="2129409"/>
                    </a:cubicBezTo>
                    <a:lnTo>
                      <a:pt x="2270208" y="703993"/>
                    </a:lnTo>
                    <a:cubicBezTo>
                      <a:pt x="2270208" y="315811"/>
                      <a:pt x="1954397" y="0"/>
                      <a:pt x="1566215"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03" name="Freeform: Shape 402">
                <a:extLst>
                  <a:ext uri="{FF2B5EF4-FFF2-40B4-BE49-F238E27FC236}">
                    <a16:creationId xmlns:a16="http://schemas.microsoft.com/office/drawing/2014/main" id="{3C30A7DA-A1EA-31C4-F6D1-F9A7F31C9E3C}"/>
                  </a:ext>
                </a:extLst>
              </p:cNvPr>
              <p:cNvSpPr/>
              <p:nvPr/>
            </p:nvSpPr>
            <p:spPr>
              <a:xfrm>
                <a:off x="15049146" y="-1009734"/>
                <a:ext cx="1693278" cy="1693287"/>
              </a:xfrm>
              <a:custGeom>
                <a:avLst/>
                <a:gdLst>
                  <a:gd name="connsiteX0" fmla="*/ 846639 w 1693278"/>
                  <a:gd name="connsiteY0" fmla="*/ 0 h 1693287"/>
                  <a:gd name="connsiteX1" fmla="*/ 0 w 1693278"/>
                  <a:gd name="connsiteY1" fmla="*/ 846649 h 1693287"/>
                  <a:gd name="connsiteX2" fmla="*/ 432883 w 1693278"/>
                  <a:gd name="connsiteY2" fmla="*/ 1585065 h 1693287"/>
                  <a:gd name="connsiteX3" fmla="*/ 846639 w 1693278"/>
                  <a:gd name="connsiteY3" fmla="*/ 1693288 h 1693287"/>
                  <a:gd name="connsiteX4" fmla="*/ 1260396 w 1693278"/>
                  <a:gd name="connsiteY4" fmla="*/ 1585065 h 1693287"/>
                  <a:gd name="connsiteX5" fmla="*/ 1693278 w 1693278"/>
                  <a:gd name="connsiteY5" fmla="*/ 846649 h 1693287"/>
                  <a:gd name="connsiteX6" fmla="*/ 846639 w 1693278"/>
                  <a:gd name="connsiteY6" fmla="*/ 0 h 1693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3278" h="1693287">
                    <a:moveTo>
                      <a:pt x="846639" y="0"/>
                    </a:moveTo>
                    <a:cubicBezTo>
                      <a:pt x="379800" y="0"/>
                      <a:pt x="0" y="379800"/>
                      <a:pt x="0" y="846649"/>
                    </a:cubicBezTo>
                    <a:cubicBezTo>
                      <a:pt x="0" y="1163307"/>
                      <a:pt x="174774" y="1439866"/>
                      <a:pt x="432883" y="1585065"/>
                    </a:cubicBezTo>
                    <a:cubicBezTo>
                      <a:pt x="555308" y="1653931"/>
                      <a:pt x="696449" y="1693288"/>
                      <a:pt x="846639" y="1693288"/>
                    </a:cubicBezTo>
                    <a:cubicBezTo>
                      <a:pt x="996829" y="1693288"/>
                      <a:pt x="1137971" y="1653931"/>
                      <a:pt x="1260396" y="1585065"/>
                    </a:cubicBezTo>
                    <a:cubicBezTo>
                      <a:pt x="1518514" y="1439866"/>
                      <a:pt x="1693278" y="1163298"/>
                      <a:pt x="1693278" y="846649"/>
                    </a:cubicBezTo>
                    <a:cubicBezTo>
                      <a:pt x="1693278" y="379809"/>
                      <a:pt x="1313478" y="0"/>
                      <a:pt x="846639"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04" name="Freeform: Shape 403">
                <a:extLst>
                  <a:ext uri="{FF2B5EF4-FFF2-40B4-BE49-F238E27FC236}">
                    <a16:creationId xmlns:a16="http://schemas.microsoft.com/office/drawing/2014/main" id="{B91D6445-42F2-80A2-701D-2EF1746FDFF7}"/>
                  </a:ext>
                </a:extLst>
              </p:cNvPr>
              <p:cNvSpPr/>
              <p:nvPr/>
            </p:nvSpPr>
            <p:spPr>
              <a:xfrm>
                <a:off x="13775930" y="-220598"/>
                <a:ext cx="1266348" cy="1266348"/>
              </a:xfrm>
              <a:custGeom>
                <a:avLst/>
                <a:gdLst>
                  <a:gd name="connsiteX0" fmla="*/ 633174 w 1266348"/>
                  <a:gd name="connsiteY0" fmla="*/ 0 h 1266348"/>
                  <a:gd name="connsiteX1" fmla="*/ 0 w 1266348"/>
                  <a:gd name="connsiteY1" fmla="*/ 633174 h 1266348"/>
                  <a:gd name="connsiteX2" fmla="*/ 633174 w 1266348"/>
                  <a:gd name="connsiteY2" fmla="*/ 1266349 h 1266348"/>
                  <a:gd name="connsiteX3" fmla="*/ 882682 w 1266348"/>
                  <a:gd name="connsiteY3" fmla="*/ 1215028 h 1266348"/>
                  <a:gd name="connsiteX4" fmla="*/ 1191930 w 1266348"/>
                  <a:gd name="connsiteY4" fmla="*/ 930612 h 1266348"/>
                  <a:gd name="connsiteX5" fmla="*/ 1266349 w 1266348"/>
                  <a:gd name="connsiteY5" fmla="*/ 633174 h 1266348"/>
                  <a:gd name="connsiteX6" fmla="*/ 633174 w 1266348"/>
                  <a:gd name="connsiteY6" fmla="*/ 0 h 126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6348" h="1266348">
                    <a:moveTo>
                      <a:pt x="633174" y="0"/>
                    </a:moveTo>
                    <a:cubicBezTo>
                      <a:pt x="284036" y="0"/>
                      <a:pt x="0" y="284036"/>
                      <a:pt x="0" y="633174"/>
                    </a:cubicBezTo>
                    <a:cubicBezTo>
                      <a:pt x="0" y="982313"/>
                      <a:pt x="284036" y="1266349"/>
                      <a:pt x="633174" y="1266349"/>
                    </a:cubicBezTo>
                    <a:cubicBezTo>
                      <a:pt x="721738" y="1266349"/>
                      <a:pt x="806072" y="1248004"/>
                      <a:pt x="882682" y="1215028"/>
                    </a:cubicBezTo>
                    <a:cubicBezTo>
                      <a:pt x="1015136" y="1158002"/>
                      <a:pt x="1124350" y="1057056"/>
                      <a:pt x="1191930" y="930612"/>
                    </a:cubicBezTo>
                    <a:cubicBezTo>
                      <a:pt x="1239364" y="841867"/>
                      <a:pt x="1266349" y="740626"/>
                      <a:pt x="1266349" y="633174"/>
                    </a:cubicBezTo>
                    <a:cubicBezTo>
                      <a:pt x="1266349" y="284045"/>
                      <a:pt x="982313" y="0"/>
                      <a:pt x="633174" y="0"/>
                    </a:cubicBezTo>
                    <a:close/>
                  </a:path>
                </a:pathLst>
              </a:custGeom>
              <a:solidFill>
                <a:srgbClr val="B85CBC"/>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05" name="Freeform: Shape 404">
                <a:extLst>
                  <a:ext uri="{FF2B5EF4-FFF2-40B4-BE49-F238E27FC236}">
                    <a16:creationId xmlns:a16="http://schemas.microsoft.com/office/drawing/2014/main" id="{1A9BA685-A691-6F1C-4950-95B722DA9A63}"/>
                  </a:ext>
                </a:extLst>
              </p:cNvPr>
              <p:cNvSpPr/>
              <p:nvPr/>
            </p:nvSpPr>
            <p:spPr>
              <a:xfrm>
                <a:off x="16749292" y="-220598"/>
                <a:ext cx="1266348" cy="1266348"/>
              </a:xfrm>
              <a:custGeom>
                <a:avLst/>
                <a:gdLst>
                  <a:gd name="connsiteX0" fmla="*/ 633174 w 1266348"/>
                  <a:gd name="connsiteY0" fmla="*/ 0 h 1266348"/>
                  <a:gd name="connsiteX1" fmla="*/ 0 w 1266348"/>
                  <a:gd name="connsiteY1" fmla="*/ 633174 h 1266348"/>
                  <a:gd name="connsiteX2" fmla="*/ 74419 w 1266348"/>
                  <a:gd name="connsiteY2" fmla="*/ 930612 h 1266348"/>
                  <a:gd name="connsiteX3" fmla="*/ 383667 w 1266348"/>
                  <a:gd name="connsiteY3" fmla="*/ 1215028 h 1266348"/>
                  <a:gd name="connsiteX4" fmla="*/ 633174 w 1266348"/>
                  <a:gd name="connsiteY4" fmla="*/ 1266349 h 1266348"/>
                  <a:gd name="connsiteX5" fmla="*/ 1266349 w 1266348"/>
                  <a:gd name="connsiteY5" fmla="*/ 633174 h 1266348"/>
                  <a:gd name="connsiteX6" fmla="*/ 633174 w 1266348"/>
                  <a:gd name="connsiteY6" fmla="*/ 0 h 126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6348" h="1266348">
                    <a:moveTo>
                      <a:pt x="633174" y="0"/>
                    </a:moveTo>
                    <a:cubicBezTo>
                      <a:pt x="284036" y="0"/>
                      <a:pt x="0" y="284036"/>
                      <a:pt x="0" y="633174"/>
                    </a:cubicBezTo>
                    <a:cubicBezTo>
                      <a:pt x="0" y="740635"/>
                      <a:pt x="26984" y="841877"/>
                      <a:pt x="74419" y="930612"/>
                    </a:cubicBezTo>
                    <a:cubicBezTo>
                      <a:pt x="141999" y="1057066"/>
                      <a:pt x="251212" y="1158011"/>
                      <a:pt x="383667" y="1215028"/>
                    </a:cubicBezTo>
                    <a:cubicBezTo>
                      <a:pt x="460277" y="1248004"/>
                      <a:pt x="544611" y="1266349"/>
                      <a:pt x="633174" y="1266349"/>
                    </a:cubicBezTo>
                    <a:cubicBezTo>
                      <a:pt x="982313" y="1266349"/>
                      <a:pt x="1266349" y="982313"/>
                      <a:pt x="1266349" y="633174"/>
                    </a:cubicBezTo>
                    <a:cubicBezTo>
                      <a:pt x="1266349" y="284036"/>
                      <a:pt x="982313" y="0"/>
                      <a:pt x="633174" y="0"/>
                    </a:cubicBezTo>
                    <a:close/>
                  </a:path>
                </a:pathLst>
              </a:custGeom>
              <a:solidFill>
                <a:srgbClr val="B85CBC"/>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sp>
        <p:nvSpPr>
          <p:cNvPr id="316" name="TextBox 315">
            <a:extLst>
              <a:ext uri="{FF2B5EF4-FFF2-40B4-BE49-F238E27FC236}">
                <a16:creationId xmlns:a16="http://schemas.microsoft.com/office/drawing/2014/main" id="{C303648D-9895-63A8-1C0C-87DF08A51590}"/>
              </a:ext>
            </a:extLst>
          </p:cNvPr>
          <p:cNvSpPr txBox="1"/>
          <p:nvPr/>
        </p:nvSpPr>
        <p:spPr>
          <a:xfrm>
            <a:off x="4545648" y="1852693"/>
            <a:ext cx="1170956" cy="492443"/>
          </a:xfrm>
          <a:prstGeom prst="rect">
            <a:avLst/>
          </a:prstGeom>
          <a:noFill/>
        </p:spPr>
        <p:txBody>
          <a:bodyPr wrap="square" lIns="0" tIns="0" rIns="0" bIns="0" rtlCol="0">
            <a:spAutoFit/>
          </a:bodyPr>
          <a:lstStyle>
            <a:defPPr>
              <a:defRPr lang="en-US"/>
            </a:defPPr>
            <a:lvl1pPr defTabSz="914367">
              <a:defRPr sz="900">
                <a:solidFill>
                  <a:schemeClr val="bg1"/>
                </a:solidFill>
              </a:defRPr>
            </a:lvl1pPr>
          </a:lstStyle>
          <a:p>
            <a:pPr marL="0" marR="0" lvl="0" indent="0" algn="r" defTabSz="914367"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rgbClr val="0078D4"/>
                </a:solidFill>
                <a:effectLst/>
                <a:uLnTx/>
                <a:uFillTx/>
                <a:latin typeface="Segoe UI"/>
                <a:ea typeface="+mn-ea"/>
                <a:cs typeface="+mn-cs"/>
              </a:rPr>
              <a:t>App developers</a:t>
            </a:r>
          </a:p>
          <a:p>
            <a:pPr marL="0" marR="0" lvl="0" indent="0" algn="r" defTabSz="914367"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rgbClr val="0078D4"/>
                </a:solidFill>
                <a:effectLst/>
                <a:uLnTx/>
                <a:uFillTx/>
                <a:latin typeface="Segoe UI"/>
                <a:ea typeface="+mn-ea"/>
                <a:cs typeface="+mn-cs"/>
              </a:rPr>
              <a:t>API developers</a:t>
            </a:r>
          </a:p>
          <a:p>
            <a:pPr marL="0" marR="0" lvl="0" indent="0" algn="r" defTabSz="914367"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rgbClr val="0078D4"/>
                </a:solidFill>
                <a:effectLst/>
                <a:uLnTx/>
                <a:uFillTx/>
                <a:latin typeface="Segoe UI"/>
                <a:ea typeface="+mn-ea"/>
                <a:cs typeface="+mn-cs"/>
              </a:rPr>
              <a:t>API Program Managers</a:t>
            </a:r>
          </a:p>
        </p:txBody>
      </p:sp>
      <p:grpSp>
        <p:nvGrpSpPr>
          <p:cNvPr id="441" name="Group 440">
            <a:extLst>
              <a:ext uri="{FF2B5EF4-FFF2-40B4-BE49-F238E27FC236}">
                <a16:creationId xmlns:a16="http://schemas.microsoft.com/office/drawing/2014/main" id="{8653F6AF-21E5-13D6-2A3D-C93607D0222A}"/>
              </a:ext>
            </a:extLst>
          </p:cNvPr>
          <p:cNvGrpSpPr>
            <a:grpSpLocks/>
          </p:cNvGrpSpPr>
          <p:nvPr/>
        </p:nvGrpSpPr>
        <p:grpSpPr>
          <a:xfrm>
            <a:off x="5762977" y="2039868"/>
            <a:ext cx="491936" cy="491932"/>
            <a:chOff x="1949002" y="5381673"/>
            <a:chExt cx="491936" cy="491932"/>
          </a:xfrm>
        </p:grpSpPr>
        <p:grpSp>
          <p:nvGrpSpPr>
            <p:cNvPr id="442" name="Group 441">
              <a:extLst>
                <a:ext uri="{FF2B5EF4-FFF2-40B4-BE49-F238E27FC236}">
                  <a16:creationId xmlns:a16="http://schemas.microsoft.com/office/drawing/2014/main" id="{AA0B1537-F300-26FF-6B13-17C6F8BF5933}"/>
                </a:ext>
              </a:extLst>
            </p:cNvPr>
            <p:cNvGrpSpPr/>
            <p:nvPr/>
          </p:nvGrpSpPr>
          <p:grpSpPr>
            <a:xfrm>
              <a:off x="1949002" y="5381673"/>
              <a:ext cx="491936" cy="491932"/>
              <a:chOff x="4021274" y="2316480"/>
              <a:chExt cx="665418" cy="665412"/>
            </a:xfrm>
          </p:grpSpPr>
          <p:sp>
            <p:nvSpPr>
              <p:cNvPr id="450" name="Oval 32_1">
                <a:extLst>
                  <a:ext uri="{FF2B5EF4-FFF2-40B4-BE49-F238E27FC236}">
                    <a16:creationId xmlns:a16="http://schemas.microsoft.com/office/drawing/2014/main" id="{34DD41C5-E57F-3574-FDA6-D2B58DDFE3A9}"/>
                  </a:ext>
                </a:extLst>
              </p:cNvPr>
              <p:cNvSpPr/>
              <p:nvPr/>
            </p:nvSpPr>
            <p:spPr bwMode="auto">
              <a:xfrm>
                <a:off x="4021274" y="2316480"/>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451" name="Oval 450">
                <a:extLst>
                  <a:ext uri="{FF2B5EF4-FFF2-40B4-BE49-F238E27FC236}">
                    <a16:creationId xmlns:a16="http://schemas.microsoft.com/office/drawing/2014/main" id="{0FB19CDF-C989-1637-93B3-900F7BE09B01}"/>
                  </a:ext>
                </a:extLst>
              </p:cNvPr>
              <p:cNvSpPr/>
              <p:nvPr/>
            </p:nvSpPr>
            <p:spPr bwMode="auto">
              <a:xfrm>
                <a:off x="4106756" y="2401961"/>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443" name="Group 442">
              <a:extLst>
                <a:ext uri="{FF2B5EF4-FFF2-40B4-BE49-F238E27FC236}">
                  <a16:creationId xmlns:a16="http://schemas.microsoft.com/office/drawing/2014/main" id="{529923F3-4756-0EAA-020F-83BEDD12565E}"/>
                </a:ext>
              </a:extLst>
            </p:cNvPr>
            <p:cNvGrpSpPr/>
            <p:nvPr/>
          </p:nvGrpSpPr>
          <p:grpSpPr>
            <a:xfrm>
              <a:off x="2095750" y="5543474"/>
              <a:ext cx="198435" cy="168331"/>
              <a:chOff x="13457386" y="-1009734"/>
              <a:chExt cx="4876790" cy="4136878"/>
            </a:xfrm>
          </p:grpSpPr>
          <p:sp>
            <p:nvSpPr>
              <p:cNvPr id="444" name="Freeform: Shape 443">
                <a:extLst>
                  <a:ext uri="{FF2B5EF4-FFF2-40B4-BE49-F238E27FC236}">
                    <a16:creationId xmlns:a16="http://schemas.microsoft.com/office/drawing/2014/main" id="{BE5B86EA-1BCA-7F88-7DBC-7D1BB87EE03E}"/>
                  </a:ext>
                </a:extLst>
              </p:cNvPr>
              <p:cNvSpPr/>
              <p:nvPr/>
            </p:nvSpPr>
            <p:spPr>
              <a:xfrm>
                <a:off x="17253041" y="1223688"/>
                <a:ext cx="1081135" cy="1903437"/>
              </a:xfrm>
              <a:custGeom>
                <a:avLst/>
                <a:gdLst>
                  <a:gd name="connsiteX0" fmla="*/ 377152 w 1081135"/>
                  <a:gd name="connsiteY0" fmla="*/ 0 h 1903437"/>
                  <a:gd name="connsiteX1" fmla="*/ 0 w 1081135"/>
                  <a:gd name="connsiteY1" fmla="*/ 0 h 1903437"/>
                  <a:gd name="connsiteX2" fmla="*/ 59446 w 1081135"/>
                  <a:gd name="connsiteY2" fmla="*/ 337223 h 1903437"/>
                  <a:gd name="connsiteX3" fmla="*/ 59446 w 1081135"/>
                  <a:gd name="connsiteY3" fmla="*/ 1762639 h 1903437"/>
                  <a:gd name="connsiteX4" fmla="*/ 35223 w 1081135"/>
                  <a:gd name="connsiteY4" fmla="*/ 1903438 h 1903437"/>
                  <a:gd name="connsiteX5" fmla="*/ 658740 w 1081135"/>
                  <a:gd name="connsiteY5" fmla="*/ 1903438 h 1903437"/>
                  <a:gd name="connsiteX6" fmla="*/ 1081135 w 1081135"/>
                  <a:gd name="connsiteY6" fmla="*/ 1481042 h 1903437"/>
                  <a:gd name="connsiteX7" fmla="*/ 1081135 w 1081135"/>
                  <a:gd name="connsiteY7" fmla="*/ 703983 h 1903437"/>
                  <a:gd name="connsiteX8" fmla="*/ 377152 w 1081135"/>
                  <a:gd name="connsiteY8" fmla="*/ 0 h 190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1135" h="1903437">
                    <a:moveTo>
                      <a:pt x="377152" y="0"/>
                    </a:moveTo>
                    <a:lnTo>
                      <a:pt x="0" y="0"/>
                    </a:lnTo>
                    <a:cubicBezTo>
                      <a:pt x="38443" y="105251"/>
                      <a:pt x="59446" y="218837"/>
                      <a:pt x="59446" y="337223"/>
                    </a:cubicBezTo>
                    <a:lnTo>
                      <a:pt x="59446" y="1762639"/>
                    </a:lnTo>
                    <a:cubicBezTo>
                      <a:pt x="59446" y="1811998"/>
                      <a:pt x="50854" y="1859375"/>
                      <a:pt x="35223" y="1903438"/>
                    </a:cubicBezTo>
                    <a:lnTo>
                      <a:pt x="658740" y="1903438"/>
                    </a:lnTo>
                    <a:cubicBezTo>
                      <a:pt x="891654" y="1903438"/>
                      <a:pt x="1081135" y="1713947"/>
                      <a:pt x="1081135" y="1481042"/>
                    </a:cubicBezTo>
                    <a:lnTo>
                      <a:pt x="1081135" y="703983"/>
                    </a:lnTo>
                    <a:cubicBezTo>
                      <a:pt x="1081145" y="315811"/>
                      <a:pt x="765334" y="0"/>
                      <a:pt x="377152"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45" name="Freeform: Shape 444">
                <a:extLst>
                  <a:ext uri="{FF2B5EF4-FFF2-40B4-BE49-F238E27FC236}">
                    <a16:creationId xmlns:a16="http://schemas.microsoft.com/office/drawing/2014/main" id="{AB2E1886-7BC3-3549-6EE8-7B6A8AF9FA05}"/>
                  </a:ext>
                </a:extLst>
              </p:cNvPr>
              <p:cNvSpPr/>
              <p:nvPr/>
            </p:nvSpPr>
            <p:spPr>
              <a:xfrm>
                <a:off x="13457386" y="1223697"/>
                <a:ext cx="1081144" cy="1903447"/>
              </a:xfrm>
              <a:custGeom>
                <a:avLst/>
                <a:gdLst>
                  <a:gd name="connsiteX0" fmla="*/ 1021699 w 1081144"/>
                  <a:gd name="connsiteY0" fmla="*/ 337223 h 1903447"/>
                  <a:gd name="connsiteX1" fmla="*/ 1081145 w 1081144"/>
                  <a:gd name="connsiteY1" fmla="*/ 0 h 1903447"/>
                  <a:gd name="connsiteX2" fmla="*/ 703993 w 1081144"/>
                  <a:gd name="connsiteY2" fmla="*/ 0 h 1903447"/>
                  <a:gd name="connsiteX3" fmla="*/ 0 w 1081144"/>
                  <a:gd name="connsiteY3" fmla="*/ 703993 h 1903447"/>
                  <a:gd name="connsiteX4" fmla="*/ 0 w 1081144"/>
                  <a:gd name="connsiteY4" fmla="*/ 1481052 h 1903447"/>
                  <a:gd name="connsiteX5" fmla="*/ 422396 w 1081144"/>
                  <a:gd name="connsiteY5" fmla="*/ 1903447 h 1903447"/>
                  <a:gd name="connsiteX6" fmla="*/ 1045921 w 1081144"/>
                  <a:gd name="connsiteY6" fmla="*/ 1903447 h 1903447"/>
                  <a:gd name="connsiteX7" fmla="*/ 1021699 w 1081144"/>
                  <a:gd name="connsiteY7" fmla="*/ 1762639 h 1903447"/>
                  <a:gd name="connsiteX8" fmla="*/ 1021699 w 1081144"/>
                  <a:gd name="connsiteY8" fmla="*/ 337223 h 190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1144" h="1903447">
                    <a:moveTo>
                      <a:pt x="1021699" y="337223"/>
                    </a:moveTo>
                    <a:cubicBezTo>
                      <a:pt x="1021699" y="218827"/>
                      <a:pt x="1042702" y="105251"/>
                      <a:pt x="1081145" y="0"/>
                    </a:cubicBezTo>
                    <a:lnTo>
                      <a:pt x="703993" y="0"/>
                    </a:lnTo>
                    <a:cubicBezTo>
                      <a:pt x="315811" y="0"/>
                      <a:pt x="0" y="315811"/>
                      <a:pt x="0" y="703993"/>
                    </a:cubicBezTo>
                    <a:lnTo>
                      <a:pt x="0" y="1481052"/>
                    </a:lnTo>
                    <a:cubicBezTo>
                      <a:pt x="0" y="1713957"/>
                      <a:pt x="189481" y="1903447"/>
                      <a:pt x="422396" y="1903447"/>
                    </a:cubicBezTo>
                    <a:lnTo>
                      <a:pt x="1045921" y="1903447"/>
                    </a:lnTo>
                    <a:cubicBezTo>
                      <a:pt x="1030291" y="1859366"/>
                      <a:pt x="1021699" y="1811998"/>
                      <a:pt x="1021699" y="1762639"/>
                    </a:cubicBezTo>
                    <a:lnTo>
                      <a:pt x="1021699" y="337223"/>
                    </a:ln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46" name="Freeform: Shape 445">
                <a:extLst>
                  <a:ext uri="{FF2B5EF4-FFF2-40B4-BE49-F238E27FC236}">
                    <a16:creationId xmlns:a16="http://schemas.microsoft.com/office/drawing/2014/main" id="{756BCD70-1893-FD5F-A785-C081F351C540}"/>
                  </a:ext>
                </a:extLst>
              </p:cNvPr>
              <p:cNvSpPr/>
              <p:nvPr/>
            </p:nvSpPr>
            <p:spPr>
              <a:xfrm>
                <a:off x="14760682" y="856927"/>
                <a:ext cx="2270207" cy="2270207"/>
              </a:xfrm>
              <a:custGeom>
                <a:avLst/>
                <a:gdLst>
                  <a:gd name="connsiteX0" fmla="*/ 1566215 w 2270207"/>
                  <a:gd name="connsiteY0" fmla="*/ 0 h 2270207"/>
                  <a:gd name="connsiteX1" fmla="*/ 703993 w 2270207"/>
                  <a:gd name="connsiteY1" fmla="*/ 0 h 2270207"/>
                  <a:gd name="connsiteX2" fmla="*/ 0 w 2270207"/>
                  <a:gd name="connsiteY2" fmla="*/ 703993 h 2270207"/>
                  <a:gd name="connsiteX3" fmla="*/ 0 w 2270207"/>
                  <a:gd name="connsiteY3" fmla="*/ 2129409 h 2270207"/>
                  <a:gd name="connsiteX4" fmla="*/ 140799 w 2270207"/>
                  <a:gd name="connsiteY4" fmla="*/ 2270208 h 2270207"/>
                  <a:gd name="connsiteX5" fmla="*/ 2129409 w 2270207"/>
                  <a:gd name="connsiteY5" fmla="*/ 2270208 h 2270207"/>
                  <a:gd name="connsiteX6" fmla="*/ 2270208 w 2270207"/>
                  <a:gd name="connsiteY6" fmla="*/ 2129409 h 2270207"/>
                  <a:gd name="connsiteX7" fmla="*/ 2270208 w 2270207"/>
                  <a:gd name="connsiteY7" fmla="*/ 703993 h 2270207"/>
                  <a:gd name="connsiteX8" fmla="*/ 1566215 w 2270207"/>
                  <a:gd name="connsiteY8" fmla="*/ 0 h 2270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0207" h="2270207">
                    <a:moveTo>
                      <a:pt x="1566215" y="0"/>
                    </a:moveTo>
                    <a:lnTo>
                      <a:pt x="703993" y="0"/>
                    </a:lnTo>
                    <a:cubicBezTo>
                      <a:pt x="315811" y="0"/>
                      <a:pt x="0" y="315811"/>
                      <a:pt x="0" y="703993"/>
                    </a:cubicBezTo>
                    <a:lnTo>
                      <a:pt x="0" y="2129409"/>
                    </a:lnTo>
                    <a:cubicBezTo>
                      <a:pt x="0" y="2207162"/>
                      <a:pt x="63037" y="2270208"/>
                      <a:pt x="140799" y="2270208"/>
                    </a:cubicBezTo>
                    <a:lnTo>
                      <a:pt x="2129409" y="2270208"/>
                    </a:lnTo>
                    <a:cubicBezTo>
                      <a:pt x="2207171" y="2270208"/>
                      <a:pt x="2270208" y="2207171"/>
                      <a:pt x="2270208" y="2129409"/>
                    </a:cubicBezTo>
                    <a:lnTo>
                      <a:pt x="2270208" y="703993"/>
                    </a:lnTo>
                    <a:cubicBezTo>
                      <a:pt x="2270208" y="315811"/>
                      <a:pt x="1954397" y="0"/>
                      <a:pt x="1566215"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47" name="Freeform: Shape 446">
                <a:extLst>
                  <a:ext uri="{FF2B5EF4-FFF2-40B4-BE49-F238E27FC236}">
                    <a16:creationId xmlns:a16="http://schemas.microsoft.com/office/drawing/2014/main" id="{47D2BD1D-A86E-9C3C-AB27-B72E778CA6B9}"/>
                  </a:ext>
                </a:extLst>
              </p:cNvPr>
              <p:cNvSpPr/>
              <p:nvPr/>
            </p:nvSpPr>
            <p:spPr>
              <a:xfrm>
                <a:off x="15049146" y="-1009734"/>
                <a:ext cx="1693278" cy="1693287"/>
              </a:xfrm>
              <a:custGeom>
                <a:avLst/>
                <a:gdLst>
                  <a:gd name="connsiteX0" fmla="*/ 846639 w 1693278"/>
                  <a:gd name="connsiteY0" fmla="*/ 0 h 1693287"/>
                  <a:gd name="connsiteX1" fmla="*/ 0 w 1693278"/>
                  <a:gd name="connsiteY1" fmla="*/ 846649 h 1693287"/>
                  <a:gd name="connsiteX2" fmla="*/ 432883 w 1693278"/>
                  <a:gd name="connsiteY2" fmla="*/ 1585065 h 1693287"/>
                  <a:gd name="connsiteX3" fmla="*/ 846639 w 1693278"/>
                  <a:gd name="connsiteY3" fmla="*/ 1693288 h 1693287"/>
                  <a:gd name="connsiteX4" fmla="*/ 1260396 w 1693278"/>
                  <a:gd name="connsiteY4" fmla="*/ 1585065 h 1693287"/>
                  <a:gd name="connsiteX5" fmla="*/ 1693278 w 1693278"/>
                  <a:gd name="connsiteY5" fmla="*/ 846649 h 1693287"/>
                  <a:gd name="connsiteX6" fmla="*/ 846639 w 1693278"/>
                  <a:gd name="connsiteY6" fmla="*/ 0 h 1693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3278" h="1693287">
                    <a:moveTo>
                      <a:pt x="846639" y="0"/>
                    </a:moveTo>
                    <a:cubicBezTo>
                      <a:pt x="379800" y="0"/>
                      <a:pt x="0" y="379800"/>
                      <a:pt x="0" y="846649"/>
                    </a:cubicBezTo>
                    <a:cubicBezTo>
                      <a:pt x="0" y="1163307"/>
                      <a:pt x="174774" y="1439866"/>
                      <a:pt x="432883" y="1585065"/>
                    </a:cubicBezTo>
                    <a:cubicBezTo>
                      <a:pt x="555308" y="1653931"/>
                      <a:pt x="696449" y="1693288"/>
                      <a:pt x="846639" y="1693288"/>
                    </a:cubicBezTo>
                    <a:cubicBezTo>
                      <a:pt x="996829" y="1693288"/>
                      <a:pt x="1137971" y="1653931"/>
                      <a:pt x="1260396" y="1585065"/>
                    </a:cubicBezTo>
                    <a:cubicBezTo>
                      <a:pt x="1518514" y="1439866"/>
                      <a:pt x="1693278" y="1163298"/>
                      <a:pt x="1693278" y="846649"/>
                    </a:cubicBezTo>
                    <a:cubicBezTo>
                      <a:pt x="1693278" y="379809"/>
                      <a:pt x="1313478" y="0"/>
                      <a:pt x="846639"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48" name="Freeform: Shape 447">
                <a:extLst>
                  <a:ext uri="{FF2B5EF4-FFF2-40B4-BE49-F238E27FC236}">
                    <a16:creationId xmlns:a16="http://schemas.microsoft.com/office/drawing/2014/main" id="{74E9B7D7-3B12-A593-B1CB-C0CD3DA6EC3B}"/>
                  </a:ext>
                </a:extLst>
              </p:cNvPr>
              <p:cNvSpPr/>
              <p:nvPr/>
            </p:nvSpPr>
            <p:spPr>
              <a:xfrm>
                <a:off x="13775930" y="-220598"/>
                <a:ext cx="1266348" cy="1266348"/>
              </a:xfrm>
              <a:custGeom>
                <a:avLst/>
                <a:gdLst>
                  <a:gd name="connsiteX0" fmla="*/ 633174 w 1266348"/>
                  <a:gd name="connsiteY0" fmla="*/ 0 h 1266348"/>
                  <a:gd name="connsiteX1" fmla="*/ 0 w 1266348"/>
                  <a:gd name="connsiteY1" fmla="*/ 633174 h 1266348"/>
                  <a:gd name="connsiteX2" fmla="*/ 633174 w 1266348"/>
                  <a:gd name="connsiteY2" fmla="*/ 1266349 h 1266348"/>
                  <a:gd name="connsiteX3" fmla="*/ 882682 w 1266348"/>
                  <a:gd name="connsiteY3" fmla="*/ 1215028 h 1266348"/>
                  <a:gd name="connsiteX4" fmla="*/ 1191930 w 1266348"/>
                  <a:gd name="connsiteY4" fmla="*/ 930612 h 1266348"/>
                  <a:gd name="connsiteX5" fmla="*/ 1266349 w 1266348"/>
                  <a:gd name="connsiteY5" fmla="*/ 633174 h 1266348"/>
                  <a:gd name="connsiteX6" fmla="*/ 633174 w 1266348"/>
                  <a:gd name="connsiteY6" fmla="*/ 0 h 126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6348" h="1266348">
                    <a:moveTo>
                      <a:pt x="633174" y="0"/>
                    </a:moveTo>
                    <a:cubicBezTo>
                      <a:pt x="284036" y="0"/>
                      <a:pt x="0" y="284036"/>
                      <a:pt x="0" y="633174"/>
                    </a:cubicBezTo>
                    <a:cubicBezTo>
                      <a:pt x="0" y="982313"/>
                      <a:pt x="284036" y="1266349"/>
                      <a:pt x="633174" y="1266349"/>
                    </a:cubicBezTo>
                    <a:cubicBezTo>
                      <a:pt x="721738" y="1266349"/>
                      <a:pt x="806072" y="1248004"/>
                      <a:pt x="882682" y="1215028"/>
                    </a:cubicBezTo>
                    <a:cubicBezTo>
                      <a:pt x="1015136" y="1158002"/>
                      <a:pt x="1124350" y="1057056"/>
                      <a:pt x="1191930" y="930612"/>
                    </a:cubicBezTo>
                    <a:cubicBezTo>
                      <a:pt x="1239364" y="841867"/>
                      <a:pt x="1266349" y="740626"/>
                      <a:pt x="1266349" y="633174"/>
                    </a:cubicBezTo>
                    <a:cubicBezTo>
                      <a:pt x="1266349" y="284045"/>
                      <a:pt x="982313" y="0"/>
                      <a:pt x="633174" y="0"/>
                    </a:cubicBezTo>
                    <a:close/>
                  </a:path>
                </a:pathLst>
              </a:custGeom>
              <a:solidFill>
                <a:srgbClr val="B85CBC"/>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49" name="Freeform: Shape 448">
                <a:extLst>
                  <a:ext uri="{FF2B5EF4-FFF2-40B4-BE49-F238E27FC236}">
                    <a16:creationId xmlns:a16="http://schemas.microsoft.com/office/drawing/2014/main" id="{716C013C-6913-87DD-BCF1-94DF948060E6}"/>
                  </a:ext>
                </a:extLst>
              </p:cNvPr>
              <p:cNvSpPr/>
              <p:nvPr/>
            </p:nvSpPr>
            <p:spPr>
              <a:xfrm>
                <a:off x="16749292" y="-220598"/>
                <a:ext cx="1266348" cy="1266348"/>
              </a:xfrm>
              <a:custGeom>
                <a:avLst/>
                <a:gdLst>
                  <a:gd name="connsiteX0" fmla="*/ 633174 w 1266348"/>
                  <a:gd name="connsiteY0" fmla="*/ 0 h 1266348"/>
                  <a:gd name="connsiteX1" fmla="*/ 0 w 1266348"/>
                  <a:gd name="connsiteY1" fmla="*/ 633174 h 1266348"/>
                  <a:gd name="connsiteX2" fmla="*/ 74419 w 1266348"/>
                  <a:gd name="connsiteY2" fmla="*/ 930612 h 1266348"/>
                  <a:gd name="connsiteX3" fmla="*/ 383667 w 1266348"/>
                  <a:gd name="connsiteY3" fmla="*/ 1215028 h 1266348"/>
                  <a:gd name="connsiteX4" fmla="*/ 633174 w 1266348"/>
                  <a:gd name="connsiteY4" fmla="*/ 1266349 h 1266348"/>
                  <a:gd name="connsiteX5" fmla="*/ 1266349 w 1266348"/>
                  <a:gd name="connsiteY5" fmla="*/ 633174 h 1266348"/>
                  <a:gd name="connsiteX6" fmla="*/ 633174 w 1266348"/>
                  <a:gd name="connsiteY6" fmla="*/ 0 h 126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6348" h="1266348">
                    <a:moveTo>
                      <a:pt x="633174" y="0"/>
                    </a:moveTo>
                    <a:cubicBezTo>
                      <a:pt x="284036" y="0"/>
                      <a:pt x="0" y="284036"/>
                      <a:pt x="0" y="633174"/>
                    </a:cubicBezTo>
                    <a:cubicBezTo>
                      <a:pt x="0" y="740635"/>
                      <a:pt x="26984" y="841877"/>
                      <a:pt x="74419" y="930612"/>
                    </a:cubicBezTo>
                    <a:cubicBezTo>
                      <a:pt x="141999" y="1057066"/>
                      <a:pt x="251212" y="1158011"/>
                      <a:pt x="383667" y="1215028"/>
                    </a:cubicBezTo>
                    <a:cubicBezTo>
                      <a:pt x="460277" y="1248004"/>
                      <a:pt x="544611" y="1266349"/>
                      <a:pt x="633174" y="1266349"/>
                    </a:cubicBezTo>
                    <a:cubicBezTo>
                      <a:pt x="982313" y="1266349"/>
                      <a:pt x="1266349" y="982313"/>
                      <a:pt x="1266349" y="633174"/>
                    </a:cubicBezTo>
                    <a:cubicBezTo>
                      <a:pt x="1266349" y="284036"/>
                      <a:pt x="982313" y="0"/>
                      <a:pt x="633174" y="0"/>
                    </a:cubicBezTo>
                    <a:close/>
                  </a:path>
                </a:pathLst>
              </a:custGeom>
              <a:solidFill>
                <a:srgbClr val="B85CBC"/>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415" name="Group 414">
            <a:extLst>
              <a:ext uri="{FF2B5EF4-FFF2-40B4-BE49-F238E27FC236}">
                <a16:creationId xmlns:a16="http://schemas.microsoft.com/office/drawing/2014/main" id="{DCD2E232-A41F-8A12-7F3D-F43C5EF16897}"/>
              </a:ext>
            </a:extLst>
          </p:cNvPr>
          <p:cNvGrpSpPr/>
          <p:nvPr/>
        </p:nvGrpSpPr>
        <p:grpSpPr>
          <a:xfrm>
            <a:off x="1949002" y="5381673"/>
            <a:ext cx="491936" cy="491932"/>
            <a:chOff x="1949002" y="5381673"/>
            <a:chExt cx="491936" cy="491932"/>
          </a:xfrm>
        </p:grpSpPr>
        <p:grpSp>
          <p:nvGrpSpPr>
            <p:cNvPr id="274" name="Group 273">
              <a:extLst>
                <a:ext uri="{FF2B5EF4-FFF2-40B4-BE49-F238E27FC236}">
                  <a16:creationId xmlns:a16="http://schemas.microsoft.com/office/drawing/2014/main" id="{ED6D449E-AB19-8AB0-1604-E351885B6379}"/>
                </a:ext>
              </a:extLst>
            </p:cNvPr>
            <p:cNvGrpSpPr/>
            <p:nvPr/>
          </p:nvGrpSpPr>
          <p:grpSpPr>
            <a:xfrm>
              <a:off x="1949002" y="5381673"/>
              <a:ext cx="491936" cy="491932"/>
              <a:chOff x="4021274" y="2316480"/>
              <a:chExt cx="665418" cy="665412"/>
            </a:xfrm>
          </p:grpSpPr>
          <p:sp>
            <p:nvSpPr>
              <p:cNvPr id="280" name="Oval 32_1">
                <a:extLst>
                  <a:ext uri="{FF2B5EF4-FFF2-40B4-BE49-F238E27FC236}">
                    <a16:creationId xmlns:a16="http://schemas.microsoft.com/office/drawing/2014/main" id="{B72AC4B8-A0EE-6559-6CD0-A5D7A421C4C6}"/>
                  </a:ext>
                </a:extLst>
              </p:cNvPr>
              <p:cNvSpPr/>
              <p:nvPr/>
            </p:nvSpPr>
            <p:spPr bwMode="auto">
              <a:xfrm>
                <a:off x="4021274" y="2316480"/>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281" name="Oval 280">
                <a:extLst>
                  <a:ext uri="{FF2B5EF4-FFF2-40B4-BE49-F238E27FC236}">
                    <a16:creationId xmlns:a16="http://schemas.microsoft.com/office/drawing/2014/main" id="{AC1D1AA8-F8A7-2CB2-39F0-57D6599D3A65}"/>
                  </a:ext>
                </a:extLst>
              </p:cNvPr>
              <p:cNvSpPr/>
              <p:nvPr/>
            </p:nvSpPr>
            <p:spPr bwMode="auto">
              <a:xfrm>
                <a:off x="4106756" y="2401961"/>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grpSp>
          <p:nvGrpSpPr>
            <p:cNvPr id="407" name="Group 406">
              <a:extLst>
                <a:ext uri="{FF2B5EF4-FFF2-40B4-BE49-F238E27FC236}">
                  <a16:creationId xmlns:a16="http://schemas.microsoft.com/office/drawing/2014/main" id="{73DD3030-FF9A-839D-7E0F-9AFC2BCD0208}"/>
                </a:ext>
              </a:extLst>
            </p:cNvPr>
            <p:cNvGrpSpPr/>
            <p:nvPr/>
          </p:nvGrpSpPr>
          <p:grpSpPr>
            <a:xfrm>
              <a:off x="2095752" y="5543474"/>
              <a:ext cx="198436" cy="168330"/>
              <a:chOff x="13457386" y="-1009734"/>
              <a:chExt cx="4876790" cy="4136878"/>
            </a:xfrm>
          </p:grpSpPr>
          <p:sp>
            <p:nvSpPr>
              <p:cNvPr id="408" name="Freeform: Shape 407">
                <a:extLst>
                  <a:ext uri="{FF2B5EF4-FFF2-40B4-BE49-F238E27FC236}">
                    <a16:creationId xmlns:a16="http://schemas.microsoft.com/office/drawing/2014/main" id="{9CD5C65F-088A-1597-F83C-63C3B4355E79}"/>
                  </a:ext>
                </a:extLst>
              </p:cNvPr>
              <p:cNvSpPr/>
              <p:nvPr/>
            </p:nvSpPr>
            <p:spPr>
              <a:xfrm>
                <a:off x="17253041" y="1223688"/>
                <a:ext cx="1081135" cy="1903437"/>
              </a:xfrm>
              <a:custGeom>
                <a:avLst/>
                <a:gdLst>
                  <a:gd name="connsiteX0" fmla="*/ 377152 w 1081135"/>
                  <a:gd name="connsiteY0" fmla="*/ 0 h 1903437"/>
                  <a:gd name="connsiteX1" fmla="*/ 0 w 1081135"/>
                  <a:gd name="connsiteY1" fmla="*/ 0 h 1903437"/>
                  <a:gd name="connsiteX2" fmla="*/ 59446 w 1081135"/>
                  <a:gd name="connsiteY2" fmla="*/ 337223 h 1903437"/>
                  <a:gd name="connsiteX3" fmla="*/ 59446 w 1081135"/>
                  <a:gd name="connsiteY3" fmla="*/ 1762639 h 1903437"/>
                  <a:gd name="connsiteX4" fmla="*/ 35223 w 1081135"/>
                  <a:gd name="connsiteY4" fmla="*/ 1903438 h 1903437"/>
                  <a:gd name="connsiteX5" fmla="*/ 658740 w 1081135"/>
                  <a:gd name="connsiteY5" fmla="*/ 1903438 h 1903437"/>
                  <a:gd name="connsiteX6" fmla="*/ 1081135 w 1081135"/>
                  <a:gd name="connsiteY6" fmla="*/ 1481042 h 1903437"/>
                  <a:gd name="connsiteX7" fmla="*/ 1081135 w 1081135"/>
                  <a:gd name="connsiteY7" fmla="*/ 703983 h 1903437"/>
                  <a:gd name="connsiteX8" fmla="*/ 377152 w 1081135"/>
                  <a:gd name="connsiteY8" fmla="*/ 0 h 190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1135" h="1903437">
                    <a:moveTo>
                      <a:pt x="377152" y="0"/>
                    </a:moveTo>
                    <a:lnTo>
                      <a:pt x="0" y="0"/>
                    </a:lnTo>
                    <a:cubicBezTo>
                      <a:pt x="38443" y="105251"/>
                      <a:pt x="59446" y="218837"/>
                      <a:pt x="59446" y="337223"/>
                    </a:cubicBezTo>
                    <a:lnTo>
                      <a:pt x="59446" y="1762639"/>
                    </a:lnTo>
                    <a:cubicBezTo>
                      <a:pt x="59446" y="1811998"/>
                      <a:pt x="50854" y="1859375"/>
                      <a:pt x="35223" y="1903438"/>
                    </a:cubicBezTo>
                    <a:lnTo>
                      <a:pt x="658740" y="1903438"/>
                    </a:lnTo>
                    <a:cubicBezTo>
                      <a:pt x="891654" y="1903438"/>
                      <a:pt x="1081135" y="1713947"/>
                      <a:pt x="1081135" y="1481042"/>
                    </a:cubicBezTo>
                    <a:lnTo>
                      <a:pt x="1081135" y="703983"/>
                    </a:lnTo>
                    <a:cubicBezTo>
                      <a:pt x="1081145" y="315811"/>
                      <a:pt x="765334" y="0"/>
                      <a:pt x="377152"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09" name="Freeform: Shape 408">
                <a:extLst>
                  <a:ext uri="{FF2B5EF4-FFF2-40B4-BE49-F238E27FC236}">
                    <a16:creationId xmlns:a16="http://schemas.microsoft.com/office/drawing/2014/main" id="{40B28303-5ACB-B8D0-16AD-644A915E0BFC}"/>
                  </a:ext>
                </a:extLst>
              </p:cNvPr>
              <p:cNvSpPr/>
              <p:nvPr/>
            </p:nvSpPr>
            <p:spPr>
              <a:xfrm>
                <a:off x="13457386" y="1223697"/>
                <a:ext cx="1081144" cy="1903447"/>
              </a:xfrm>
              <a:custGeom>
                <a:avLst/>
                <a:gdLst>
                  <a:gd name="connsiteX0" fmla="*/ 1021699 w 1081144"/>
                  <a:gd name="connsiteY0" fmla="*/ 337223 h 1903447"/>
                  <a:gd name="connsiteX1" fmla="*/ 1081145 w 1081144"/>
                  <a:gd name="connsiteY1" fmla="*/ 0 h 1903447"/>
                  <a:gd name="connsiteX2" fmla="*/ 703993 w 1081144"/>
                  <a:gd name="connsiteY2" fmla="*/ 0 h 1903447"/>
                  <a:gd name="connsiteX3" fmla="*/ 0 w 1081144"/>
                  <a:gd name="connsiteY3" fmla="*/ 703993 h 1903447"/>
                  <a:gd name="connsiteX4" fmla="*/ 0 w 1081144"/>
                  <a:gd name="connsiteY4" fmla="*/ 1481052 h 1903447"/>
                  <a:gd name="connsiteX5" fmla="*/ 422396 w 1081144"/>
                  <a:gd name="connsiteY5" fmla="*/ 1903447 h 1903447"/>
                  <a:gd name="connsiteX6" fmla="*/ 1045921 w 1081144"/>
                  <a:gd name="connsiteY6" fmla="*/ 1903447 h 1903447"/>
                  <a:gd name="connsiteX7" fmla="*/ 1021699 w 1081144"/>
                  <a:gd name="connsiteY7" fmla="*/ 1762639 h 1903447"/>
                  <a:gd name="connsiteX8" fmla="*/ 1021699 w 1081144"/>
                  <a:gd name="connsiteY8" fmla="*/ 337223 h 190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1144" h="1903447">
                    <a:moveTo>
                      <a:pt x="1021699" y="337223"/>
                    </a:moveTo>
                    <a:cubicBezTo>
                      <a:pt x="1021699" y="218827"/>
                      <a:pt x="1042702" y="105251"/>
                      <a:pt x="1081145" y="0"/>
                    </a:cubicBezTo>
                    <a:lnTo>
                      <a:pt x="703993" y="0"/>
                    </a:lnTo>
                    <a:cubicBezTo>
                      <a:pt x="315811" y="0"/>
                      <a:pt x="0" y="315811"/>
                      <a:pt x="0" y="703993"/>
                    </a:cubicBezTo>
                    <a:lnTo>
                      <a:pt x="0" y="1481052"/>
                    </a:lnTo>
                    <a:cubicBezTo>
                      <a:pt x="0" y="1713957"/>
                      <a:pt x="189481" y="1903447"/>
                      <a:pt x="422396" y="1903447"/>
                    </a:cubicBezTo>
                    <a:lnTo>
                      <a:pt x="1045921" y="1903447"/>
                    </a:lnTo>
                    <a:cubicBezTo>
                      <a:pt x="1030291" y="1859366"/>
                      <a:pt x="1021699" y="1811998"/>
                      <a:pt x="1021699" y="1762639"/>
                    </a:cubicBezTo>
                    <a:lnTo>
                      <a:pt x="1021699" y="337223"/>
                    </a:ln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10" name="Freeform: Shape 409">
                <a:extLst>
                  <a:ext uri="{FF2B5EF4-FFF2-40B4-BE49-F238E27FC236}">
                    <a16:creationId xmlns:a16="http://schemas.microsoft.com/office/drawing/2014/main" id="{FE0D7D86-8D58-60C1-3265-227CF7858CEA}"/>
                  </a:ext>
                </a:extLst>
              </p:cNvPr>
              <p:cNvSpPr/>
              <p:nvPr/>
            </p:nvSpPr>
            <p:spPr>
              <a:xfrm>
                <a:off x="14760682" y="856927"/>
                <a:ext cx="2270207" cy="2270207"/>
              </a:xfrm>
              <a:custGeom>
                <a:avLst/>
                <a:gdLst>
                  <a:gd name="connsiteX0" fmla="*/ 1566215 w 2270207"/>
                  <a:gd name="connsiteY0" fmla="*/ 0 h 2270207"/>
                  <a:gd name="connsiteX1" fmla="*/ 703993 w 2270207"/>
                  <a:gd name="connsiteY1" fmla="*/ 0 h 2270207"/>
                  <a:gd name="connsiteX2" fmla="*/ 0 w 2270207"/>
                  <a:gd name="connsiteY2" fmla="*/ 703993 h 2270207"/>
                  <a:gd name="connsiteX3" fmla="*/ 0 w 2270207"/>
                  <a:gd name="connsiteY3" fmla="*/ 2129409 h 2270207"/>
                  <a:gd name="connsiteX4" fmla="*/ 140799 w 2270207"/>
                  <a:gd name="connsiteY4" fmla="*/ 2270208 h 2270207"/>
                  <a:gd name="connsiteX5" fmla="*/ 2129409 w 2270207"/>
                  <a:gd name="connsiteY5" fmla="*/ 2270208 h 2270207"/>
                  <a:gd name="connsiteX6" fmla="*/ 2270208 w 2270207"/>
                  <a:gd name="connsiteY6" fmla="*/ 2129409 h 2270207"/>
                  <a:gd name="connsiteX7" fmla="*/ 2270208 w 2270207"/>
                  <a:gd name="connsiteY7" fmla="*/ 703993 h 2270207"/>
                  <a:gd name="connsiteX8" fmla="*/ 1566215 w 2270207"/>
                  <a:gd name="connsiteY8" fmla="*/ 0 h 2270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0207" h="2270207">
                    <a:moveTo>
                      <a:pt x="1566215" y="0"/>
                    </a:moveTo>
                    <a:lnTo>
                      <a:pt x="703993" y="0"/>
                    </a:lnTo>
                    <a:cubicBezTo>
                      <a:pt x="315811" y="0"/>
                      <a:pt x="0" y="315811"/>
                      <a:pt x="0" y="703993"/>
                    </a:cubicBezTo>
                    <a:lnTo>
                      <a:pt x="0" y="2129409"/>
                    </a:lnTo>
                    <a:cubicBezTo>
                      <a:pt x="0" y="2207162"/>
                      <a:pt x="63037" y="2270208"/>
                      <a:pt x="140799" y="2270208"/>
                    </a:cubicBezTo>
                    <a:lnTo>
                      <a:pt x="2129409" y="2270208"/>
                    </a:lnTo>
                    <a:cubicBezTo>
                      <a:pt x="2207171" y="2270208"/>
                      <a:pt x="2270208" y="2207171"/>
                      <a:pt x="2270208" y="2129409"/>
                    </a:cubicBezTo>
                    <a:lnTo>
                      <a:pt x="2270208" y="703993"/>
                    </a:lnTo>
                    <a:cubicBezTo>
                      <a:pt x="2270208" y="315811"/>
                      <a:pt x="1954397" y="0"/>
                      <a:pt x="1566215"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11" name="Freeform: Shape 410">
                <a:extLst>
                  <a:ext uri="{FF2B5EF4-FFF2-40B4-BE49-F238E27FC236}">
                    <a16:creationId xmlns:a16="http://schemas.microsoft.com/office/drawing/2014/main" id="{A80D136A-EE48-EECA-1A07-66D591C51660}"/>
                  </a:ext>
                </a:extLst>
              </p:cNvPr>
              <p:cNvSpPr/>
              <p:nvPr/>
            </p:nvSpPr>
            <p:spPr>
              <a:xfrm>
                <a:off x="15049146" y="-1009734"/>
                <a:ext cx="1693278" cy="1693287"/>
              </a:xfrm>
              <a:custGeom>
                <a:avLst/>
                <a:gdLst>
                  <a:gd name="connsiteX0" fmla="*/ 846639 w 1693278"/>
                  <a:gd name="connsiteY0" fmla="*/ 0 h 1693287"/>
                  <a:gd name="connsiteX1" fmla="*/ 0 w 1693278"/>
                  <a:gd name="connsiteY1" fmla="*/ 846649 h 1693287"/>
                  <a:gd name="connsiteX2" fmla="*/ 432883 w 1693278"/>
                  <a:gd name="connsiteY2" fmla="*/ 1585065 h 1693287"/>
                  <a:gd name="connsiteX3" fmla="*/ 846639 w 1693278"/>
                  <a:gd name="connsiteY3" fmla="*/ 1693288 h 1693287"/>
                  <a:gd name="connsiteX4" fmla="*/ 1260396 w 1693278"/>
                  <a:gd name="connsiteY4" fmla="*/ 1585065 h 1693287"/>
                  <a:gd name="connsiteX5" fmla="*/ 1693278 w 1693278"/>
                  <a:gd name="connsiteY5" fmla="*/ 846649 h 1693287"/>
                  <a:gd name="connsiteX6" fmla="*/ 846639 w 1693278"/>
                  <a:gd name="connsiteY6" fmla="*/ 0 h 1693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3278" h="1693287">
                    <a:moveTo>
                      <a:pt x="846639" y="0"/>
                    </a:moveTo>
                    <a:cubicBezTo>
                      <a:pt x="379800" y="0"/>
                      <a:pt x="0" y="379800"/>
                      <a:pt x="0" y="846649"/>
                    </a:cubicBezTo>
                    <a:cubicBezTo>
                      <a:pt x="0" y="1163307"/>
                      <a:pt x="174774" y="1439866"/>
                      <a:pt x="432883" y="1585065"/>
                    </a:cubicBezTo>
                    <a:cubicBezTo>
                      <a:pt x="555308" y="1653931"/>
                      <a:pt x="696449" y="1693288"/>
                      <a:pt x="846639" y="1693288"/>
                    </a:cubicBezTo>
                    <a:cubicBezTo>
                      <a:pt x="996829" y="1693288"/>
                      <a:pt x="1137971" y="1653931"/>
                      <a:pt x="1260396" y="1585065"/>
                    </a:cubicBezTo>
                    <a:cubicBezTo>
                      <a:pt x="1518514" y="1439866"/>
                      <a:pt x="1693278" y="1163298"/>
                      <a:pt x="1693278" y="846649"/>
                    </a:cubicBezTo>
                    <a:cubicBezTo>
                      <a:pt x="1693278" y="379809"/>
                      <a:pt x="1313478" y="0"/>
                      <a:pt x="846639"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12" name="Freeform: Shape 411">
                <a:extLst>
                  <a:ext uri="{FF2B5EF4-FFF2-40B4-BE49-F238E27FC236}">
                    <a16:creationId xmlns:a16="http://schemas.microsoft.com/office/drawing/2014/main" id="{983D15D4-8FCE-5BBA-D463-6F3A53820014}"/>
                  </a:ext>
                </a:extLst>
              </p:cNvPr>
              <p:cNvSpPr/>
              <p:nvPr/>
            </p:nvSpPr>
            <p:spPr>
              <a:xfrm>
                <a:off x="13775930" y="-220598"/>
                <a:ext cx="1266348" cy="1266348"/>
              </a:xfrm>
              <a:custGeom>
                <a:avLst/>
                <a:gdLst>
                  <a:gd name="connsiteX0" fmla="*/ 633174 w 1266348"/>
                  <a:gd name="connsiteY0" fmla="*/ 0 h 1266348"/>
                  <a:gd name="connsiteX1" fmla="*/ 0 w 1266348"/>
                  <a:gd name="connsiteY1" fmla="*/ 633174 h 1266348"/>
                  <a:gd name="connsiteX2" fmla="*/ 633174 w 1266348"/>
                  <a:gd name="connsiteY2" fmla="*/ 1266349 h 1266348"/>
                  <a:gd name="connsiteX3" fmla="*/ 882682 w 1266348"/>
                  <a:gd name="connsiteY3" fmla="*/ 1215028 h 1266348"/>
                  <a:gd name="connsiteX4" fmla="*/ 1191930 w 1266348"/>
                  <a:gd name="connsiteY4" fmla="*/ 930612 h 1266348"/>
                  <a:gd name="connsiteX5" fmla="*/ 1266349 w 1266348"/>
                  <a:gd name="connsiteY5" fmla="*/ 633174 h 1266348"/>
                  <a:gd name="connsiteX6" fmla="*/ 633174 w 1266348"/>
                  <a:gd name="connsiteY6" fmla="*/ 0 h 126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6348" h="1266348">
                    <a:moveTo>
                      <a:pt x="633174" y="0"/>
                    </a:moveTo>
                    <a:cubicBezTo>
                      <a:pt x="284036" y="0"/>
                      <a:pt x="0" y="284036"/>
                      <a:pt x="0" y="633174"/>
                    </a:cubicBezTo>
                    <a:cubicBezTo>
                      <a:pt x="0" y="982313"/>
                      <a:pt x="284036" y="1266349"/>
                      <a:pt x="633174" y="1266349"/>
                    </a:cubicBezTo>
                    <a:cubicBezTo>
                      <a:pt x="721738" y="1266349"/>
                      <a:pt x="806072" y="1248004"/>
                      <a:pt x="882682" y="1215028"/>
                    </a:cubicBezTo>
                    <a:cubicBezTo>
                      <a:pt x="1015136" y="1158002"/>
                      <a:pt x="1124350" y="1057056"/>
                      <a:pt x="1191930" y="930612"/>
                    </a:cubicBezTo>
                    <a:cubicBezTo>
                      <a:pt x="1239364" y="841867"/>
                      <a:pt x="1266349" y="740626"/>
                      <a:pt x="1266349" y="633174"/>
                    </a:cubicBezTo>
                    <a:cubicBezTo>
                      <a:pt x="1266349" y="284045"/>
                      <a:pt x="982313" y="0"/>
                      <a:pt x="633174" y="0"/>
                    </a:cubicBezTo>
                    <a:close/>
                  </a:path>
                </a:pathLst>
              </a:custGeom>
              <a:solidFill>
                <a:srgbClr val="B85CBC"/>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13" name="Freeform: Shape 412">
                <a:extLst>
                  <a:ext uri="{FF2B5EF4-FFF2-40B4-BE49-F238E27FC236}">
                    <a16:creationId xmlns:a16="http://schemas.microsoft.com/office/drawing/2014/main" id="{030774BF-90B5-0EB2-1902-B4DA9439404E}"/>
                  </a:ext>
                </a:extLst>
              </p:cNvPr>
              <p:cNvSpPr/>
              <p:nvPr/>
            </p:nvSpPr>
            <p:spPr>
              <a:xfrm>
                <a:off x="16749292" y="-220598"/>
                <a:ext cx="1266348" cy="1266348"/>
              </a:xfrm>
              <a:custGeom>
                <a:avLst/>
                <a:gdLst>
                  <a:gd name="connsiteX0" fmla="*/ 633174 w 1266348"/>
                  <a:gd name="connsiteY0" fmla="*/ 0 h 1266348"/>
                  <a:gd name="connsiteX1" fmla="*/ 0 w 1266348"/>
                  <a:gd name="connsiteY1" fmla="*/ 633174 h 1266348"/>
                  <a:gd name="connsiteX2" fmla="*/ 74419 w 1266348"/>
                  <a:gd name="connsiteY2" fmla="*/ 930612 h 1266348"/>
                  <a:gd name="connsiteX3" fmla="*/ 383667 w 1266348"/>
                  <a:gd name="connsiteY3" fmla="*/ 1215028 h 1266348"/>
                  <a:gd name="connsiteX4" fmla="*/ 633174 w 1266348"/>
                  <a:gd name="connsiteY4" fmla="*/ 1266349 h 1266348"/>
                  <a:gd name="connsiteX5" fmla="*/ 1266349 w 1266348"/>
                  <a:gd name="connsiteY5" fmla="*/ 633174 h 1266348"/>
                  <a:gd name="connsiteX6" fmla="*/ 633174 w 1266348"/>
                  <a:gd name="connsiteY6" fmla="*/ 0 h 126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6348" h="1266348">
                    <a:moveTo>
                      <a:pt x="633174" y="0"/>
                    </a:moveTo>
                    <a:cubicBezTo>
                      <a:pt x="284036" y="0"/>
                      <a:pt x="0" y="284036"/>
                      <a:pt x="0" y="633174"/>
                    </a:cubicBezTo>
                    <a:cubicBezTo>
                      <a:pt x="0" y="740635"/>
                      <a:pt x="26984" y="841877"/>
                      <a:pt x="74419" y="930612"/>
                    </a:cubicBezTo>
                    <a:cubicBezTo>
                      <a:pt x="141999" y="1057066"/>
                      <a:pt x="251212" y="1158011"/>
                      <a:pt x="383667" y="1215028"/>
                    </a:cubicBezTo>
                    <a:cubicBezTo>
                      <a:pt x="460277" y="1248004"/>
                      <a:pt x="544611" y="1266349"/>
                      <a:pt x="633174" y="1266349"/>
                    </a:cubicBezTo>
                    <a:cubicBezTo>
                      <a:pt x="982313" y="1266349"/>
                      <a:pt x="1266349" y="982313"/>
                      <a:pt x="1266349" y="633174"/>
                    </a:cubicBezTo>
                    <a:cubicBezTo>
                      <a:pt x="1266349" y="284036"/>
                      <a:pt x="982313" y="0"/>
                      <a:pt x="633174" y="0"/>
                    </a:cubicBezTo>
                    <a:close/>
                  </a:path>
                </a:pathLst>
              </a:custGeom>
              <a:solidFill>
                <a:srgbClr val="B85CBC"/>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302" name="Group 301">
            <a:extLst>
              <a:ext uri="{FF2B5EF4-FFF2-40B4-BE49-F238E27FC236}">
                <a16:creationId xmlns:a16="http://schemas.microsoft.com/office/drawing/2014/main" id="{341A8E76-1B6E-6640-E5B9-B53006B5FB3C}"/>
              </a:ext>
            </a:extLst>
          </p:cNvPr>
          <p:cNvGrpSpPr/>
          <p:nvPr/>
        </p:nvGrpSpPr>
        <p:grpSpPr>
          <a:xfrm>
            <a:off x="1148065" y="2807319"/>
            <a:ext cx="491936" cy="491932"/>
            <a:chOff x="985507" y="2807319"/>
            <a:chExt cx="491936" cy="491932"/>
          </a:xfrm>
        </p:grpSpPr>
        <p:grpSp>
          <p:nvGrpSpPr>
            <p:cNvPr id="282" name="Group 281">
              <a:extLst>
                <a:ext uri="{FF2B5EF4-FFF2-40B4-BE49-F238E27FC236}">
                  <a16:creationId xmlns:a16="http://schemas.microsoft.com/office/drawing/2014/main" id="{2944FC3F-F404-6EB0-207F-137D9F16204B}"/>
                </a:ext>
              </a:extLst>
            </p:cNvPr>
            <p:cNvGrpSpPr/>
            <p:nvPr/>
          </p:nvGrpSpPr>
          <p:grpSpPr>
            <a:xfrm>
              <a:off x="985507" y="2807319"/>
              <a:ext cx="491936" cy="491932"/>
              <a:chOff x="4021274" y="2316480"/>
              <a:chExt cx="665418" cy="665412"/>
            </a:xfrm>
          </p:grpSpPr>
          <p:sp>
            <p:nvSpPr>
              <p:cNvPr id="283" name="Oval 32_1">
                <a:extLst>
                  <a:ext uri="{FF2B5EF4-FFF2-40B4-BE49-F238E27FC236}">
                    <a16:creationId xmlns:a16="http://schemas.microsoft.com/office/drawing/2014/main" id="{94BD34C7-33D9-7341-058E-5AEF2947E8EF}"/>
                  </a:ext>
                </a:extLst>
              </p:cNvPr>
              <p:cNvSpPr/>
              <p:nvPr/>
            </p:nvSpPr>
            <p:spPr bwMode="auto">
              <a:xfrm>
                <a:off x="4021274" y="2316480"/>
                <a:ext cx="665418" cy="665412"/>
              </a:xfrm>
              <a:prstGeom prst="ellipse">
                <a:avLst/>
              </a:prstGeom>
              <a:solidFill>
                <a:schemeClr val="tx1">
                  <a:alpha val="30000"/>
                </a:schemeClr>
              </a:solidFill>
              <a:ln>
                <a:no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284" name="Oval 283">
                <a:extLst>
                  <a:ext uri="{FF2B5EF4-FFF2-40B4-BE49-F238E27FC236}">
                    <a16:creationId xmlns:a16="http://schemas.microsoft.com/office/drawing/2014/main" id="{0EEE8750-6272-730D-6722-1CAEB54F87A2}"/>
                  </a:ext>
                </a:extLst>
              </p:cNvPr>
              <p:cNvSpPr/>
              <p:nvPr/>
            </p:nvSpPr>
            <p:spPr bwMode="auto">
              <a:xfrm>
                <a:off x="4106756" y="2401961"/>
                <a:ext cx="494454" cy="494450"/>
              </a:xfrm>
              <a:prstGeom prst="ellipse">
                <a:avLst/>
              </a:prstGeom>
              <a:solidFill>
                <a:schemeClr val="tx1"/>
              </a:solidFill>
              <a:ln w="22225">
                <a:gradFill>
                  <a:gsLst>
                    <a:gs pos="0">
                      <a:srgbClr val="B85CBC"/>
                    </a:gs>
                    <a:gs pos="100000">
                      <a:srgbClr val="0078D4"/>
                    </a:gs>
                  </a:gsLst>
                  <a:lin ang="5400000" scaled="1"/>
                </a:gra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pic>
          <p:nvPicPr>
            <p:cNvPr id="301" name="Picture 12">
              <a:extLst>
                <a:ext uri="{FF2B5EF4-FFF2-40B4-BE49-F238E27FC236}">
                  <a16:creationId xmlns:a16="http://schemas.microsoft.com/office/drawing/2014/main" id="{0DF471F5-B332-8D07-4E6B-D2F54AE0079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3256" t="16368" r="31172" b="16368"/>
            <a:stretch/>
          </p:blipFill>
          <p:spPr bwMode="auto">
            <a:xfrm>
              <a:off x="1135011" y="2950845"/>
              <a:ext cx="192930" cy="204880"/>
            </a:xfrm>
            <a:prstGeom prst="rect">
              <a:avLst/>
            </a:prstGeom>
            <a:extLst>
              <a:ext uri="{909E8E84-426E-40DD-AFC4-6F175D3DCCD1}">
                <a14:hiddenFill xmlns:a14="http://schemas.microsoft.com/office/drawing/2010/main">
                  <a:solidFill>
                    <a:srgbClr val="FFFFFF"/>
                  </a:solidFill>
                </a14:hiddenFill>
              </a:ext>
            </a:extLst>
          </p:spPr>
        </p:pic>
      </p:grpSp>
      <p:grpSp>
        <p:nvGrpSpPr>
          <p:cNvPr id="436" name="Group 435">
            <a:extLst>
              <a:ext uri="{FF2B5EF4-FFF2-40B4-BE49-F238E27FC236}">
                <a16:creationId xmlns:a16="http://schemas.microsoft.com/office/drawing/2014/main" id="{C46D7BDB-422A-5B97-5A08-CFE7E3A8A189}"/>
              </a:ext>
            </a:extLst>
          </p:cNvPr>
          <p:cNvGrpSpPr/>
          <p:nvPr/>
        </p:nvGrpSpPr>
        <p:grpSpPr>
          <a:xfrm>
            <a:off x="3730868" y="5492448"/>
            <a:ext cx="4963720" cy="775169"/>
            <a:chOff x="3730868" y="5492448"/>
            <a:chExt cx="4963720" cy="775169"/>
          </a:xfrm>
        </p:grpSpPr>
        <p:sp>
          <p:nvSpPr>
            <p:cNvPr id="266" name="Freeform: Shape 265">
              <a:extLst>
                <a:ext uri="{FF2B5EF4-FFF2-40B4-BE49-F238E27FC236}">
                  <a16:creationId xmlns:a16="http://schemas.microsoft.com/office/drawing/2014/main" id="{56371501-0CBF-4EB6-7358-B1CE991E561C}"/>
                </a:ext>
              </a:extLst>
            </p:cNvPr>
            <p:cNvSpPr/>
            <p:nvPr/>
          </p:nvSpPr>
          <p:spPr>
            <a:xfrm>
              <a:off x="3730868" y="5492448"/>
              <a:ext cx="4963720" cy="775169"/>
            </a:xfrm>
            <a:custGeom>
              <a:avLst/>
              <a:gdLst>
                <a:gd name="connsiteX0" fmla="*/ 4871602 w 4963720"/>
                <a:gd name="connsiteY0" fmla="*/ 0 h 775169"/>
                <a:gd name="connsiteX1" fmla="*/ 4963722 w 4963720"/>
                <a:gd name="connsiteY1" fmla="*/ 92119 h 775169"/>
                <a:gd name="connsiteX2" fmla="*/ 4963722 w 4963720"/>
                <a:gd name="connsiteY2" fmla="*/ 683050 h 775169"/>
                <a:gd name="connsiteX3" fmla="*/ 4871602 w 4963720"/>
                <a:gd name="connsiteY3" fmla="*/ 775169 h 775169"/>
                <a:gd name="connsiteX4" fmla="*/ 92119 w 4963720"/>
                <a:gd name="connsiteY4" fmla="*/ 775169 h 775169"/>
                <a:gd name="connsiteX5" fmla="*/ 0 w 4963720"/>
                <a:gd name="connsiteY5" fmla="*/ 683050 h 775169"/>
                <a:gd name="connsiteX6" fmla="*/ 0 w 4963720"/>
                <a:gd name="connsiteY6" fmla="*/ 92119 h 775169"/>
                <a:gd name="connsiteX7" fmla="*/ 92119 w 4963720"/>
                <a:gd name="connsiteY7" fmla="*/ 0 h 775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63720" h="775169">
                  <a:moveTo>
                    <a:pt x="4871602" y="0"/>
                  </a:moveTo>
                  <a:cubicBezTo>
                    <a:pt x="4922478" y="0"/>
                    <a:pt x="4963722" y="41243"/>
                    <a:pt x="4963722" y="92119"/>
                  </a:cubicBezTo>
                  <a:lnTo>
                    <a:pt x="4963722" y="683050"/>
                  </a:lnTo>
                  <a:cubicBezTo>
                    <a:pt x="4963722" y="733926"/>
                    <a:pt x="4922478" y="775169"/>
                    <a:pt x="4871602" y="775169"/>
                  </a:cubicBezTo>
                  <a:lnTo>
                    <a:pt x="92119" y="775169"/>
                  </a:lnTo>
                  <a:cubicBezTo>
                    <a:pt x="41243" y="775169"/>
                    <a:pt x="0" y="733926"/>
                    <a:pt x="0" y="683050"/>
                  </a:cubicBezTo>
                  <a:lnTo>
                    <a:pt x="0" y="92119"/>
                  </a:lnTo>
                  <a:cubicBezTo>
                    <a:pt x="0" y="41243"/>
                    <a:pt x="41243" y="0"/>
                    <a:pt x="92119" y="0"/>
                  </a:cubicBezTo>
                  <a:close/>
                </a:path>
              </a:pathLst>
            </a:cu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grpSp>
          <p:nvGrpSpPr>
            <p:cNvPr id="435" name="Group 434">
              <a:extLst>
                <a:ext uri="{FF2B5EF4-FFF2-40B4-BE49-F238E27FC236}">
                  <a16:creationId xmlns:a16="http://schemas.microsoft.com/office/drawing/2014/main" id="{031D794B-F745-6349-C329-9E3170C6DEAC}"/>
                </a:ext>
              </a:extLst>
            </p:cNvPr>
            <p:cNvGrpSpPr/>
            <p:nvPr/>
          </p:nvGrpSpPr>
          <p:grpSpPr>
            <a:xfrm>
              <a:off x="3814586" y="5589676"/>
              <a:ext cx="4786123" cy="641674"/>
              <a:chOff x="3861675" y="5565633"/>
              <a:chExt cx="4786123" cy="641674"/>
            </a:xfrm>
          </p:grpSpPr>
          <p:grpSp>
            <p:nvGrpSpPr>
              <p:cNvPr id="434" name="Group 433">
                <a:extLst>
                  <a:ext uri="{FF2B5EF4-FFF2-40B4-BE49-F238E27FC236}">
                    <a16:creationId xmlns:a16="http://schemas.microsoft.com/office/drawing/2014/main" id="{1E0C911C-B991-C400-1969-953929863129}"/>
                  </a:ext>
                </a:extLst>
              </p:cNvPr>
              <p:cNvGrpSpPr/>
              <p:nvPr/>
            </p:nvGrpSpPr>
            <p:grpSpPr>
              <a:xfrm>
                <a:off x="7690762" y="5565633"/>
                <a:ext cx="957036" cy="564158"/>
                <a:chOff x="7690762" y="6662913"/>
                <a:chExt cx="957036" cy="564158"/>
              </a:xfrm>
            </p:grpSpPr>
            <p:grpSp>
              <p:nvGrpSpPr>
                <p:cNvPr id="431" name="Group 430">
                  <a:extLst>
                    <a:ext uri="{FF2B5EF4-FFF2-40B4-BE49-F238E27FC236}">
                      <a16:creationId xmlns:a16="http://schemas.microsoft.com/office/drawing/2014/main" id="{9828EE77-3AA4-A533-09D1-5715163CD077}"/>
                    </a:ext>
                  </a:extLst>
                </p:cNvPr>
                <p:cNvGrpSpPr/>
                <p:nvPr/>
              </p:nvGrpSpPr>
              <p:grpSpPr>
                <a:xfrm>
                  <a:off x="7690762" y="6952751"/>
                  <a:ext cx="957036" cy="274320"/>
                  <a:chOff x="7690762" y="6952751"/>
                  <a:chExt cx="957036" cy="274320"/>
                </a:xfrm>
              </p:grpSpPr>
              <p:pic>
                <p:nvPicPr>
                  <p:cNvPr id="323" name="Graphic 322">
                    <a:extLst>
                      <a:ext uri="{FF2B5EF4-FFF2-40B4-BE49-F238E27FC236}">
                        <a16:creationId xmlns:a16="http://schemas.microsoft.com/office/drawing/2014/main" id="{70ABDA85-4C27-95DF-728D-16B62651C1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32120" y="6952751"/>
                    <a:ext cx="274320" cy="274320"/>
                  </a:xfrm>
                  <a:prstGeom prst="rect">
                    <a:avLst/>
                  </a:prstGeom>
                </p:spPr>
              </p:pic>
              <p:pic>
                <p:nvPicPr>
                  <p:cNvPr id="324" name="Graphic 323">
                    <a:extLst>
                      <a:ext uri="{FF2B5EF4-FFF2-40B4-BE49-F238E27FC236}">
                        <a16:creationId xmlns:a16="http://schemas.microsoft.com/office/drawing/2014/main" id="{F95C2F22-36F9-6A6B-C135-D3E964B81F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73478" y="6952751"/>
                    <a:ext cx="274320" cy="274320"/>
                  </a:xfrm>
                  <a:prstGeom prst="rect">
                    <a:avLst/>
                  </a:prstGeom>
                </p:spPr>
              </p:pic>
              <p:pic>
                <p:nvPicPr>
                  <p:cNvPr id="325" name="Graphic 324">
                    <a:extLst>
                      <a:ext uri="{FF2B5EF4-FFF2-40B4-BE49-F238E27FC236}">
                        <a16:creationId xmlns:a16="http://schemas.microsoft.com/office/drawing/2014/main" id="{0DEB981C-E8AA-4365-6D0D-41A4A11F95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90762" y="6952751"/>
                    <a:ext cx="274320" cy="274320"/>
                  </a:xfrm>
                  <a:prstGeom prst="rect">
                    <a:avLst/>
                  </a:prstGeom>
                </p:spPr>
              </p:pic>
            </p:grpSp>
            <p:sp>
              <p:nvSpPr>
                <p:cNvPr id="327" name="TextBox 326">
                  <a:extLst>
                    <a:ext uri="{FF2B5EF4-FFF2-40B4-BE49-F238E27FC236}">
                      <a16:creationId xmlns:a16="http://schemas.microsoft.com/office/drawing/2014/main" id="{D32D8E34-86C3-C486-81E1-E7D5DCF1DD43}"/>
                    </a:ext>
                  </a:extLst>
                </p:cNvPr>
                <p:cNvSpPr txBox="1"/>
                <p:nvPr/>
              </p:nvSpPr>
              <p:spPr>
                <a:xfrm>
                  <a:off x="7732462" y="6662913"/>
                  <a:ext cx="873636" cy="138499"/>
                </a:xfrm>
                <a:prstGeom prst="rect">
                  <a:avLst/>
                </a:prstGeom>
                <a:noFill/>
              </p:spPr>
              <p:txBody>
                <a:bodyPr wrap="non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chemeClr val="bg1"/>
                      </a:solidFill>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Unmanaged APIs</a:t>
                  </a:r>
                </a:p>
              </p:txBody>
            </p:sp>
          </p:grpSp>
          <p:grpSp>
            <p:nvGrpSpPr>
              <p:cNvPr id="432" name="Group 431">
                <a:extLst>
                  <a:ext uri="{FF2B5EF4-FFF2-40B4-BE49-F238E27FC236}">
                    <a16:creationId xmlns:a16="http://schemas.microsoft.com/office/drawing/2014/main" id="{4E9943C8-8CCB-7717-81D8-7E2936CEB90C}"/>
                  </a:ext>
                </a:extLst>
              </p:cNvPr>
              <p:cNvGrpSpPr/>
              <p:nvPr/>
            </p:nvGrpSpPr>
            <p:grpSpPr>
              <a:xfrm>
                <a:off x="5432375" y="5565633"/>
                <a:ext cx="1894749" cy="577630"/>
                <a:chOff x="5235072" y="6662913"/>
                <a:chExt cx="1894749" cy="577630"/>
              </a:xfrm>
            </p:grpSpPr>
            <p:grpSp>
              <p:nvGrpSpPr>
                <p:cNvPr id="429" name="Group 428">
                  <a:extLst>
                    <a:ext uri="{FF2B5EF4-FFF2-40B4-BE49-F238E27FC236}">
                      <a16:creationId xmlns:a16="http://schemas.microsoft.com/office/drawing/2014/main" id="{AC288899-ACC7-B38B-432A-D027E81BD8B1}"/>
                    </a:ext>
                  </a:extLst>
                </p:cNvPr>
                <p:cNvGrpSpPr/>
                <p:nvPr/>
              </p:nvGrpSpPr>
              <p:grpSpPr>
                <a:xfrm>
                  <a:off x="5302243" y="6939281"/>
                  <a:ext cx="1760407" cy="301262"/>
                  <a:chOff x="5302243" y="6939281"/>
                  <a:chExt cx="1760407" cy="301262"/>
                </a:xfrm>
              </p:grpSpPr>
              <p:pic>
                <p:nvPicPr>
                  <p:cNvPr id="321" name="Picture 2">
                    <a:extLst>
                      <a:ext uri="{FF2B5EF4-FFF2-40B4-BE49-F238E27FC236}">
                        <a16:creationId xmlns:a16="http://schemas.microsoft.com/office/drawing/2014/main" id="{0E8E9C2A-FAEF-E216-B106-D2737237F3BC}"/>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302243" y="6967148"/>
                    <a:ext cx="712908" cy="245526"/>
                  </a:xfrm>
                  <a:prstGeom prst="rect">
                    <a:avLst/>
                  </a:prstGeom>
                  <a:noFill/>
                  <a:extLst>
                    <a:ext uri="{909E8E84-426E-40DD-AFC4-6F175D3DCCD1}">
                      <a14:hiddenFill xmlns:a14="http://schemas.microsoft.com/office/drawing/2010/main">
                        <a:solidFill>
                          <a:srgbClr val="FFFFFF"/>
                        </a:solidFill>
                      </a14:hiddenFill>
                    </a:ext>
                  </a:extLst>
                </p:spPr>
              </p:pic>
              <p:pic>
                <p:nvPicPr>
                  <p:cNvPr id="322" name="Picture 4">
                    <a:extLst>
                      <a:ext uri="{FF2B5EF4-FFF2-40B4-BE49-F238E27FC236}">
                        <a16:creationId xmlns:a16="http://schemas.microsoft.com/office/drawing/2014/main" id="{3D74116F-BE94-EAC0-8346-C49EE0EDFEB2}"/>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t="19809" b="19809"/>
                  <a:stretch/>
                </p:blipFill>
                <p:spPr bwMode="auto">
                  <a:xfrm>
                    <a:off x="6107754" y="6939281"/>
                    <a:ext cx="954896" cy="301262"/>
                  </a:xfrm>
                  <a:prstGeom prst="rect">
                    <a:avLst/>
                  </a:prstGeom>
                  <a:noFill/>
                  <a:extLst>
                    <a:ext uri="{909E8E84-426E-40DD-AFC4-6F175D3DCCD1}">
                      <a14:hiddenFill xmlns:a14="http://schemas.microsoft.com/office/drawing/2010/main">
                        <a:solidFill>
                          <a:srgbClr val="FFFFFF"/>
                        </a:solidFill>
                      </a14:hiddenFill>
                    </a:ext>
                  </a:extLst>
                </p:spPr>
              </p:pic>
            </p:grpSp>
            <p:sp>
              <p:nvSpPr>
                <p:cNvPr id="328" name="TextBox 327">
                  <a:extLst>
                    <a:ext uri="{FF2B5EF4-FFF2-40B4-BE49-F238E27FC236}">
                      <a16:creationId xmlns:a16="http://schemas.microsoft.com/office/drawing/2014/main" id="{8F602A5F-5203-EA0B-980E-FB94CE0FD201}"/>
                    </a:ext>
                  </a:extLst>
                </p:cNvPr>
                <p:cNvSpPr txBox="1"/>
                <p:nvPr/>
              </p:nvSpPr>
              <p:spPr>
                <a:xfrm>
                  <a:off x="5235072" y="6662913"/>
                  <a:ext cx="1894749" cy="138499"/>
                </a:xfrm>
                <a:prstGeom prst="rect">
                  <a:avLst/>
                </a:prstGeom>
                <a:noFill/>
              </p:spPr>
              <p:txBody>
                <a:bodyPr wrap="non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chemeClr val="bg1"/>
                      </a:solidFill>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3</a:t>
                  </a:r>
                  <a:r>
                    <a:rPr kumimoji="0" lang="en-US" sz="900" b="0" i="0" u="none" strike="noStrike" kern="1200" cap="none" spc="0" normalizeH="0" baseline="30000" noProof="0">
                      <a:ln>
                        <a:noFill/>
                      </a:ln>
                      <a:solidFill>
                        <a:srgbClr val="000000"/>
                      </a:solidFill>
                      <a:effectLst/>
                      <a:uLnTx/>
                      <a:uFillTx/>
                      <a:latin typeface="Segoe UI"/>
                      <a:ea typeface="+mn-ea"/>
                      <a:cs typeface="+mn-cs"/>
                    </a:rPr>
                    <a:t>rd</a:t>
                  </a:r>
                  <a:r>
                    <a:rPr kumimoji="0" lang="en-US" sz="900" b="0" i="0" u="none" strike="noStrike" kern="1200" cap="none" spc="0" normalizeH="0" baseline="0" noProof="0">
                      <a:ln>
                        <a:noFill/>
                      </a:ln>
                      <a:solidFill>
                        <a:srgbClr val="000000"/>
                      </a:solidFill>
                      <a:effectLst/>
                      <a:uLnTx/>
                      <a:uFillTx/>
                      <a:latin typeface="Segoe UI"/>
                      <a:ea typeface="+mn-ea"/>
                      <a:cs typeface="+mn-cs"/>
                    </a:rPr>
                    <a:t> party API management solutions</a:t>
                  </a:r>
                </a:p>
              </p:txBody>
            </p:sp>
          </p:grpSp>
          <p:grpSp>
            <p:nvGrpSpPr>
              <p:cNvPr id="433" name="Group 432">
                <a:extLst>
                  <a:ext uri="{FF2B5EF4-FFF2-40B4-BE49-F238E27FC236}">
                    <a16:creationId xmlns:a16="http://schemas.microsoft.com/office/drawing/2014/main" id="{B7548C43-F0A3-8C78-6D7C-44C58EC9D9B9}"/>
                  </a:ext>
                </a:extLst>
              </p:cNvPr>
              <p:cNvGrpSpPr/>
              <p:nvPr/>
            </p:nvGrpSpPr>
            <p:grpSpPr>
              <a:xfrm>
                <a:off x="3861675" y="5565633"/>
                <a:ext cx="1207062" cy="641674"/>
                <a:chOff x="3663555" y="6662913"/>
                <a:chExt cx="1207062" cy="641674"/>
              </a:xfrm>
            </p:grpSpPr>
            <p:pic>
              <p:nvPicPr>
                <p:cNvPr id="326" name="Picture 325" descr="Icon&#10;&#10;Description automatically generated">
                  <a:extLst>
                    <a:ext uri="{FF2B5EF4-FFF2-40B4-BE49-F238E27FC236}">
                      <a16:creationId xmlns:a16="http://schemas.microsoft.com/office/drawing/2014/main" id="{B0600BCA-495D-F73F-6AE5-44061603C9D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052410" y="6875235"/>
                  <a:ext cx="429352" cy="429352"/>
                </a:xfrm>
                <a:prstGeom prst="rect">
                  <a:avLst/>
                </a:prstGeom>
              </p:spPr>
            </p:pic>
            <p:sp>
              <p:nvSpPr>
                <p:cNvPr id="329" name="TextBox 328">
                  <a:extLst>
                    <a:ext uri="{FF2B5EF4-FFF2-40B4-BE49-F238E27FC236}">
                      <a16:creationId xmlns:a16="http://schemas.microsoft.com/office/drawing/2014/main" id="{F9DBEC10-9668-DEEE-F02D-4F26D41C8319}"/>
                    </a:ext>
                  </a:extLst>
                </p:cNvPr>
                <p:cNvSpPr txBox="1"/>
                <p:nvPr/>
              </p:nvSpPr>
              <p:spPr>
                <a:xfrm>
                  <a:off x="3663555" y="6662913"/>
                  <a:ext cx="1207062" cy="138499"/>
                </a:xfrm>
                <a:prstGeom prst="rect">
                  <a:avLst/>
                </a:prstGeom>
                <a:noFill/>
              </p:spPr>
              <p:txBody>
                <a:bodyPr wrap="non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chemeClr val="bg1"/>
                      </a:solidFill>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Azure API Management</a:t>
                  </a:r>
                </a:p>
              </p:txBody>
            </p:sp>
          </p:grpSp>
        </p:grpSp>
      </p:grpSp>
      <p:grpSp>
        <p:nvGrpSpPr>
          <p:cNvPr id="427" name="Group 426">
            <a:extLst>
              <a:ext uri="{FF2B5EF4-FFF2-40B4-BE49-F238E27FC236}">
                <a16:creationId xmlns:a16="http://schemas.microsoft.com/office/drawing/2014/main" id="{39B75B8C-5CBE-A700-2025-289806F2CC2C}"/>
              </a:ext>
            </a:extLst>
          </p:cNvPr>
          <p:cNvGrpSpPr/>
          <p:nvPr/>
        </p:nvGrpSpPr>
        <p:grpSpPr>
          <a:xfrm>
            <a:off x="9770061" y="4265024"/>
            <a:ext cx="1581957" cy="775169"/>
            <a:chOff x="9770061" y="4265024"/>
            <a:chExt cx="1581957" cy="775169"/>
          </a:xfrm>
        </p:grpSpPr>
        <p:sp>
          <p:nvSpPr>
            <p:cNvPr id="267" name="Freeform: Shape 266">
              <a:extLst>
                <a:ext uri="{FF2B5EF4-FFF2-40B4-BE49-F238E27FC236}">
                  <a16:creationId xmlns:a16="http://schemas.microsoft.com/office/drawing/2014/main" id="{65FEDA9E-F0D5-3775-F271-D45BD7D3D6D6}"/>
                </a:ext>
              </a:extLst>
            </p:cNvPr>
            <p:cNvSpPr/>
            <p:nvPr/>
          </p:nvSpPr>
          <p:spPr>
            <a:xfrm>
              <a:off x="9770061" y="4265024"/>
              <a:ext cx="1581957" cy="775169"/>
            </a:xfrm>
            <a:custGeom>
              <a:avLst/>
              <a:gdLst>
                <a:gd name="connsiteX0" fmla="*/ 1489838 w 1581957"/>
                <a:gd name="connsiteY0" fmla="*/ 0 h 775169"/>
                <a:gd name="connsiteX1" fmla="*/ 1581958 w 1581957"/>
                <a:gd name="connsiteY1" fmla="*/ 92119 h 775169"/>
                <a:gd name="connsiteX2" fmla="*/ 1581958 w 1581957"/>
                <a:gd name="connsiteY2" fmla="*/ 683050 h 775169"/>
                <a:gd name="connsiteX3" fmla="*/ 1489838 w 1581957"/>
                <a:gd name="connsiteY3" fmla="*/ 775169 h 775169"/>
                <a:gd name="connsiteX4" fmla="*/ 92119 w 1581957"/>
                <a:gd name="connsiteY4" fmla="*/ 775169 h 775169"/>
                <a:gd name="connsiteX5" fmla="*/ -1 w 1581957"/>
                <a:gd name="connsiteY5" fmla="*/ 683050 h 775169"/>
                <a:gd name="connsiteX6" fmla="*/ -1 w 1581957"/>
                <a:gd name="connsiteY6" fmla="*/ 92119 h 775169"/>
                <a:gd name="connsiteX7" fmla="*/ 92119 w 1581957"/>
                <a:gd name="connsiteY7" fmla="*/ 0 h 775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957" h="775169">
                  <a:moveTo>
                    <a:pt x="1489838" y="0"/>
                  </a:moveTo>
                  <a:cubicBezTo>
                    <a:pt x="1540714" y="0"/>
                    <a:pt x="1581958" y="41243"/>
                    <a:pt x="1581958" y="92119"/>
                  </a:cubicBezTo>
                  <a:lnTo>
                    <a:pt x="1581958" y="683050"/>
                  </a:lnTo>
                  <a:cubicBezTo>
                    <a:pt x="1581958" y="733926"/>
                    <a:pt x="1540714" y="775169"/>
                    <a:pt x="1489838" y="775169"/>
                  </a:cubicBezTo>
                  <a:lnTo>
                    <a:pt x="92119" y="775169"/>
                  </a:lnTo>
                  <a:cubicBezTo>
                    <a:pt x="41243" y="775169"/>
                    <a:pt x="-1" y="733926"/>
                    <a:pt x="-1" y="683050"/>
                  </a:cubicBezTo>
                  <a:lnTo>
                    <a:pt x="-1" y="92119"/>
                  </a:lnTo>
                  <a:cubicBezTo>
                    <a:pt x="-1" y="41243"/>
                    <a:pt x="41243" y="0"/>
                    <a:pt x="92119" y="0"/>
                  </a:cubicBezTo>
                  <a:close/>
                </a:path>
              </a:pathLst>
            </a:cu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grpSp>
          <p:nvGrpSpPr>
            <p:cNvPr id="425" name="Group 424">
              <a:extLst>
                <a:ext uri="{FF2B5EF4-FFF2-40B4-BE49-F238E27FC236}">
                  <a16:creationId xmlns:a16="http://schemas.microsoft.com/office/drawing/2014/main" id="{5B0E3D04-3DEC-165D-7199-800FB252ED48}"/>
                </a:ext>
              </a:extLst>
            </p:cNvPr>
            <p:cNvGrpSpPr/>
            <p:nvPr/>
          </p:nvGrpSpPr>
          <p:grpSpPr>
            <a:xfrm>
              <a:off x="9888194" y="4311215"/>
              <a:ext cx="1345692" cy="682788"/>
              <a:chOff x="9960143" y="4383771"/>
              <a:chExt cx="1345692" cy="682788"/>
            </a:xfrm>
          </p:grpSpPr>
          <p:grpSp>
            <p:nvGrpSpPr>
              <p:cNvPr id="421" name="Group 420">
                <a:extLst>
                  <a:ext uri="{FF2B5EF4-FFF2-40B4-BE49-F238E27FC236}">
                    <a16:creationId xmlns:a16="http://schemas.microsoft.com/office/drawing/2014/main" id="{AFAF2887-8803-697F-6146-C6969E8E719B}"/>
                  </a:ext>
                </a:extLst>
              </p:cNvPr>
              <p:cNvGrpSpPr/>
              <p:nvPr/>
            </p:nvGrpSpPr>
            <p:grpSpPr>
              <a:xfrm>
                <a:off x="10946762" y="4430203"/>
                <a:ext cx="359073" cy="493972"/>
                <a:chOff x="13427248" y="4557345"/>
                <a:chExt cx="359073" cy="493972"/>
              </a:xfrm>
            </p:grpSpPr>
            <p:pic>
              <p:nvPicPr>
                <p:cNvPr id="344" name="Picture 4">
                  <a:extLst>
                    <a:ext uri="{FF2B5EF4-FFF2-40B4-BE49-F238E27FC236}">
                      <a16:creationId xmlns:a16="http://schemas.microsoft.com/office/drawing/2014/main" id="{0F2A8376-1996-874D-8A95-687471E8BEB2}"/>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3459827" y="4557345"/>
                  <a:ext cx="293914" cy="293914"/>
                </a:xfrm>
                <a:prstGeom prst="rect">
                  <a:avLst/>
                </a:prstGeom>
                <a:noFill/>
                <a:extLst>
                  <a:ext uri="{909E8E84-426E-40DD-AFC4-6F175D3DCCD1}">
                    <a14:hiddenFill xmlns:a14="http://schemas.microsoft.com/office/drawing/2010/main">
                      <a:solidFill>
                        <a:srgbClr val="FFFFFF"/>
                      </a:solidFill>
                    </a14:hiddenFill>
                  </a:ext>
                </a:extLst>
              </p:spPr>
            </p:pic>
            <p:sp>
              <p:nvSpPr>
                <p:cNvPr id="347" name="TextBox 346">
                  <a:extLst>
                    <a:ext uri="{FF2B5EF4-FFF2-40B4-BE49-F238E27FC236}">
                      <a16:creationId xmlns:a16="http://schemas.microsoft.com/office/drawing/2014/main" id="{E2B126D1-6599-CA0D-D051-2DDC09A5CCFC}"/>
                    </a:ext>
                  </a:extLst>
                </p:cNvPr>
                <p:cNvSpPr txBox="1"/>
                <p:nvPr/>
              </p:nvSpPr>
              <p:spPr>
                <a:xfrm>
                  <a:off x="13427248" y="4912818"/>
                  <a:ext cx="359073" cy="138499"/>
                </a:xfrm>
                <a:prstGeom prst="rect">
                  <a:avLst/>
                </a:prstGeom>
                <a:noFill/>
              </p:spPr>
              <p:txBody>
                <a:bodyPr wrap="non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chemeClr val="bg1"/>
                      </a:solidFill>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GitHub</a:t>
                  </a:r>
                </a:p>
              </p:txBody>
            </p:sp>
          </p:grpSp>
          <p:grpSp>
            <p:nvGrpSpPr>
              <p:cNvPr id="422" name="Group 421">
                <a:extLst>
                  <a:ext uri="{FF2B5EF4-FFF2-40B4-BE49-F238E27FC236}">
                    <a16:creationId xmlns:a16="http://schemas.microsoft.com/office/drawing/2014/main" id="{566C9873-EC02-7E1D-A66A-A87FC91BBC48}"/>
                  </a:ext>
                </a:extLst>
              </p:cNvPr>
              <p:cNvGrpSpPr/>
              <p:nvPr/>
            </p:nvGrpSpPr>
            <p:grpSpPr>
              <a:xfrm>
                <a:off x="10543606" y="4435644"/>
                <a:ext cx="320586" cy="488531"/>
                <a:chOff x="12892637" y="4562786"/>
                <a:chExt cx="320586" cy="488531"/>
              </a:xfrm>
            </p:grpSpPr>
            <p:pic>
              <p:nvPicPr>
                <p:cNvPr id="346" name="Picture 6">
                  <a:extLst>
                    <a:ext uri="{FF2B5EF4-FFF2-40B4-BE49-F238E27FC236}">
                      <a16:creationId xmlns:a16="http://schemas.microsoft.com/office/drawing/2014/main" id="{69A4056A-1DAD-C079-A42B-131A384326C7}"/>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2892637" y="4562786"/>
                  <a:ext cx="320586" cy="283032"/>
                </a:xfrm>
                <a:prstGeom prst="rect">
                  <a:avLst/>
                </a:prstGeom>
                <a:noFill/>
                <a:extLst>
                  <a:ext uri="{909E8E84-426E-40DD-AFC4-6F175D3DCCD1}">
                    <a14:hiddenFill xmlns:a14="http://schemas.microsoft.com/office/drawing/2010/main">
                      <a:solidFill>
                        <a:srgbClr val="FFFFFF"/>
                      </a:solidFill>
                    </a14:hiddenFill>
                  </a:ext>
                </a:extLst>
              </p:spPr>
            </p:pic>
            <p:sp>
              <p:nvSpPr>
                <p:cNvPr id="348" name="TextBox 347">
                  <a:extLst>
                    <a:ext uri="{FF2B5EF4-FFF2-40B4-BE49-F238E27FC236}">
                      <a16:creationId xmlns:a16="http://schemas.microsoft.com/office/drawing/2014/main" id="{DC481870-64FE-77EB-5A67-6C1270755B6D}"/>
                    </a:ext>
                  </a:extLst>
                </p:cNvPr>
                <p:cNvSpPr txBox="1"/>
                <p:nvPr/>
              </p:nvSpPr>
              <p:spPr>
                <a:xfrm>
                  <a:off x="12974383" y="4912818"/>
                  <a:ext cx="157094" cy="138499"/>
                </a:xfrm>
                <a:prstGeom prst="rect">
                  <a:avLst/>
                </a:prstGeom>
                <a:noFill/>
              </p:spPr>
              <p:txBody>
                <a:bodyPr wrap="non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chemeClr val="bg1"/>
                      </a:solidFill>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CLI</a:t>
                  </a:r>
                </a:p>
              </p:txBody>
            </p:sp>
          </p:grpSp>
          <p:grpSp>
            <p:nvGrpSpPr>
              <p:cNvPr id="423" name="Group 422">
                <a:extLst>
                  <a:ext uri="{FF2B5EF4-FFF2-40B4-BE49-F238E27FC236}">
                    <a16:creationId xmlns:a16="http://schemas.microsoft.com/office/drawing/2014/main" id="{1011E54C-05EC-6D5C-504A-95FF2F573F5E}"/>
                  </a:ext>
                </a:extLst>
              </p:cNvPr>
              <p:cNvGrpSpPr/>
              <p:nvPr/>
            </p:nvGrpSpPr>
            <p:grpSpPr>
              <a:xfrm>
                <a:off x="9960143" y="4383771"/>
                <a:ext cx="399147" cy="682788"/>
                <a:chOff x="12120589" y="4510913"/>
                <a:chExt cx="399147" cy="682788"/>
              </a:xfrm>
            </p:grpSpPr>
            <p:pic>
              <p:nvPicPr>
                <p:cNvPr id="345" name="Picture 6">
                  <a:extLst>
                    <a:ext uri="{FF2B5EF4-FFF2-40B4-BE49-F238E27FC236}">
                      <a16:creationId xmlns:a16="http://schemas.microsoft.com/office/drawing/2014/main" id="{258F0354-B0EA-0777-BF32-3EB5E54C99EA}"/>
                    </a:ext>
                  </a:extLst>
                </p:cNvPr>
                <p:cNvPicPr>
                  <a:picLocks noChangeAspect="1" noChangeArrowheads="1"/>
                </p:cNvPicPr>
                <p:nvPr/>
              </p:nvPicPr>
              <p:blipFill rotWithShape="1">
                <a:blip r:embed="rId15" cstate="print">
                  <a:extLst>
                    <a:ext uri="{28A0092B-C50C-407E-A947-70E740481C1C}">
                      <a14:useLocalDpi xmlns:a14="http://schemas.microsoft.com/office/drawing/2010/main" val="0"/>
                    </a:ext>
                  </a:extLst>
                </a:blip>
                <a:srcRect l="25228" t="3578" r="27798" b="22588"/>
                <a:stretch/>
              </p:blipFill>
              <p:spPr bwMode="auto">
                <a:xfrm>
                  <a:off x="12139667" y="4510913"/>
                  <a:ext cx="360992" cy="354629"/>
                </a:xfrm>
                <a:prstGeom prst="rect">
                  <a:avLst/>
                </a:prstGeom>
                <a:noFill/>
                <a:extLst>
                  <a:ext uri="{909E8E84-426E-40DD-AFC4-6F175D3DCCD1}">
                    <a14:hiddenFill xmlns:a14="http://schemas.microsoft.com/office/drawing/2010/main">
                      <a:solidFill>
                        <a:srgbClr val="FFFFFF"/>
                      </a:solidFill>
                    </a14:hiddenFill>
                  </a:ext>
                </a:extLst>
              </p:spPr>
            </p:pic>
            <p:sp>
              <p:nvSpPr>
                <p:cNvPr id="349" name="TextBox 348">
                  <a:extLst>
                    <a:ext uri="{FF2B5EF4-FFF2-40B4-BE49-F238E27FC236}">
                      <a16:creationId xmlns:a16="http://schemas.microsoft.com/office/drawing/2014/main" id="{A1FE102D-2C60-3CB7-BE18-2F7224682B81}"/>
                    </a:ext>
                  </a:extLst>
                </p:cNvPr>
                <p:cNvSpPr txBox="1"/>
                <p:nvPr/>
              </p:nvSpPr>
              <p:spPr>
                <a:xfrm>
                  <a:off x="12120589" y="4916702"/>
                  <a:ext cx="399147" cy="276999"/>
                </a:xfrm>
                <a:prstGeom prst="rect">
                  <a:avLst/>
                </a:prstGeom>
                <a:noFill/>
              </p:spPr>
              <p:txBody>
                <a:bodyPr wrap="non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chemeClr val="bg1"/>
                      </a:solidFill>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Azure </a:t>
                  </a:r>
                  <a:br>
                    <a:rPr kumimoji="0" lang="en-US" sz="900" b="0" i="0" u="none" strike="noStrike" kern="1200" cap="none" spc="0" normalizeH="0" baseline="0" noProof="0">
                      <a:ln>
                        <a:noFill/>
                      </a:ln>
                      <a:solidFill>
                        <a:srgbClr val="000000"/>
                      </a:solidFill>
                      <a:effectLst/>
                      <a:uLnTx/>
                      <a:uFillTx/>
                      <a:latin typeface="Segoe UI"/>
                      <a:ea typeface="+mn-ea"/>
                      <a:cs typeface="+mn-cs"/>
                    </a:rPr>
                  </a:br>
                  <a:r>
                    <a:rPr kumimoji="0" lang="en-US" sz="900" b="0" i="0" u="none" strike="noStrike" kern="1200" cap="none" spc="0" normalizeH="0" baseline="0" noProof="0">
                      <a:ln>
                        <a:noFill/>
                      </a:ln>
                      <a:solidFill>
                        <a:srgbClr val="000000"/>
                      </a:solidFill>
                      <a:effectLst/>
                      <a:uLnTx/>
                      <a:uFillTx/>
                      <a:latin typeface="Segoe UI"/>
                      <a:ea typeface="+mn-ea"/>
                      <a:cs typeface="+mn-cs"/>
                    </a:rPr>
                    <a:t>DevOps</a:t>
                  </a:r>
                </a:p>
              </p:txBody>
            </p:sp>
          </p:grpSp>
        </p:grpSp>
      </p:grpSp>
      <p:grpSp>
        <p:nvGrpSpPr>
          <p:cNvPr id="452" name="Group 451">
            <a:extLst>
              <a:ext uri="{FF2B5EF4-FFF2-40B4-BE49-F238E27FC236}">
                <a16:creationId xmlns:a16="http://schemas.microsoft.com/office/drawing/2014/main" id="{656FDA37-703F-FCB4-4667-A414C7E9CA54}"/>
              </a:ext>
            </a:extLst>
          </p:cNvPr>
          <p:cNvGrpSpPr/>
          <p:nvPr/>
        </p:nvGrpSpPr>
        <p:grpSpPr>
          <a:xfrm>
            <a:off x="9770061" y="2879256"/>
            <a:ext cx="1581957" cy="959282"/>
            <a:chOff x="9770061" y="2879256"/>
            <a:chExt cx="1581957" cy="959282"/>
          </a:xfrm>
        </p:grpSpPr>
        <p:sp>
          <p:nvSpPr>
            <p:cNvPr id="268" name="Freeform: Shape 267">
              <a:extLst>
                <a:ext uri="{FF2B5EF4-FFF2-40B4-BE49-F238E27FC236}">
                  <a16:creationId xmlns:a16="http://schemas.microsoft.com/office/drawing/2014/main" id="{DC26A0C6-4367-2703-29E1-69D525F612E8}"/>
                </a:ext>
              </a:extLst>
            </p:cNvPr>
            <p:cNvSpPr/>
            <p:nvPr/>
          </p:nvSpPr>
          <p:spPr>
            <a:xfrm>
              <a:off x="9770061" y="2879256"/>
              <a:ext cx="1581957" cy="959282"/>
            </a:xfrm>
            <a:custGeom>
              <a:avLst/>
              <a:gdLst>
                <a:gd name="connsiteX0" fmla="*/ 1489838 w 1581957"/>
                <a:gd name="connsiteY0" fmla="*/ 0 h 959282"/>
                <a:gd name="connsiteX1" fmla="*/ 1581958 w 1581957"/>
                <a:gd name="connsiteY1" fmla="*/ 92119 h 959282"/>
                <a:gd name="connsiteX2" fmla="*/ 1581958 w 1581957"/>
                <a:gd name="connsiteY2" fmla="*/ 867164 h 959282"/>
                <a:gd name="connsiteX3" fmla="*/ 1489838 w 1581957"/>
                <a:gd name="connsiteY3" fmla="*/ 959283 h 959282"/>
                <a:gd name="connsiteX4" fmla="*/ 92119 w 1581957"/>
                <a:gd name="connsiteY4" fmla="*/ 959283 h 959282"/>
                <a:gd name="connsiteX5" fmla="*/ -1 w 1581957"/>
                <a:gd name="connsiteY5" fmla="*/ 867164 h 959282"/>
                <a:gd name="connsiteX6" fmla="*/ -1 w 1581957"/>
                <a:gd name="connsiteY6" fmla="*/ 92119 h 959282"/>
                <a:gd name="connsiteX7" fmla="*/ 92119 w 1581957"/>
                <a:gd name="connsiteY7" fmla="*/ 0 h 959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957" h="959282">
                  <a:moveTo>
                    <a:pt x="1489838" y="0"/>
                  </a:moveTo>
                  <a:cubicBezTo>
                    <a:pt x="1540714" y="0"/>
                    <a:pt x="1581958" y="41243"/>
                    <a:pt x="1581958" y="92119"/>
                  </a:cubicBezTo>
                  <a:lnTo>
                    <a:pt x="1581958" y="867164"/>
                  </a:lnTo>
                  <a:cubicBezTo>
                    <a:pt x="1581958" y="918040"/>
                    <a:pt x="1540714" y="959283"/>
                    <a:pt x="1489838" y="959283"/>
                  </a:cubicBezTo>
                  <a:lnTo>
                    <a:pt x="92119" y="959283"/>
                  </a:lnTo>
                  <a:cubicBezTo>
                    <a:pt x="41243" y="959283"/>
                    <a:pt x="-1" y="918040"/>
                    <a:pt x="-1" y="867164"/>
                  </a:cubicBezTo>
                  <a:lnTo>
                    <a:pt x="-1" y="92119"/>
                  </a:lnTo>
                  <a:cubicBezTo>
                    <a:pt x="-1" y="41243"/>
                    <a:pt x="41243" y="0"/>
                    <a:pt x="92119" y="0"/>
                  </a:cubicBezTo>
                  <a:close/>
                </a:path>
              </a:pathLst>
            </a:cu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grpSp>
          <p:nvGrpSpPr>
            <p:cNvPr id="420" name="Group 419">
              <a:extLst>
                <a:ext uri="{FF2B5EF4-FFF2-40B4-BE49-F238E27FC236}">
                  <a16:creationId xmlns:a16="http://schemas.microsoft.com/office/drawing/2014/main" id="{1D2FF6EB-2846-91E7-3692-3AC93AFE37AE}"/>
                </a:ext>
              </a:extLst>
            </p:cNvPr>
            <p:cNvGrpSpPr/>
            <p:nvPr/>
          </p:nvGrpSpPr>
          <p:grpSpPr>
            <a:xfrm>
              <a:off x="9890399" y="2943286"/>
              <a:ext cx="1341281" cy="831221"/>
              <a:chOff x="9923096" y="2941321"/>
              <a:chExt cx="1341281" cy="831221"/>
            </a:xfrm>
          </p:grpSpPr>
          <p:pic>
            <p:nvPicPr>
              <p:cNvPr id="353" name="Picture 2">
                <a:extLst>
                  <a:ext uri="{FF2B5EF4-FFF2-40B4-BE49-F238E27FC236}">
                    <a16:creationId xmlns:a16="http://schemas.microsoft.com/office/drawing/2014/main" id="{3534933B-F808-036F-EA69-64D1184475A9}"/>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0173707" y="2941321"/>
                <a:ext cx="840059" cy="256776"/>
              </a:xfrm>
              <a:prstGeom prst="rect">
                <a:avLst/>
              </a:prstGeom>
              <a:noFill/>
              <a:extLst>
                <a:ext uri="{909E8E84-426E-40DD-AFC4-6F175D3DCCD1}">
                  <a14:hiddenFill xmlns:a14="http://schemas.microsoft.com/office/drawing/2010/main">
                    <a:solidFill>
                      <a:srgbClr val="FFFFFF"/>
                    </a:solidFill>
                  </a14:hiddenFill>
                </a:ext>
              </a:extLst>
            </p:spPr>
          </p:pic>
          <p:grpSp>
            <p:nvGrpSpPr>
              <p:cNvPr id="419" name="Group 418">
                <a:extLst>
                  <a:ext uri="{FF2B5EF4-FFF2-40B4-BE49-F238E27FC236}">
                    <a16:creationId xmlns:a16="http://schemas.microsoft.com/office/drawing/2014/main" id="{73B5CB50-798F-3350-EFB9-FDADD933D616}"/>
                  </a:ext>
                </a:extLst>
              </p:cNvPr>
              <p:cNvGrpSpPr/>
              <p:nvPr/>
            </p:nvGrpSpPr>
            <p:grpSpPr>
              <a:xfrm>
                <a:off x="9923096" y="3272888"/>
                <a:ext cx="1341281" cy="499654"/>
                <a:chOff x="9923096" y="3272888"/>
                <a:chExt cx="1341281" cy="499654"/>
              </a:xfrm>
            </p:grpSpPr>
            <p:sp>
              <p:nvSpPr>
                <p:cNvPr id="356" name="TextBox 355">
                  <a:extLst>
                    <a:ext uri="{FF2B5EF4-FFF2-40B4-BE49-F238E27FC236}">
                      <a16:creationId xmlns:a16="http://schemas.microsoft.com/office/drawing/2014/main" id="{5E32BF84-403E-F637-8A8D-FB8DC9C5ADBE}"/>
                    </a:ext>
                  </a:extLst>
                </p:cNvPr>
                <p:cNvSpPr txBox="1"/>
                <p:nvPr/>
              </p:nvSpPr>
              <p:spPr>
                <a:xfrm>
                  <a:off x="9923096" y="3634043"/>
                  <a:ext cx="432812" cy="138499"/>
                </a:xfrm>
                <a:prstGeom prst="rect">
                  <a:avLst/>
                </a:prstGeom>
                <a:noFill/>
              </p:spPr>
              <p:txBody>
                <a:bodyPr wrap="non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chemeClr val="bg1"/>
                      </a:solidFill>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VS Code</a:t>
                  </a:r>
                </a:p>
              </p:txBody>
            </p:sp>
            <p:pic>
              <p:nvPicPr>
                <p:cNvPr id="354" name="Picture 2">
                  <a:extLst>
                    <a:ext uri="{FF2B5EF4-FFF2-40B4-BE49-F238E27FC236}">
                      <a16:creationId xmlns:a16="http://schemas.microsoft.com/office/drawing/2014/main" id="{0767A341-D6CD-1FDE-185A-D0B46C7A4AD8}"/>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9999893" y="3307460"/>
                  <a:ext cx="279218" cy="278123"/>
                </a:xfrm>
                <a:prstGeom prst="rect">
                  <a:avLst/>
                </a:prstGeom>
                <a:noFill/>
                <a:extLst>
                  <a:ext uri="{909E8E84-426E-40DD-AFC4-6F175D3DCCD1}">
                    <a14:hiddenFill xmlns:a14="http://schemas.microsoft.com/office/drawing/2010/main">
                      <a:solidFill>
                        <a:srgbClr val="FFFFFF"/>
                      </a:solidFill>
                    </a14:hiddenFill>
                  </a:ext>
                </a:extLst>
              </p:spPr>
            </p:pic>
            <p:pic>
              <p:nvPicPr>
                <p:cNvPr id="355" name="Graphic 354">
                  <a:extLst>
                    <a:ext uri="{FF2B5EF4-FFF2-40B4-BE49-F238E27FC236}">
                      <a16:creationId xmlns:a16="http://schemas.microsoft.com/office/drawing/2014/main" id="{2209345F-8C2C-6D13-4884-865A56AC0E9C}"/>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727948" y="3272888"/>
                  <a:ext cx="347268" cy="347268"/>
                </a:xfrm>
                <a:prstGeom prst="rect">
                  <a:avLst/>
                </a:prstGeom>
              </p:spPr>
            </p:pic>
            <p:sp>
              <p:nvSpPr>
                <p:cNvPr id="357" name="TextBox 356">
                  <a:extLst>
                    <a:ext uri="{FF2B5EF4-FFF2-40B4-BE49-F238E27FC236}">
                      <a16:creationId xmlns:a16="http://schemas.microsoft.com/office/drawing/2014/main" id="{9B1B90AE-9955-8D3B-B6AD-FA68EF0721BD}"/>
                    </a:ext>
                  </a:extLst>
                </p:cNvPr>
                <p:cNvSpPr txBox="1"/>
                <p:nvPr/>
              </p:nvSpPr>
              <p:spPr>
                <a:xfrm>
                  <a:off x="10603939" y="3634043"/>
                  <a:ext cx="660438" cy="138499"/>
                </a:xfrm>
                <a:prstGeom prst="rect">
                  <a:avLst/>
                </a:prstGeom>
                <a:noFill/>
              </p:spPr>
              <p:txBody>
                <a:bodyPr wrap="non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chemeClr val="bg1"/>
                      </a:solidFill>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Visual Studio</a:t>
                  </a:r>
                </a:p>
              </p:txBody>
            </p:sp>
          </p:grpSp>
        </p:grpSp>
      </p:grpSp>
      <p:grpSp>
        <p:nvGrpSpPr>
          <p:cNvPr id="453" name="Group 452">
            <a:extLst>
              <a:ext uri="{FF2B5EF4-FFF2-40B4-BE49-F238E27FC236}">
                <a16:creationId xmlns:a16="http://schemas.microsoft.com/office/drawing/2014/main" id="{8D8347E2-062F-2E2A-A276-BDFD84839DB2}"/>
              </a:ext>
            </a:extLst>
          </p:cNvPr>
          <p:cNvGrpSpPr/>
          <p:nvPr/>
        </p:nvGrpSpPr>
        <p:grpSpPr>
          <a:xfrm>
            <a:off x="4722516" y="3037601"/>
            <a:ext cx="2980423" cy="775169"/>
            <a:chOff x="4722516" y="3037601"/>
            <a:chExt cx="2980423" cy="775169"/>
          </a:xfrm>
        </p:grpSpPr>
        <p:sp>
          <p:nvSpPr>
            <p:cNvPr id="265" name="Freeform: Shape 264">
              <a:extLst>
                <a:ext uri="{FF2B5EF4-FFF2-40B4-BE49-F238E27FC236}">
                  <a16:creationId xmlns:a16="http://schemas.microsoft.com/office/drawing/2014/main" id="{A696218B-48F5-9B21-9CF0-8CC7D6806732}"/>
                </a:ext>
              </a:extLst>
            </p:cNvPr>
            <p:cNvSpPr/>
            <p:nvPr/>
          </p:nvSpPr>
          <p:spPr>
            <a:xfrm>
              <a:off x="4722516" y="3037601"/>
              <a:ext cx="2980423" cy="775169"/>
            </a:xfrm>
            <a:custGeom>
              <a:avLst/>
              <a:gdLst>
                <a:gd name="connsiteX0" fmla="*/ 2888304 w 2980423"/>
                <a:gd name="connsiteY0" fmla="*/ 0 h 775169"/>
                <a:gd name="connsiteX1" fmla="*/ 2980424 w 2980423"/>
                <a:gd name="connsiteY1" fmla="*/ 92119 h 775169"/>
                <a:gd name="connsiteX2" fmla="*/ 2980424 w 2980423"/>
                <a:gd name="connsiteY2" fmla="*/ 683050 h 775169"/>
                <a:gd name="connsiteX3" fmla="*/ 2888305 w 2980423"/>
                <a:gd name="connsiteY3" fmla="*/ 775169 h 775169"/>
                <a:gd name="connsiteX4" fmla="*/ 92119 w 2980423"/>
                <a:gd name="connsiteY4" fmla="*/ 775169 h 775169"/>
                <a:gd name="connsiteX5" fmla="*/ 0 w 2980423"/>
                <a:gd name="connsiteY5" fmla="*/ 683050 h 775169"/>
                <a:gd name="connsiteX6" fmla="*/ 0 w 2980423"/>
                <a:gd name="connsiteY6" fmla="*/ 92119 h 775169"/>
                <a:gd name="connsiteX7" fmla="*/ 92119 w 2980423"/>
                <a:gd name="connsiteY7" fmla="*/ 0 h 775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80423" h="775169">
                  <a:moveTo>
                    <a:pt x="2888304" y="0"/>
                  </a:moveTo>
                  <a:cubicBezTo>
                    <a:pt x="2939180" y="0"/>
                    <a:pt x="2980424" y="41243"/>
                    <a:pt x="2980424" y="92119"/>
                  </a:cubicBezTo>
                  <a:lnTo>
                    <a:pt x="2980424" y="683050"/>
                  </a:lnTo>
                  <a:cubicBezTo>
                    <a:pt x="2980424" y="733926"/>
                    <a:pt x="2939180" y="775169"/>
                    <a:pt x="2888305" y="775169"/>
                  </a:cubicBezTo>
                  <a:lnTo>
                    <a:pt x="92119" y="775169"/>
                  </a:lnTo>
                  <a:cubicBezTo>
                    <a:pt x="41243" y="775169"/>
                    <a:pt x="0" y="733926"/>
                    <a:pt x="0" y="683050"/>
                  </a:cubicBezTo>
                  <a:lnTo>
                    <a:pt x="0" y="92119"/>
                  </a:lnTo>
                  <a:cubicBezTo>
                    <a:pt x="0" y="41243"/>
                    <a:pt x="41243" y="0"/>
                    <a:pt x="92119" y="0"/>
                  </a:cubicBezTo>
                  <a:close/>
                </a:path>
              </a:pathLst>
            </a:custGeom>
            <a:solidFill>
              <a:schemeClr val="tx1"/>
            </a:solidFill>
            <a:ln>
              <a:noFill/>
              <a:headEnd type="none" w="med" len="med"/>
              <a:tailEnd type="none" w="med" len="med"/>
            </a:ln>
            <a:effectLst>
              <a:outerShdw blurRad="177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pic>
          <p:nvPicPr>
            <p:cNvPr id="333" name="Picture 2">
              <a:extLst>
                <a:ext uri="{FF2B5EF4-FFF2-40B4-BE49-F238E27FC236}">
                  <a16:creationId xmlns:a16="http://schemas.microsoft.com/office/drawing/2014/main" id="{8630178A-053E-900E-0AAD-D72788B72C5E}"/>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5298931" y="3144855"/>
              <a:ext cx="246915" cy="245947"/>
            </a:xfrm>
            <a:prstGeom prst="rect">
              <a:avLst/>
            </a:prstGeom>
            <a:noFill/>
            <a:extLst>
              <a:ext uri="{909E8E84-426E-40DD-AFC4-6F175D3DCCD1}">
                <a14:hiddenFill xmlns:a14="http://schemas.microsoft.com/office/drawing/2010/main">
                  <a:solidFill>
                    <a:srgbClr val="FFFFFF"/>
                  </a:solidFill>
                </a14:hiddenFill>
              </a:ext>
            </a:extLst>
          </p:spPr>
        </p:pic>
        <p:pic>
          <p:nvPicPr>
            <p:cNvPr id="338" name="Graphic 337">
              <a:extLst>
                <a:ext uri="{FF2B5EF4-FFF2-40B4-BE49-F238E27FC236}">
                  <a16:creationId xmlns:a16="http://schemas.microsoft.com/office/drawing/2014/main" id="{E0687CFD-DC9F-93C2-0758-6696B9F6E1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060561" y="3114283"/>
              <a:ext cx="307092" cy="307092"/>
            </a:xfrm>
            <a:prstGeom prst="rect">
              <a:avLst/>
            </a:prstGeom>
          </p:spPr>
        </p:pic>
        <p:pic>
          <p:nvPicPr>
            <p:cNvPr id="339" name="Picture 6">
              <a:extLst>
                <a:ext uri="{FF2B5EF4-FFF2-40B4-BE49-F238E27FC236}">
                  <a16:creationId xmlns:a16="http://schemas.microsoft.com/office/drawing/2014/main" id="{3225F419-6B70-7CCC-0914-33477568C84E}"/>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4871459" y="3167230"/>
              <a:ext cx="227892" cy="201197"/>
            </a:xfrm>
            <a:prstGeom prst="rect">
              <a:avLst/>
            </a:prstGeom>
            <a:noFill/>
            <a:extLst>
              <a:ext uri="{909E8E84-426E-40DD-AFC4-6F175D3DCCD1}">
                <a14:hiddenFill xmlns:a14="http://schemas.microsoft.com/office/drawing/2010/main">
                  <a:solidFill>
                    <a:srgbClr val="FFFFFF"/>
                  </a:solidFill>
                </a14:hiddenFill>
              </a:ext>
            </a:extLst>
          </p:spPr>
        </p:pic>
        <p:sp>
          <p:nvSpPr>
            <p:cNvPr id="334" name="TextBox 333">
              <a:extLst>
                <a:ext uri="{FF2B5EF4-FFF2-40B4-BE49-F238E27FC236}">
                  <a16:creationId xmlns:a16="http://schemas.microsoft.com/office/drawing/2014/main" id="{B8FCF9BD-CA3D-3FEC-9172-6714EB3DC369}"/>
                </a:ext>
              </a:extLst>
            </p:cNvPr>
            <p:cNvSpPr txBox="1"/>
            <p:nvPr/>
          </p:nvSpPr>
          <p:spPr>
            <a:xfrm>
              <a:off x="5205983" y="3476733"/>
              <a:ext cx="432811" cy="138499"/>
            </a:xfrm>
            <a:prstGeom prst="rect">
              <a:avLst/>
            </a:prstGeom>
            <a:no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chemeClr val="bg1"/>
                  </a:solidFill>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VS Code</a:t>
              </a:r>
            </a:p>
          </p:txBody>
        </p:sp>
        <p:sp>
          <p:nvSpPr>
            <p:cNvPr id="336" name="TextBox 335">
              <a:extLst>
                <a:ext uri="{FF2B5EF4-FFF2-40B4-BE49-F238E27FC236}">
                  <a16:creationId xmlns:a16="http://schemas.microsoft.com/office/drawing/2014/main" id="{89AE1D7B-3085-8356-81B8-67746ADAC6EF}"/>
                </a:ext>
              </a:extLst>
            </p:cNvPr>
            <p:cNvSpPr txBox="1"/>
            <p:nvPr/>
          </p:nvSpPr>
          <p:spPr>
            <a:xfrm>
              <a:off x="6789420" y="3476733"/>
              <a:ext cx="833724" cy="276999"/>
            </a:xfrm>
            <a:prstGeom prst="rect">
              <a:avLst/>
            </a:prstGeom>
            <a:no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chemeClr val="bg1"/>
                  </a:solidFill>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Custom portals</a:t>
              </a:r>
              <a:br>
                <a:rPr kumimoji="0" lang="en-US" sz="900" b="0" i="0" u="none" strike="noStrike" kern="1200" cap="none" spc="0" normalizeH="0" baseline="0" noProof="0">
                  <a:ln>
                    <a:noFill/>
                  </a:ln>
                  <a:solidFill>
                    <a:srgbClr val="000000"/>
                  </a:solidFill>
                  <a:effectLst/>
                  <a:uLnTx/>
                  <a:uFillTx/>
                  <a:latin typeface="Segoe UI"/>
                  <a:ea typeface="+mn-ea"/>
                  <a:cs typeface="+mn-cs"/>
                </a:rPr>
              </a:br>
              <a:r>
                <a:rPr kumimoji="0" lang="en-US" sz="900" b="0" i="0" u="none" strike="noStrike" kern="1200" cap="none" spc="0" normalizeH="0" baseline="0" noProof="0">
                  <a:ln>
                    <a:noFill/>
                  </a:ln>
                  <a:solidFill>
                    <a:srgbClr val="000000"/>
                  </a:solidFill>
                  <a:effectLst/>
                  <a:uLnTx/>
                  <a:uFillTx/>
                  <a:latin typeface="Segoe UI"/>
                  <a:ea typeface="+mn-ea"/>
                  <a:cs typeface="+mn-cs"/>
                </a:rPr>
                <a:t>(e.g., Backstage)</a:t>
              </a:r>
            </a:p>
          </p:txBody>
        </p:sp>
        <p:sp>
          <p:nvSpPr>
            <p:cNvPr id="337" name="TextBox 336">
              <a:extLst>
                <a:ext uri="{FF2B5EF4-FFF2-40B4-BE49-F238E27FC236}">
                  <a16:creationId xmlns:a16="http://schemas.microsoft.com/office/drawing/2014/main" id="{29BB055A-EA57-09F3-863B-DE7C164FB1B7}"/>
                </a:ext>
              </a:extLst>
            </p:cNvPr>
            <p:cNvSpPr txBox="1"/>
            <p:nvPr/>
          </p:nvSpPr>
          <p:spPr>
            <a:xfrm>
              <a:off x="5780825" y="3476733"/>
              <a:ext cx="866564" cy="276999"/>
            </a:xfrm>
            <a:prstGeom prst="rect">
              <a:avLst/>
            </a:prstGeom>
            <a:noFill/>
          </p:spPr>
          <p:txBody>
            <a:bodyPr wrap="square" lIns="0" tIns="0" rIns="0" bIns="0" rtlCol="0" anchor="ctr">
              <a:spAutoFit/>
            </a:bodyPr>
            <a:lstStyle>
              <a:defPPr>
                <a:defRPr lang="en-US"/>
              </a:defPPr>
              <a:lvl1pPr marR="0" lvl="0" indent="0" algn="ctr" defTabSz="914367" fontAlgn="auto">
                <a:lnSpc>
                  <a:spcPct val="100000"/>
                </a:lnSpc>
                <a:spcBef>
                  <a:spcPts val="0"/>
                </a:spcBef>
                <a:spcAft>
                  <a:spcPts val="0"/>
                </a:spcAft>
                <a:buClrTx/>
                <a:buSzTx/>
                <a:buFontTx/>
                <a:buNone/>
                <a:tabLst/>
                <a:defRPr sz="900">
                  <a:solidFill>
                    <a:schemeClr val="bg1"/>
                  </a:solidFill>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API Center </a:t>
              </a:r>
              <a:br>
                <a:rPr kumimoji="0" lang="en-US" sz="900" b="0" i="0" u="none" strike="noStrike" kern="1200" cap="none" spc="0" normalizeH="0" baseline="0" noProof="0">
                  <a:ln>
                    <a:noFill/>
                  </a:ln>
                  <a:solidFill>
                    <a:srgbClr val="000000"/>
                  </a:solidFill>
                  <a:effectLst/>
                  <a:uLnTx/>
                  <a:uFillTx/>
                  <a:latin typeface="Segoe UI"/>
                  <a:ea typeface="+mn-ea"/>
                  <a:cs typeface="+mn-cs"/>
                </a:rPr>
              </a:br>
              <a:r>
                <a:rPr kumimoji="0" lang="en-US" sz="900" b="0" i="0" u="none" strike="noStrike" kern="1200" cap="none" spc="0" normalizeH="0" baseline="0" noProof="0">
                  <a:ln>
                    <a:noFill/>
                  </a:ln>
                  <a:solidFill>
                    <a:srgbClr val="000000"/>
                  </a:solidFill>
                  <a:effectLst/>
                  <a:uLnTx/>
                  <a:uFillTx/>
                  <a:latin typeface="Segoe UI"/>
                  <a:ea typeface="+mn-ea"/>
                  <a:cs typeface="+mn-cs"/>
                </a:rPr>
                <a:t>Portal</a:t>
              </a:r>
            </a:p>
          </p:txBody>
        </p:sp>
        <p:sp>
          <p:nvSpPr>
            <p:cNvPr id="340" name="TextBox 339">
              <a:extLst>
                <a:ext uri="{FF2B5EF4-FFF2-40B4-BE49-F238E27FC236}">
                  <a16:creationId xmlns:a16="http://schemas.microsoft.com/office/drawing/2014/main" id="{16C5348D-D70F-7466-4663-0C9D84BC7DA7}"/>
                </a:ext>
              </a:extLst>
            </p:cNvPr>
            <p:cNvSpPr txBox="1"/>
            <p:nvPr/>
          </p:nvSpPr>
          <p:spPr>
            <a:xfrm>
              <a:off x="4906858" y="3476733"/>
              <a:ext cx="157094" cy="138499"/>
            </a:xfrm>
            <a:prstGeom prst="rect">
              <a:avLst/>
            </a:prstGeom>
            <a:noFill/>
          </p:spPr>
          <p:txBody>
            <a:bodyPr wrap="square" lIns="0" tIns="0" rIns="0" bIns="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CLI</a:t>
              </a:r>
            </a:p>
          </p:txBody>
        </p:sp>
        <p:grpSp>
          <p:nvGrpSpPr>
            <p:cNvPr id="396" name="Group 395">
              <a:extLst>
                <a:ext uri="{FF2B5EF4-FFF2-40B4-BE49-F238E27FC236}">
                  <a16:creationId xmlns:a16="http://schemas.microsoft.com/office/drawing/2014/main" id="{36CD67F3-48B4-8702-E340-F2CD118E299A}"/>
                </a:ext>
              </a:extLst>
            </p:cNvPr>
            <p:cNvGrpSpPr/>
            <p:nvPr/>
          </p:nvGrpSpPr>
          <p:grpSpPr>
            <a:xfrm>
              <a:off x="7049256" y="3132584"/>
              <a:ext cx="314059" cy="300966"/>
              <a:chOff x="15192633" y="-5509623"/>
              <a:chExt cx="4857751" cy="4655225"/>
            </a:xfrm>
          </p:grpSpPr>
          <p:sp>
            <p:nvSpPr>
              <p:cNvPr id="387" name="Freeform: Shape 386">
                <a:extLst>
                  <a:ext uri="{FF2B5EF4-FFF2-40B4-BE49-F238E27FC236}">
                    <a16:creationId xmlns:a16="http://schemas.microsoft.com/office/drawing/2014/main" id="{05D1E31F-F506-1613-0B25-AFED9974A79D}"/>
                  </a:ext>
                </a:extLst>
              </p:cNvPr>
              <p:cNvSpPr/>
              <p:nvPr/>
            </p:nvSpPr>
            <p:spPr>
              <a:xfrm>
                <a:off x="17100492" y="-5509623"/>
                <a:ext cx="1042986" cy="891897"/>
              </a:xfrm>
              <a:custGeom>
                <a:avLst/>
                <a:gdLst>
                  <a:gd name="connsiteX0" fmla="*/ 521136 w 1042986"/>
                  <a:gd name="connsiteY0" fmla="*/ 0 h 891897"/>
                  <a:gd name="connsiteX1" fmla="*/ 1042986 w 1042986"/>
                  <a:gd name="connsiteY1" fmla="*/ 891897 h 891897"/>
                  <a:gd name="connsiteX2" fmla="*/ 0 w 1042986"/>
                  <a:gd name="connsiteY2" fmla="*/ 891897 h 891897"/>
                  <a:gd name="connsiteX3" fmla="*/ 521136 w 1042986"/>
                  <a:gd name="connsiteY3" fmla="*/ 0 h 891897"/>
                </a:gdLst>
                <a:ahLst/>
                <a:cxnLst>
                  <a:cxn ang="0">
                    <a:pos x="connsiteX0" y="connsiteY0"/>
                  </a:cxn>
                  <a:cxn ang="0">
                    <a:pos x="connsiteX1" y="connsiteY1"/>
                  </a:cxn>
                  <a:cxn ang="0">
                    <a:pos x="connsiteX2" y="connsiteY2"/>
                  </a:cxn>
                  <a:cxn ang="0">
                    <a:pos x="connsiteX3" y="connsiteY3"/>
                  </a:cxn>
                </a:cxnLst>
                <a:rect l="l" t="t" r="r" b="b"/>
                <a:pathLst>
                  <a:path w="1042986" h="891897">
                    <a:moveTo>
                      <a:pt x="521136" y="0"/>
                    </a:moveTo>
                    <a:cubicBezTo>
                      <a:pt x="730328" y="119"/>
                      <a:pt x="939640" y="297537"/>
                      <a:pt x="1042986" y="891897"/>
                    </a:cubicBezTo>
                    <a:lnTo>
                      <a:pt x="0" y="891897"/>
                    </a:lnTo>
                    <a:cubicBezTo>
                      <a:pt x="102870" y="297061"/>
                      <a:pt x="311944" y="-119"/>
                      <a:pt x="521136"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84" name="Freeform: Shape 383">
                <a:extLst>
                  <a:ext uri="{FF2B5EF4-FFF2-40B4-BE49-F238E27FC236}">
                    <a16:creationId xmlns:a16="http://schemas.microsoft.com/office/drawing/2014/main" id="{55F3BA2B-C938-49A4-4588-C8196F6A4B1C}"/>
                  </a:ext>
                </a:extLst>
              </p:cNvPr>
              <p:cNvSpPr/>
              <p:nvPr/>
            </p:nvSpPr>
            <p:spPr>
              <a:xfrm>
                <a:off x="16281342" y="-5487359"/>
                <a:ext cx="1054417" cy="869632"/>
              </a:xfrm>
              <a:custGeom>
                <a:avLst/>
                <a:gdLst>
                  <a:gd name="connsiteX0" fmla="*/ 1054417 w 1054417"/>
                  <a:gd name="connsiteY0" fmla="*/ 0 h 869632"/>
                  <a:gd name="connsiteX1" fmla="*/ 704851 w 1054417"/>
                  <a:gd name="connsiteY1" fmla="*/ 869632 h 869632"/>
                  <a:gd name="connsiteX2" fmla="*/ 0 w 1054417"/>
                  <a:gd name="connsiteY2" fmla="*/ 869632 h 869632"/>
                  <a:gd name="connsiteX3" fmla="*/ 1054417 w 1054417"/>
                  <a:gd name="connsiteY3" fmla="*/ 0 h 869632"/>
                </a:gdLst>
                <a:ahLst/>
                <a:cxnLst>
                  <a:cxn ang="0">
                    <a:pos x="connsiteX0" y="connsiteY0"/>
                  </a:cxn>
                  <a:cxn ang="0">
                    <a:pos x="connsiteX1" y="connsiteY1"/>
                  </a:cxn>
                  <a:cxn ang="0">
                    <a:pos x="connsiteX2" y="connsiteY2"/>
                  </a:cxn>
                  <a:cxn ang="0">
                    <a:pos x="connsiteX3" y="connsiteY3"/>
                  </a:cxn>
                </a:cxnLst>
                <a:rect l="l" t="t" r="r" b="b"/>
                <a:pathLst>
                  <a:path w="1054417" h="869632">
                    <a:moveTo>
                      <a:pt x="1054417" y="0"/>
                    </a:moveTo>
                    <a:cubicBezTo>
                      <a:pt x="892491" y="169545"/>
                      <a:pt x="766763" y="481012"/>
                      <a:pt x="704851" y="869632"/>
                    </a:cubicBezTo>
                    <a:lnTo>
                      <a:pt x="0" y="869632"/>
                    </a:lnTo>
                    <a:cubicBezTo>
                      <a:pt x="181927" y="428625"/>
                      <a:pt x="576263" y="96202"/>
                      <a:pt x="1054417"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83" name="Freeform: Shape 382">
                <a:extLst>
                  <a:ext uri="{FF2B5EF4-FFF2-40B4-BE49-F238E27FC236}">
                    <a16:creationId xmlns:a16="http://schemas.microsoft.com/office/drawing/2014/main" id="{20EFE3E3-00B4-C976-BABA-9D6420788E08}"/>
                  </a:ext>
                </a:extLst>
              </p:cNvPr>
              <p:cNvSpPr/>
              <p:nvPr/>
            </p:nvSpPr>
            <p:spPr>
              <a:xfrm>
                <a:off x="17907258" y="-5487359"/>
                <a:ext cx="1054418" cy="869632"/>
              </a:xfrm>
              <a:custGeom>
                <a:avLst/>
                <a:gdLst>
                  <a:gd name="connsiteX0" fmla="*/ 0 w 1054418"/>
                  <a:gd name="connsiteY0" fmla="*/ 0 h 869632"/>
                  <a:gd name="connsiteX1" fmla="*/ 1054418 w 1054418"/>
                  <a:gd name="connsiteY1" fmla="*/ 869632 h 869632"/>
                  <a:gd name="connsiteX2" fmla="*/ 350520 w 1054418"/>
                  <a:gd name="connsiteY2" fmla="*/ 869632 h 869632"/>
                  <a:gd name="connsiteX3" fmla="*/ 0 w 1054418"/>
                  <a:gd name="connsiteY3" fmla="*/ 0 h 869632"/>
                </a:gdLst>
                <a:ahLst/>
                <a:cxnLst>
                  <a:cxn ang="0">
                    <a:pos x="connsiteX0" y="connsiteY0"/>
                  </a:cxn>
                  <a:cxn ang="0">
                    <a:pos x="connsiteX1" y="connsiteY1"/>
                  </a:cxn>
                  <a:cxn ang="0">
                    <a:pos x="connsiteX2" y="connsiteY2"/>
                  </a:cxn>
                  <a:cxn ang="0">
                    <a:pos x="connsiteX3" y="connsiteY3"/>
                  </a:cxn>
                </a:cxnLst>
                <a:rect l="l" t="t" r="r" b="b"/>
                <a:pathLst>
                  <a:path w="1054418" h="869632">
                    <a:moveTo>
                      <a:pt x="0" y="0"/>
                    </a:moveTo>
                    <a:cubicBezTo>
                      <a:pt x="478154" y="96202"/>
                      <a:pt x="872490" y="428625"/>
                      <a:pt x="1054418" y="869632"/>
                    </a:cubicBezTo>
                    <a:lnTo>
                      <a:pt x="350520" y="869632"/>
                    </a:lnTo>
                    <a:cubicBezTo>
                      <a:pt x="288608" y="481012"/>
                      <a:pt x="162878" y="169545"/>
                      <a:pt x="0"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79" name="Freeform: Shape 378">
                <a:extLst>
                  <a:ext uri="{FF2B5EF4-FFF2-40B4-BE49-F238E27FC236}">
                    <a16:creationId xmlns:a16="http://schemas.microsoft.com/office/drawing/2014/main" id="{E6DE6E31-308C-C9E3-3908-4FD74E1AF634}"/>
                  </a:ext>
                </a:extLst>
              </p:cNvPr>
              <p:cNvSpPr/>
              <p:nvPr/>
            </p:nvSpPr>
            <p:spPr>
              <a:xfrm>
                <a:off x="16172884" y="-4505332"/>
                <a:ext cx="798069" cy="879158"/>
              </a:xfrm>
              <a:custGeom>
                <a:avLst/>
                <a:gdLst>
                  <a:gd name="connsiteX0" fmla="*/ 67500 w 798069"/>
                  <a:gd name="connsiteY0" fmla="*/ 0 h 879158"/>
                  <a:gd name="connsiteX1" fmla="*/ 798069 w 798069"/>
                  <a:gd name="connsiteY1" fmla="*/ 0 h 879158"/>
                  <a:gd name="connsiteX2" fmla="*/ 771397 w 798069"/>
                  <a:gd name="connsiteY2" fmla="*/ 439103 h 879158"/>
                  <a:gd name="connsiteX3" fmla="*/ 798069 w 798069"/>
                  <a:gd name="connsiteY3" fmla="*/ 879158 h 879158"/>
                  <a:gd name="connsiteX4" fmla="*/ 67500 w 798069"/>
                  <a:gd name="connsiteY4" fmla="*/ 879158 h 879158"/>
                  <a:gd name="connsiteX5" fmla="*/ 4635 w 798069"/>
                  <a:gd name="connsiteY5" fmla="*/ 554355 h 879158"/>
                  <a:gd name="connsiteX6" fmla="*/ 9398 w 798069"/>
                  <a:gd name="connsiteY6" fmla="*/ 269558 h 879158"/>
                  <a:gd name="connsiteX7" fmla="*/ 67500 w 798069"/>
                  <a:gd name="connsiteY7" fmla="*/ 0 h 87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8069" h="879158">
                    <a:moveTo>
                      <a:pt x="67500" y="0"/>
                    </a:moveTo>
                    <a:cubicBezTo>
                      <a:pt x="68453" y="0"/>
                      <a:pt x="798069" y="0"/>
                      <a:pt x="798069" y="0"/>
                    </a:cubicBezTo>
                    <a:cubicBezTo>
                      <a:pt x="779969" y="139065"/>
                      <a:pt x="771397" y="285750"/>
                      <a:pt x="771397" y="439103"/>
                    </a:cubicBezTo>
                    <a:cubicBezTo>
                      <a:pt x="771397" y="593408"/>
                      <a:pt x="780923" y="740093"/>
                      <a:pt x="798069" y="879158"/>
                    </a:cubicBezTo>
                    <a:lnTo>
                      <a:pt x="67500" y="879158"/>
                    </a:lnTo>
                    <a:cubicBezTo>
                      <a:pt x="36068" y="878205"/>
                      <a:pt x="5588" y="575310"/>
                      <a:pt x="4635" y="554355"/>
                    </a:cubicBezTo>
                    <a:cubicBezTo>
                      <a:pt x="-2985" y="459105"/>
                      <a:pt x="-1080" y="363855"/>
                      <a:pt x="9398" y="269558"/>
                    </a:cubicBezTo>
                    <a:cubicBezTo>
                      <a:pt x="12255" y="243840"/>
                      <a:pt x="44640" y="0"/>
                      <a:pt x="67500"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78" name="Freeform: Shape 377">
                <a:extLst>
                  <a:ext uri="{FF2B5EF4-FFF2-40B4-BE49-F238E27FC236}">
                    <a16:creationId xmlns:a16="http://schemas.microsoft.com/office/drawing/2014/main" id="{8C10C235-1254-4778-5E50-21BDBB2082FF}"/>
                  </a:ext>
                </a:extLst>
              </p:cNvPr>
              <p:cNvSpPr/>
              <p:nvPr/>
            </p:nvSpPr>
            <p:spPr>
              <a:xfrm>
                <a:off x="17056556" y="-4505331"/>
                <a:ext cx="1129784" cy="878205"/>
              </a:xfrm>
              <a:custGeom>
                <a:avLst/>
                <a:gdLst>
                  <a:gd name="connsiteX0" fmla="*/ 26790 w 1129784"/>
                  <a:gd name="connsiteY0" fmla="*/ 0 h 878205"/>
                  <a:gd name="connsiteX1" fmla="*/ 1103116 w 1129784"/>
                  <a:gd name="connsiteY1" fmla="*/ 0 h 878205"/>
                  <a:gd name="connsiteX2" fmla="*/ 1129784 w 1129784"/>
                  <a:gd name="connsiteY2" fmla="*/ 439103 h 878205"/>
                  <a:gd name="connsiteX3" fmla="*/ 1102162 w 1129784"/>
                  <a:gd name="connsiteY3" fmla="*/ 878205 h 878205"/>
                  <a:gd name="connsiteX4" fmla="*/ 26790 w 1129784"/>
                  <a:gd name="connsiteY4" fmla="*/ 878205 h 878205"/>
                  <a:gd name="connsiteX5" fmla="*/ 26790 w 1129784"/>
                  <a:gd name="connsiteY5" fmla="*/ 0 h 878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9784" h="878205">
                    <a:moveTo>
                      <a:pt x="26790" y="0"/>
                    </a:moveTo>
                    <a:lnTo>
                      <a:pt x="1103116" y="0"/>
                    </a:lnTo>
                    <a:cubicBezTo>
                      <a:pt x="1120260" y="136208"/>
                      <a:pt x="1129784" y="282893"/>
                      <a:pt x="1129784" y="439103"/>
                    </a:cubicBezTo>
                    <a:cubicBezTo>
                      <a:pt x="1129784" y="595313"/>
                      <a:pt x="1120260" y="742950"/>
                      <a:pt x="1102162" y="878205"/>
                    </a:cubicBezTo>
                    <a:lnTo>
                      <a:pt x="26790" y="878205"/>
                    </a:lnTo>
                    <a:cubicBezTo>
                      <a:pt x="-8452" y="611505"/>
                      <a:pt x="-9404" y="267653"/>
                      <a:pt x="26790"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77" name="Freeform: Shape 376">
                <a:extLst>
                  <a:ext uri="{FF2B5EF4-FFF2-40B4-BE49-F238E27FC236}">
                    <a16:creationId xmlns:a16="http://schemas.microsoft.com/office/drawing/2014/main" id="{52C28E01-6678-159A-33F9-1B20FD229BAC}"/>
                  </a:ext>
                </a:extLst>
              </p:cNvPr>
              <p:cNvSpPr/>
              <p:nvPr/>
            </p:nvSpPr>
            <p:spPr>
              <a:xfrm>
                <a:off x="18272066" y="-4505332"/>
                <a:ext cx="799146" cy="879158"/>
              </a:xfrm>
              <a:custGeom>
                <a:avLst/>
                <a:gdLst>
                  <a:gd name="connsiteX0" fmla="*/ 952 w 799146"/>
                  <a:gd name="connsiteY0" fmla="*/ 0 h 879158"/>
                  <a:gd name="connsiteX1" fmla="*/ 731520 w 799146"/>
                  <a:gd name="connsiteY1" fmla="*/ 0 h 879158"/>
                  <a:gd name="connsiteX2" fmla="*/ 799146 w 799146"/>
                  <a:gd name="connsiteY2" fmla="*/ 439103 h 879158"/>
                  <a:gd name="connsiteX3" fmla="*/ 779146 w 799146"/>
                  <a:gd name="connsiteY3" fmla="*/ 679133 h 879158"/>
                  <a:gd name="connsiteX4" fmla="*/ 730566 w 799146"/>
                  <a:gd name="connsiteY4" fmla="*/ 879158 h 879158"/>
                  <a:gd name="connsiteX5" fmla="*/ 0 w 799146"/>
                  <a:gd name="connsiteY5" fmla="*/ 879158 h 879158"/>
                  <a:gd name="connsiteX6" fmla="*/ 952 w 799146"/>
                  <a:gd name="connsiteY6" fmla="*/ 0 h 87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9146" h="879158">
                    <a:moveTo>
                      <a:pt x="952" y="0"/>
                    </a:moveTo>
                    <a:lnTo>
                      <a:pt x="731520" y="0"/>
                    </a:lnTo>
                    <a:cubicBezTo>
                      <a:pt x="775334" y="139065"/>
                      <a:pt x="799146" y="285750"/>
                      <a:pt x="799146" y="439103"/>
                    </a:cubicBezTo>
                    <a:cubicBezTo>
                      <a:pt x="799146" y="519113"/>
                      <a:pt x="792480" y="600075"/>
                      <a:pt x="779146" y="679133"/>
                    </a:cubicBezTo>
                    <a:cubicBezTo>
                      <a:pt x="775334" y="701993"/>
                      <a:pt x="745806" y="879158"/>
                      <a:pt x="730566" y="879158"/>
                    </a:cubicBezTo>
                    <a:lnTo>
                      <a:pt x="0" y="879158"/>
                    </a:lnTo>
                    <a:cubicBezTo>
                      <a:pt x="35242" y="603885"/>
                      <a:pt x="35242" y="275273"/>
                      <a:pt x="952"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69" name="Freeform: Shape 368">
                <a:extLst>
                  <a:ext uri="{FF2B5EF4-FFF2-40B4-BE49-F238E27FC236}">
                    <a16:creationId xmlns:a16="http://schemas.microsoft.com/office/drawing/2014/main" id="{9FA97AEC-0676-734A-1473-429351EB3719}"/>
                  </a:ext>
                </a:extLst>
              </p:cNvPr>
              <p:cNvSpPr/>
              <p:nvPr/>
            </p:nvSpPr>
            <p:spPr>
              <a:xfrm>
                <a:off x="16281342" y="-3513779"/>
                <a:ext cx="1054417" cy="868680"/>
              </a:xfrm>
              <a:custGeom>
                <a:avLst/>
                <a:gdLst>
                  <a:gd name="connsiteX0" fmla="*/ 0 w 1054417"/>
                  <a:gd name="connsiteY0" fmla="*/ 0 h 868680"/>
                  <a:gd name="connsiteX1" fmla="*/ 704851 w 1054417"/>
                  <a:gd name="connsiteY1" fmla="*/ 0 h 868680"/>
                  <a:gd name="connsiteX2" fmla="*/ 1054417 w 1054417"/>
                  <a:gd name="connsiteY2" fmla="*/ 868680 h 868680"/>
                  <a:gd name="connsiteX3" fmla="*/ 0 w 1054417"/>
                  <a:gd name="connsiteY3" fmla="*/ 0 h 868680"/>
                </a:gdLst>
                <a:ahLst/>
                <a:cxnLst>
                  <a:cxn ang="0">
                    <a:pos x="connsiteX0" y="connsiteY0"/>
                  </a:cxn>
                  <a:cxn ang="0">
                    <a:pos x="connsiteX1" y="connsiteY1"/>
                  </a:cxn>
                  <a:cxn ang="0">
                    <a:pos x="connsiteX2" y="connsiteY2"/>
                  </a:cxn>
                  <a:cxn ang="0">
                    <a:pos x="connsiteX3" y="connsiteY3"/>
                  </a:cxn>
                </a:cxnLst>
                <a:rect l="l" t="t" r="r" b="b"/>
                <a:pathLst>
                  <a:path w="1054417" h="868680">
                    <a:moveTo>
                      <a:pt x="0" y="0"/>
                    </a:moveTo>
                    <a:lnTo>
                      <a:pt x="704851" y="0"/>
                    </a:lnTo>
                    <a:cubicBezTo>
                      <a:pt x="766763" y="387667"/>
                      <a:pt x="892491" y="699135"/>
                      <a:pt x="1054417" y="868680"/>
                    </a:cubicBezTo>
                    <a:cubicBezTo>
                      <a:pt x="576263" y="773430"/>
                      <a:pt x="182880" y="441007"/>
                      <a:pt x="0"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68" name="Freeform: Shape 367">
                <a:extLst>
                  <a:ext uri="{FF2B5EF4-FFF2-40B4-BE49-F238E27FC236}">
                    <a16:creationId xmlns:a16="http://schemas.microsoft.com/office/drawing/2014/main" id="{6BD980A6-65A6-A339-4B7C-9347F87F379B}"/>
                  </a:ext>
                </a:extLst>
              </p:cNvPr>
              <p:cNvSpPr/>
              <p:nvPr/>
            </p:nvSpPr>
            <p:spPr>
              <a:xfrm>
                <a:off x="17100492" y="-3513779"/>
                <a:ext cx="1042034" cy="891540"/>
              </a:xfrm>
              <a:custGeom>
                <a:avLst/>
                <a:gdLst>
                  <a:gd name="connsiteX0" fmla="*/ 0 w 1042034"/>
                  <a:gd name="connsiteY0" fmla="*/ 0 h 891540"/>
                  <a:gd name="connsiteX1" fmla="*/ 1042034 w 1042034"/>
                  <a:gd name="connsiteY1" fmla="*/ 0 h 891540"/>
                  <a:gd name="connsiteX2" fmla="*/ 0 w 1042034"/>
                  <a:gd name="connsiteY2" fmla="*/ 0 h 891540"/>
                </a:gdLst>
                <a:ahLst/>
                <a:cxnLst>
                  <a:cxn ang="0">
                    <a:pos x="connsiteX0" y="connsiteY0"/>
                  </a:cxn>
                  <a:cxn ang="0">
                    <a:pos x="connsiteX1" y="connsiteY1"/>
                  </a:cxn>
                  <a:cxn ang="0">
                    <a:pos x="connsiteX2" y="connsiteY2"/>
                  </a:cxn>
                </a:cxnLst>
                <a:rect l="l" t="t" r="r" b="b"/>
                <a:pathLst>
                  <a:path w="1042034" h="891540">
                    <a:moveTo>
                      <a:pt x="0" y="0"/>
                    </a:moveTo>
                    <a:lnTo>
                      <a:pt x="1042034" y="0"/>
                    </a:lnTo>
                    <a:cubicBezTo>
                      <a:pt x="834388" y="1188720"/>
                      <a:pt x="207644" y="1188720"/>
                      <a:pt x="0"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67" name="Freeform: Shape 366">
                <a:extLst>
                  <a:ext uri="{FF2B5EF4-FFF2-40B4-BE49-F238E27FC236}">
                    <a16:creationId xmlns:a16="http://schemas.microsoft.com/office/drawing/2014/main" id="{10814927-8299-6B45-C4EC-2422F1ED1C3E}"/>
                  </a:ext>
                </a:extLst>
              </p:cNvPr>
              <p:cNvSpPr/>
              <p:nvPr/>
            </p:nvSpPr>
            <p:spPr>
              <a:xfrm>
                <a:off x="17907258" y="-3513779"/>
                <a:ext cx="1054418" cy="868680"/>
              </a:xfrm>
              <a:custGeom>
                <a:avLst/>
                <a:gdLst>
                  <a:gd name="connsiteX0" fmla="*/ 349568 w 1054418"/>
                  <a:gd name="connsiteY0" fmla="*/ 0 h 868680"/>
                  <a:gd name="connsiteX1" fmla="*/ 1054418 w 1054418"/>
                  <a:gd name="connsiteY1" fmla="*/ 0 h 868680"/>
                  <a:gd name="connsiteX2" fmla="*/ 0 w 1054418"/>
                  <a:gd name="connsiteY2" fmla="*/ 868680 h 868680"/>
                  <a:gd name="connsiteX3" fmla="*/ 349568 w 1054418"/>
                  <a:gd name="connsiteY3" fmla="*/ 0 h 868680"/>
                </a:gdLst>
                <a:ahLst/>
                <a:cxnLst>
                  <a:cxn ang="0">
                    <a:pos x="connsiteX0" y="connsiteY0"/>
                  </a:cxn>
                  <a:cxn ang="0">
                    <a:pos x="connsiteX1" y="connsiteY1"/>
                  </a:cxn>
                  <a:cxn ang="0">
                    <a:pos x="connsiteX2" y="connsiteY2"/>
                  </a:cxn>
                  <a:cxn ang="0">
                    <a:pos x="connsiteX3" y="connsiteY3"/>
                  </a:cxn>
                </a:cxnLst>
                <a:rect l="l" t="t" r="r" b="b"/>
                <a:pathLst>
                  <a:path w="1054418" h="868680">
                    <a:moveTo>
                      <a:pt x="349568" y="0"/>
                    </a:moveTo>
                    <a:lnTo>
                      <a:pt x="1054418" y="0"/>
                    </a:lnTo>
                    <a:cubicBezTo>
                      <a:pt x="871538" y="440055"/>
                      <a:pt x="478154" y="772477"/>
                      <a:pt x="0" y="868680"/>
                    </a:cubicBezTo>
                    <a:cubicBezTo>
                      <a:pt x="161926" y="699135"/>
                      <a:pt x="287654" y="387667"/>
                      <a:pt x="349568" y="0"/>
                    </a:cubicBez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95" name="Group 394">
                <a:extLst>
                  <a:ext uri="{FF2B5EF4-FFF2-40B4-BE49-F238E27FC236}">
                    <a16:creationId xmlns:a16="http://schemas.microsoft.com/office/drawing/2014/main" id="{764B3824-6082-02AD-3A97-E481F6C62C37}"/>
                  </a:ext>
                </a:extLst>
              </p:cNvPr>
              <p:cNvGrpSpPr/>
              <p:nvPr/>
            </p:nvGrpSpPr>
            <p:grpSpPr>
              <a:xfrm>
                <a:off x="15192633" y="-4092898"/>
                <a:ext cx="4857751" cy="3238500"/>
                <a:chOff x="15192633" y="-4092898"/>
                <a:chExt cx="4857751" cy="3238500"/>
              </a:xfrm>
            </p:grpSpPr>
            <p:sp>
              <p:nvSpPr>
                <p:cNvPr id="375" name="Freeform: Shape 374">
                  <a:extLst>
                    <a:ext uri="{FF2B5EF4-FFF2-40B4-BE49-F238E27FC236}">
                      <a16:creationId xmlns:a16="http://schemas.microsoft.com/office/drawing/2014/main" id="{19D895D3-16C3-56B6-44CD-5A3EF8B122E2}"/>
                    </a:ext>
                  </a:extLst>
                </p:cNvPr>
                <p:cNvSpPr/>
                <p:nvPr/>
              </p:nvSpPr>
              <p:spPr>
                <a:xfrm>
                  <a:off x="15447886" y="-4092898"/>
                  <a:ext cx="4348180" cy="2831783"/>
                </a:xfrm>
                <a:custGeom>
                  <a:avLst/>
                  <a:gdLst>
                    <a:gd name="connsiteX0" fmla="*/ 92410 w 4348180"/>
                    <a:gd name="connsiteY0" fmla="*/ 0 h 2831783"/>
                    <a:gd name="connsiteX1" fmla="*/ 612475 w 4348180"/>
                    <a:gd name="connsiteY1" fmla="*/ 0 h 2831783"/>
                    <a:gd name="connsiteX2" fmla="*/ 614380 w 4348180"/>
                    <a:gd name="connsiteY2" fmla="*/ 116205 h 2831783"/>
                    <a:gd name="connsiteX3" fmla="*/ 171467 w 4348180"/>
                    <a:gd name="connsiteY3" fmla="*/ 116205 h 2831783"/>
                    <a:gd name="connsiteX4" fmla="*/ 115270 w 4348180"/>
                    <a:gd name="connsiteY4" fmla="*/ 172402 h 2831783"/>
                    <a:gd name="connsiteX5" fmla="*/ 115270 w 4348180"/>
                    <a:gd name="connsiteY5" fmla="*/ 2661285 h 2831783"/>
                    <a:gd name="connsiteX6" fmla="*/ 171467 w 4348180"/>
                    <a:gd name="connsiteY6" fmla="*/ 2717482 h 2831783"/>
                    <a:gd name="connsiteX7" fmla="*/ 4174826 w 4348180"/>
                    <a:gd name="connsiteY7" fmla="*/ 2717482 h 2831783"/>
                    <a:gd name="connsiteX8" fmla="*/ 4231022 w 4348180"/>
                    <a:gd name="connsiteY8" fmla="*/ 2661285 h 2831783"/>
                    <a:gd name="connsiteX9" fmla="*/ 4231022 w 4348180"/>
                    <a:gd name="connsiteY9" fmla="*/ 173355 h 2831783"/>
                    <a:gd name="connsiteX10" fmla="*/ 4174826 w 4348180"/>
                    <a:gd name="connsiteY10" fmla="*/ 117157 h 2831783"/>
                    <a:gd name="connsiteX11" fmla="*/ 3732866 w 4348180"/>
                    <a:gd name="connsiteY11" fmla="*/ 117157 h 2831783"/>
                    <a:gd name="connsiteX12" fmla="*/ 3735722 w 4348180"/>
                    <a:gd name="connsiteY12" fmla="*/ 952 h 2831783"/>
                    <a:gd name="connsiteX13" fmla="*/ 4254834 w 4348180"/>
                    <a:gd name="connsiteY13" fmla="*/ 952 h 2831783"/>
                    <a:gd name="connsiteX14" fmla="*/ 4348180 w 4348180"/>
                    <a:gd name="connsiteY14" fmla="*/ 93345 h 2831783"/>
                    <a:gd name="connsiteX15" fmla="*/ 4348180 w 4348180"/>
                    <a:gd name="connsiteY15" fmla="*/ 2739390 h 2831783"/>
                    <a:gd name="connsiteX16" fmla="*/ 4255786 w 4348180"/>
                    <a:gd name="connsiteY16" fmla="*/ 2831783 h 2831783"/>
                    <a:gd name="connsiteX17" fmla="*/ 91457 w 4348180"/>
                    <a:gd name="connsiteY17" fmla="*/ 2831783 h 2831783"/>
                    <a:gd name="connsiteX18" fmla="*/ 17 w 4348180"/>
                    <a:gd name="connsiteY18" fmla="*/ 2739390 h 2831783"/>
                    <a:gd name="connsiteX19" fmla="*/ 17 w 4348180"/>
                    <a:gd name="connsiteY19" fmla="*/ 92392 h 2831783"/>
                    <a:gd name="connsiteX20" fmla="*/ 92410 w 4348180"/>
                    <a:gd name="connsiteY20" fmla="*/ 0 h 2831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348180" h="2831783">
                      <a:moveTo>
                        <a:pt x="92410" y="0"/>
                      </a:moveTo>
                      <a:lnTo>
                        <a:pt x="612475" y="0"/>
                      </a:lnTo>
                      <a:cubicBezTo>
                        <a:pt x="610570" y="39052"/>
                        <a:pt x="613427" y="78105"/>
                        <a:pt x="614380" y="116205"/>
                      </a:cubicBezTo>
                      <a:lnTo>
                        <a:pt x="171467" y="116205"/>
                      </a:lnTo>
                      <a:cubicBezTo>
                        <a:pt x="140987" y="116205"/>
                        <a:pt x="115270" y="141922"/>
                        <a:pt x="115270" y="172402"/>
                      </a:cubicBezTo>
                      <a:lnTo>
                        <a:pt x="115270" y="2661285"/>
                      </a:lnTo>
                      <a:cubicBezTo>
                        <a:pt x="115270" y="2691765"/>
                        <a:pt x="140987" y="2717482"/>
                        <a:pt x="171467" y="2717482"/>
                      </a:cubicBezTo>
                      <a:lnTo>
                        <a:pt x="4174826" y="2717482"/>
                      </a:lnTo>
                      <a:cubicBezTo>
                        <a:pt x="4205306" y="2717482"/>
                        <a:pt x="4231022" y="2691765"/>
                        <a:pt x="4231022" y="2661285"/>
                      </a:cubicBezTo>
                      <a:lnTo>
                        <a:pt x="4231022" y="173355"/>
                      </a:lnTo>
                      <a:cubicBezTo>
                        <a:pt x="4231022" y="142875"/>
                        <a:pt x="4205306" y="117157"/>
                        <a:pt x="4174826" y="117157"/>
                      </a:cubicBezTo>
                      <a:lnTo>
                        <a:pt x="3732866" y="117157"/>
                      </a:lnTo>
                      <a:cubicBezTo>
                        <a:pt x="3734770" y="79057"/>
                        <a:pt x="3735722" y="39052"/>
                        <a:pt x="3735722" y="952"/>
                      </a:cubicBezTo>
                      <a:lnTo>
                        <a:pt x="4254834" y="952"/>
                      </a:lnTo>
                      <a:cubicBezTo>
                        <a:pt x="4306270" y="952"/>
                        <a:pt x="4348180" y="41910"/>
                        <a:pt x="4348180" y="93345"/>
                      </a:cubicBezTo>
                      <a:lnTo>
                        <a:pt x="4348180" y="2739390"/>
                      </a:lnTo>
                      <a:cubicBezTo>
                        <a:pt x="4348180" y="2789872"/>
                        <a:pt x="4307222" y="2830830"/>
                        <a:pt x="4255786" y="2831783"/>
                      </a:cubicBezTo>
                      <a:lnTo>
                        <a:pt x="91457" y="2831783"/>
                      </a:lnTo>
                      <a:cubicBezTo>
                        <a:pt x="40022" y="2831783"/>
                        <a:pt x="-935" y="2789872"/>
                        <a:pt x="17" y="2739390"/>
                      </a:cubicBezTo>
                      <a:lnTo>
                        <a:pt x="17" y="92392"/>
                      </a:lnTo>
                      <a:cubicBezTo>
                        <a:pt x="17" y="41910"/>
                        <a:pt x="40975" y="0"/>
                        <a:pt x="92410" y="0"/>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73" name="Freeform: Shape 372">
                  <a:extLst>
                    <a:ext uri="{FF2B5EF4-FFF2-40B4-BE49-F238E27FC236}">
                      <a16:creationId xmlns:a16="http://schemas.microsoft.com/office/drawing/2014/main" id="{7E2853BE-9A58-A201-9BAE-C5CDA6A8BE2E}"/>
                    </a:ext>
                  </a:extLst>
                </p:cNvPr>
                <p:cNvSpPr/>
                <p:nvPr/>
              </p:nvSpPr>
              <p:spPr>
                <a:xfrm>
                  <a:off x="15675552" y="-3864298"/>
                  <a:ext cx="3890961" cy="2375535"/>
                </a:xfrm>
                <a:custGeom>
                  <a:avLst/>
                  <a:gdLst>
                    <a:gd name="connsiteX0" fmla="*/ 0 w 3890961"/>
                    <a:gd name="connsiteY0" fmla="*/ 0 h 2375535"/>
                    <a:gd name="connsiteX1" fmla="*/ 397192 w 3890961"/>
                    <a:gd name="connsiteY1" fmla="*/ 0 h 2375535"/>
                    <a:gd name="connsiteX2" fmla="*/ 3493769 w 3890961"/>
                    <a:gd name="connsiteY2" fmla="*/ 0 h 2375535"/>
                    <a:gd name="connsiteX3" fmla="*/ 3890961 w 3890961"/>
                    <a:gd name="connsiteY3" fmla="*/ 0 h 2375535"/>
                    <a:gd name="connsiteX4" fmla="*/ 3890961 w 3890961"/>
                    <a:gd name="connsiteY4" fmla="*/ 2375535 h 2375535"/>
                    <a:gd name="connsiteX5" fmla="*/ 0 w 3890961"/>
                    <a:gd name="connsiteY5" fmla="*/ 2375535 h 2375535"/>
                    <a:gd name="connsiteX6" fmla="*/ 0 w 3890961"/>
                    <a:gd name="connsiteY6" fmla="*/ 0 h 2375535"/>
                    <a:gd name="connsiteX7" fmla="*/ 1596361 w 3890961"/>
                    <a:gd name="connsiteY7" fmla="*/ 1716356 h 2375535"/>
                    <a:gd name="connsiteX8" fmla="*/ 1543049 w 3890961"/>
                    <a:gd name="connsiteY8" fmla="*/ 1749742 h 2375535"/>
                    <a:gd name="connsiteX9" fmla="*/ 1512569 w 3890961"/>
                    <a:gd name="connsiteY9" fmla="*/ 1819275 h 2375535"/>
                    <a:gd name="connsiteX10" fmla="*/ 1449705 w 3890961"/>
                    <a:gd name="connsiteY10" fmla="*/ 1767840 h 2375535"/>
                    <a:gd name="connsiteX11" fmla="*/ 1384935 w 3890961"/>
                    <a:gd name="connsiteY11" fmla="*/ 1821180 h 2375535"/>
                    <a:gd name="connsiteX12" fmla="*/ 1355407 w 3890961"/>
                    <a:gd name="connsiteY12" fmla="*/ 1751647 h 2375535"/>
                    <a:gd name="connsiteX13" fmla="*/ 1252537 w 3890961"/>
                    <a:gd name="connsiteY13" fmla="*/ 1797367 h 2375535"/>
                    <a:gd name="connsiteX14" fmla="*/ 1324927 w 3890961"/>
                    <a:gd name="connsiteY14" fmla="*/ 1964055 h 2375535"/>
                    <a:gd name="connsiteX15" fmla="*/ 1423987 w 3890961"/>
                    <a:gd name="connsiteY15" fmla="*/ 1971675 h 2375535"/>
                    <a:gd name="connsiteX16" fmla="*/ 1449705 w 3890961"/>
                    <a:gd name="connsiteY16" fmla="*/ 1931670 h 2375535"/>
                    <a:gd name="connsiteX17" fmla="*/ 1473517 w 3890961"/>
                    <a:gd name="connsiteY17" fmla="*/ 1970722 h 2375535"/>
                    <a:gd name="connsiteX18" fmla="*/ 1572577 w 3890961"/>
                    <a:gd name="connsiteY18" fmla="*/ 1964055 h 2375535"/>
                    <a:gd name="connsiteX19" fmla="*/ 1645921 w 3890961"/>
                    <a:gd name="connsiteY19" fmla="*/ 1794510 h 2375535"/>
                    <a:gd name="connsiteX20" fmla="*/ 1596361 w 3890961"/>
                    <a:gd name="connsiteY20" fmla="*/ 1716356 h 2375535"/>
                    <a:gd name="connsiteX21" fmla="*/ 2589083 w 3890961"/>
                    <a:gd name="connsiteY21" fmla="*/ 1716356 h 2375535"/>
                    <a:gd name="connsiteX22" fmla="*/ 2535555 w 3890961"/>
                    <a:gd name="connsiteY22" fmla="*/ 1749742 h 2375535"/>
                    <a:gd name="connsiteX23" fmla="*/ 2505075 w 3890961"/>
                    <a:gd name="connsiteY23" fmla="*/ 1819275 h 2375535"/>
                    <a:gd name="connsiteX24" fmla="*/ 2443161 w 3890961"/>
                    <a:gd name="connsiteY24" fmla="*/ 1767840 h 2375535"/>
                    <a:gd name="connsiteX25" fmla="*/ 2378393 w 3890961"/>
                    <a:gd name="connsiteY25" fmla="*/ 1821180 h 2375535"/>
                    <a:gd name="connsiteX26" fmla="*/ 2348865 w 3890961"/>
                    <a:gd name="connsiteY26" fmla="*/ 1751647 h 2375535"/>
                    <a:gd name="connsiteX27" fmla="*/ 2274569 w 3890961"/>
                    <a:gd name="connsiteY27" fmla="*/ 1722120 h 2375535"/>
                    <a:gd name="connsiteX28" fmla="*/ 2245995 w 3890961"/>
                    <a:gd name="connsiteY28" fmla="*/ 1797367 h 2375535"/>
                    <a:gd name="connsiteX29" fmla="*/ 2318385 w 3890961"/>
                    <a:gd name="connsiteY29" fmla="*/ 1964055 h 2375535"/>
                    <a:gd name="connsiteX30" fmla="*/ 2417445 w 3890961"/>
                    <a:gd name="connsiteY30" fmla="*/ 1971675 h 2375535"/>
                    <a:gd name="connsiteX31" fmla="*/ 2443161 w 3890961"/>
                    <a:gd name="connsiteY31" fmla="*/ 1931670 h 2375535"/>
                    <a:gd name="connsiteX32" fmla="*/ 2466975 w 3890961"/>
                    <a:gd name="connsiteY32" fmla="*/ 1970722 h 2375535"/>
                    <a:gd name="connsiteX33" fmla="*/ 2566035 w 3890961"/>
                    <a:gd name="connsiteY33" fmla="*/ 1964055 h 2375535"/>
                    <a:gd name="connsiteX34" fmla="*/ 2639377 w 3890961"/>
                    <a:gd name="connsiteY34" fmla="*/ 1794510 h 2375535"/>
                    <a:gd name="connsiteX35" fmla="*/ 2589083 w 3890961"/>
                    <a:gd name="connsiteY35" fmla="*/ 1716356 h 2375535"/>
                    <a:gd name="connsiteX36" fmla="*/ 2092661 w 3890961"/>
                    <a:gd name="connsiteY36" fmla="*/ 1716524 h 2375535"/>
                    <a:gd name="connsiteX37" fmla="*/ 2039301 w 3890961"/>
                    <a:gd name="connsiteY37" fmla="*/ 1749742 h 2375535"/>
                    <a:gd name="connsiteX38" fmla="*/ 2009775 w 3890961"/>
                    <a:gd name="connsiteY38" fmla="*/ 1819275 h 2375535"/>
                    <a:gd name="connsiteX39" fmla="*/ 1947861 w 3890961"/>
                    <a:gd name="connsiteY39" fmla="*/ 1767840 h 2375535"/>
                    <a:gd name="connsiteX40" fmla="*/ 1883093 w 3890961"/>
                    <a:gd name="connsiteY40" fmla="*/ 1821180 h 2375535"/>
                    <a:gd name="connsiteX41" fmla="*/ 1853565 w 3890961"/>
                    <a:gd name="connsiteY41" fmla="*/ 1751647 h 2375535"/>
                    <a:gd name="connsiteX42" fmla="*/ 1748789 w 3890961"/>
                    <a:gd name="connsiteY42" fmla="*/ 1797367 h 2375535"/>
                    <a:gd name="connsiteX43" fmla="*/ 1821181 w 3890961"/>
                    <a:gd name="connsiteY43" fmla="*/ 1964055 h 2375535"/>
                    <a:gd name="connsiteX44" fmla="*/ 1920241 w 3890961"/>
                    <a:gd name="connsiteY44" fmla="*/ 1971675 h 2375535"/>
                    <a:gd name="connsiteX45" fmla="*/ 1945957 w 3890961"/>
                    <a:gd name="connsiteY45" fmla="*/ 1931670 h 2375535"/>
                    <a:gd name="connsiteX46" fmla="*/ 1969769 w 3890961"/>
                    <a:gd name="connsiteY46" fmla="*/ 1970722 h 2375535"/>
                    <a:gd name="connsiteX47" fmla="*/ 2069781 w 3890961"/>
                    <a:gd name="connsiteY47" fmla="*/ 1964055 h 2375535"/>
                    <a:gd name="connsiteX48" fmla="*/ 2143125 w 3890961"/>
                    <a:gd name="connsiteY48" fmla="*/ 1794510 h 2375535"/>
                    <a:gd name="connsiteX49" fmla="*/ 2092661 w 3890961"/>
                    <a:gd name="connsiteY49" fmla="*/ 1716524 h 2375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890961" h="2375535">
                      <a:moveTo>
                        <a:pt x="0" y="0"/>
                      </a:moveTo>
                      <a:lnTo>
                        <a:pt x="397192" y="0"/>
                      </a:lnTo>
                      <a:cubicBezTo>
                        <a:pt x="681037" y="1807845"/>
                        <a:pt x="3212781" y="1806892"/>
                        <a:pt x="3493769" y="0"/>
                      </a:cubicBezTo>
                      <a:lnTo>
                        <a:pt x="3890961" y="0"/>
                      </a:lnTo>
                      <a:lnTo>
                        <a:pt x="3890961" y="2375535"/>
                      </a:lnTo>
                      <a:lnTo>
                        <a:pt x="0" y="2375535"/>
                      </a:lnTo>
                      <a:lnTo>
                        <a:pt x="0" y="0"/>
                      </a:lnTo>
                      <a:close/>
                      <a:moveTo>
                        <a:pt x="1596361" y="1716356"/>
                      </a:moveTo>
                      <a:cubicBezTo>
                        <a:pt x="1575509" y="1714827"/>
                        <a:pt x="1554121" y="1724382"/>
                        <a:pt x="1543049" y="1749742"/>
                      </a:cubicBezTo>
                      <a:lnTo>
                        <a:pt x="1512569" y="1819275"/>
                      </a:lnTo>
                      <a:cubicBezTo>
                        <a:pt x="1500187" y="1794510"/>
                        <a:pt x="1481137" y="1766887"/>
                        <a:pt x="1449705" y="1767840"/>
                      </a:cubicBezTo>
                      <a:cubicBezTo>
                        <a:pt x="1418273" y="1765935"/>
                        <a:pt x="1398269" y="1797367"/>
                        <a:pt x="1384935" y="1821180"/>
                      </a:cubicBezTo>
                      <a:cubicBezTo>
                        <a:pt x="1384935" y="1821180"/>
                        <a:pt x="1355407" y="1751647"/>
                        <a:pt x="1355407" y="1751647"/>
                      </a:cubicBezTo>
                      <a:cubicBezTo>
                        <a:pt x="1325881" y="1685925"/>
                        <a:pt x="1223009" y="1729740"/>
                        <a:pt x="1252537" y="1797367"/>
                      </a:cubicBezTo>
                      <a:cubicBezTo>
                        <a:pt x="1252537" y="1797367"/>
                        <a:pt x="1324927" y="1964055"/>
                        <a:pt x="1324927" y="1964055"/>
                      </a:cubicBezTo>
                      <a:cubicBezTo>
                        <a:pt x="1340167" y="2005965"/>
                        <a:pt x="1402081" y="2009775"/>
                        <a:pt x="1423987" y="1971675"/>
                      </a:cubicBezTo>
                      <a:lnTo>
                        <a:pt x="1449705" y="1931670"/>
                      </a:lnTo>
                      <a:cubicBezTo>
                        <a:pt x="1449705" y="1931670"/>
                        <a:pt x="1473517" y="1970722"/>
                        <a:pt x="1473517" y="1970722"/>
                      </a:cubicBezTo>
                      <a:cubicBezTo>
                        <a:pt x="1494473" y="2008822"/>
                        <a:pt x="1556385" y="2005012"/>
                        <a:pt x="1572577" y="1964055"/>
                      </a:cubicBezTo>
                      <a:lnTo>
                        <a:pt x="1645921" y="1794510"/>
                      </a:lnTo>
                      <a:cubicBezTo>
                        <a:pt x="1664375" y="1752243"/>
                        <a:pt x="1631111" y="1718905"/>
                        <a:pt x="1596361" y="1716356"/>
                      </a:cubicBezTo>
                      <a:close/>
                      <a:moveTo>
                        <a:pt x="2589083" y="1716356"/>
                      </a:moveTo>
                      <a:cubicBezTo>
                        <a:pt x="2568327" y="1714827"/>
                        <a:pt x="2546985" y="1724382"/>
                        <a:pt x="2535555" y="1749742"/>
                      </a:cubicBezTo>
                      <a:lnTo>
                        <a:pt x="2505075" y="1819275"/>
                      </a:lnTo>
                      <a:cubicBezTo>
                        <a:pt x="2492693" y="1794510"/>
                        <a:pt x="2474595" y="1766887"/>
                        <a:pt x="2443161" y="1767840"/>
                      </a:cubicBezTo>
                      <a:cubicBezTo>
                        <a:pt x="2413635" y="1764982"/>
                        <a:pt x="2391727" y="1798320"/>
                        <a:pt x="2378393" y="1821180"/>
                      </a:cubicBezTo>
                      <a:lnTo>
                        <a:pt x="2348865" y="1751647"/>
                      </a:lnTo>
                      <a:cubicBezTo>
                        <a:pt x="2336481" y="1723072"/>
                        <a:pt x="2303145" y="1710690"/>
                        <a:pt x="2274569" y="1722120"/>
                      </a:cubicBezTo>
                      <a:cubicBezTo>
                        <a:pt x="2245995" y="1735455"/>
                        <a:pt x="2233613" y="1768792"/>
                        <a:pt x="2245995" y="1797367"/>
                      </a:cubicBezTo>
                      <a:cubicBezTo>
                        <a:pt x="2245995" y="1797367"/>
                        <a:pt x="2318385" y="1964055"/>
                        <a:pt x="2318385" y="1964055"/>
                      </a:cubicBezTo>
                      <a:cubicBezTo>
                        <a:pt x="2334577" y="2005012"/>
                        <a:pt x="2395537" y="2009775"/>
                        <a:pt x="2417445" y="1971675"/>
                      </a:cubicBezTo>
                      <a:lnTo>
                        <a:pt x="2443161" y="1931670"/>
                      </a:lnTo>
                      <a:cubicBezTo>
                        <a:pt x="2443161" y="1931670"/>
                        <a:pt x="2466975" y="1970722"/>
                        <a:pt x="2466975" y="1970722"/>
                      </a:cubicBezTo>
                      <a:cubicBezTo>
                        <a:pt x="2488881" y="2008822"/>
                        <a:pt x="2550795" y="2005012"/>
                        <a:pt x="2566035" y="1964055"/>
                      </a:cubicBezTo>
                      <a:lnTo>
                        <a:pt x="2639377" y="1794510"/>
                      </a:lnTo>
                      <a:cubicBezTo>
                        <a:pt x="2656641" y="1752243"/>
                        <a:pt x="2623677" y="1718905"/>
                        <a:pt x="2589083" y="1716356"/>
                      </a:cubicBezTo>
                      <a:close/>
                      <a:moveTo>
                        <a:pt x="2092661" y="1716524"/>
                      </a:moveTo>
                      <a:cubicBezTo>
                        <a:pt x="2071761" y="1715140"/>
                        <a:pt x="2050373" y="1724739"/>
                        <a:pt x="2039301" y="1749742"/>
                      </a:cubicBezTo>
                      <a:lnTo>
                        <a:pt x="2009775" y="1819275"/>
                      </a:lnTo>
                      <a:cubicBezTo>
                        <a:pt x="1996441" y="1795462"/>
                        <a:pt x="1978341" y="1766887"/>
                        <a:pt x="1947861" y="1767840"/>
                      </a:cubicBezTo>
                      <a:cubicBezTo>
                        <a:pt x="1914525" y="1764982"/>
                        <a:pt x="1896427" y="1797367"/>
                        <a:pt x="1883093" y="1821180"/>
                      </a:cubicBezTo>
                      <a:cubicBezTo>
                        <a:pt x="1883093" y="1821180"/>
                        <a:pt x="1853565" y="1751647"/>
                        <a:pt x="1853565" y="1751647"/>
                      </a:cubicBezTo>
                      <a:cubicBezTo>
                        <a:pt x="1822133" y="1685925"/>
                        <a:pt x="1720215" y="1729740"/>
                        <a:pt x="1748789" y="1797367"/>
                      </a:cubicBezTo>
                      <a:cubicBezTo>
                        <a:pt x="1748789" y="1797367"/>
                        <a:pt x="1821181" y="1964055"/>
                        <a:pt x="1821181" y="1964055"/>
                      </a:cubicBezTo>
                      <a:cubicBezTo>
                        <a:pt x="1837373" y="2005965"/>
                        <a:pt x="1897381" y="2009775"/>
                        <a:pt x="1920241" y="1971675"/>
                      </a:cubicBezTo>
                      <a:lnTo>
                        <a:pt x="1945957" y="1931670"/>
                      </a:lnTo>
                      <a:cubicBezTo>
                        <a:pt x="1945957" y="1931670"/>
                        <a:pt x="1969769" y="1970722"/>
                        <a:pt x="1969769" y="1970722"/>
                      </a:cubicBezTo>
                      <a:cubicBezTo>
                        <a:pt x="1992629" y="2008822"/>
                        <a:pt x="2052637" y="2005012"/>
                        <a:pt x="2069781" y="1964055"/>
                      </a:cubicBezTo>
                      <a:lnTo>
                        <a:pt x="2143125" y="1794510"/>
                      </a:lnTo>
                      <a:cubicBezTo>
                        <a:pt x="2160985" y="1751648"/>
                        <a:pt x="2127499" y="1718831"/>
                        <a:pt x="2092661" y="1716524"/>
                      </a:cubicBezTo>
                      <a:close/>
                    </a:path>
                  </a:pathLst>
                </a:custGeom>
                <a:solidFill>
                  <a:srgbClr val="B85C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65" name="Freeform: Shape 364">
                  <a:extLst>
                    <a:ext uri="{FF2B5EF4-FFF2-40B4-BE49-F238E27FC236}">
                      <a16:creationId xmlns:a16="http://schemas.microsoft.com/office/drawing/2014/main" id="{E34F684B-8B7F-1426-7E00-82622FE52F53}"/>
                    </a:ext>
                  </a:extLst>
                </p:cNvPr>
                <p:cNvSpPr/>
                <p:nvPr/>
              </p:nvSpPr>
              <p:spPr>
                <a:xfrm>
                  <a:off x="15192633" y="-1148721"/>
                  <a:ext cx="4857751" cy="294323"/>
                </a:xfrm>
                <a:custGeom>
                  <a:avLst/>
                  <a:gdLst>
                    <a:gd name="connsiteX0" fmla="*/ 14288 w 4857751"/>
                    <a:gd name="connsiteY0" fmla="*/ 0 h 294323"/>
                    <a:gd name="connsiteX1" fmla="*/ 346710 w 4857751"/>
                    <a:gd name="connsiteY1" fmla="*/ 0 h 294323"/>
                    <a:gd name="connsiteX2" fmla="*/ 1426845 w 4857751"/>
                    <a:gd name="connsiteY2" fmla="*/ 953 h 294323"/>
                    <a:gd name="connsiteX3" fmla="*/ 1426845 w 4857751"/>
                    <a:gd name="connsiteY3" fmla="*/ 103823 h 294323"/>
                    <a:gd name="connsiteX4" fmla="*/ 1525905 w 4857751"/>
                    <a:gd name="connsiteY4" fmla="*/ 202883 h 294323"/>
                    <a:gd name="connsiteX5" fmla="*/ 3331845 w 4857751"/>
                    <a:gd name="connsiteY5" fmla="*/ 202883 h 294323"/>
                    <a:gd name="connsiteX6" fmla="*/ 3431859 w 4857751"/>
                    <a:gd name="connsiteY6" fmla="*/ 103823 h 294323"/>
                    <a:gd name="connsiteX7" fmla="*/ 3431859 w 4857751"/>
                    <a:gd name="connsiteY7" fmla="*/ 953 h 294323"/>
                    <a:gd name="connsiteX8" fmla="*/ 4511039 w 4857751"/>
                    <a:gd name="connsiteY8" fmla="*/ 0 h 294323"/>
                    <a:gd name="connsiteX9" fmla="*/ 4843463 w 4857751"/>
                    <a:gd name="connsiteY9" fmla="*/ 0 h 294323"/>
                    <a:gd name="connsiteX10" fmla="*/ 4857751 w 4857751"/>
                    <a:gd name="connsiteY10" fmla="*/ 14288 h 294323"/>
                    <a:gd name="connsiteX11" fmla="*/ 4857751 w 4857751"/>
                    <a:gd name="connsiteY11" fmla="*/ 280035 h 294323"/>
                    <a:gd name="connsiteX12" fmla="*/ 4843463 w 4857751"/>
                    <a:gd name="connsiteY12" fmla="*/ 294323 h 294323"/>
                    <a:gd name="connsiteX13" fmla="*/ 14288 w 4857751"/>
                    <a:gd name="connsiteY13" fmla="*/ 294323 h 294323"/>
                    <a:gd name="connsiteX14" fmla="*/ 0 w 4857751"/>
                    <a:gd name="connsiteY14" fmla="*/ 280035 h 294323"/>
                    <a:gd name="connsiteX15" fmla="*/ 0 w 4857751"/>
                    <a:gd name="connsiteY15" fmla="*/ 14288 h 294323"/>
                    <a:gd name="connsiteX16" fmla="*/ 14288 w 4857751"/>
                    <a:gd name="connsiteY16" fmla="*/ 0 h 29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57751" h="294323">
                      <a:moveTo>
                        <a:pt x="14288" y="0"/>
                      </a:moveTo>
                      <a:lnTo>
                        <a:pt x="346710" y="0"/>
                      </a:lnTo>
                      <a:cubicBezTo>
                        <a:pt x="345758" y="1906"/>
                        <a:pt x="1426845" y="953"/>
                        <a:pt x="1426845" y="953"/>
                      </a:cubicBezTo>
                      <a:lnTo>
                        <a:pt x="1426845" y="103823"/>
                      </a:lnTo>
                      <a:cubicBezTo>
                        <a:pt x="1426845" y="158116"/>
                        <a:pt x="1470660" y="202883"/>
                        <a:pt x="1525905" y="202883"/>
                      </a:cubicBezTo>
                      <a:lnTo>
                        <a:pt x="3331845" y="202883"/>
                      </a:lnTo>
                      <a:cubicBezTo>
                        <a:pt x="3387091" y="202883"/>
                        <a:pt x="3431859" y="159068"/>
                        <a:pt x="3431859" y="103823"/>
                      </a:cubicBezTo>
                      <a:lnTo>
                        <a:pt x="3431859" y="953"/>
                      </a:lnTo>
                      <a:cubicBezTo>
                        <a:pt x="3432811" y="0"/>
                        <a:pt x="4511039" y="1906"/>
                        <a:pt x="4511039" y="0"/>
                      </a:cubicBezTo>
                      <a:lnTo>
                        <a:pt x="4843463" y="0"/>
                      </a:lnTo>
                      <a:cubicBezTo>
                        <a:pt x="4852035" y="0"/>
                        <a:pt x="4857751" y="6668"/>
                        <a:pt x="4857751" y="14288"/>
                      </a:cubicBezTo>
                      <a:lnTo>
                        <a:pt x="4857751" y="280035"/>
                      </a:lnTo>
                      <a:cubicBezTo>
                        <a:pt x="4857751" y="288608"/>
                        <a:pt x="4851083" y="294323"/>
                        <a:pt x="4843463" y="294323"/>
                      </a:cubicBezTo>
                      <a:lnTo>
                        <a:pt x="14288" y="294323"/>
                      </a:lnTo>
                      <a:cubicBezTo>
                        <a:pt x="5715" y="294323"/>
                        <a:pt x="0" y="287656"/>
                        <a:pt x="0" y="280035"/>
                      </a:cubicBezTo>
                      <a:lnTo>
                        <a:pt x="0" y="14288"/>
                      </a:lnTo>
                      <a:cubicBezTo>
                        <a:pt x="0" y="6668"/>
                        <a:pt x="6668" y="0"/>
                        <a:pt x="14288" y="0"/>
                      </a:cubicBezTo>
                      <a:close/>
                    </a:path>
                  </a:pathLst>
                </a:custGeom>
                <a:solidFill>
                  <a:srgbClr val="0078D4"/>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63" name="Freeform: Shape 362">
                  <a:extLst>
                    <a:ext uri="{FF2B5EF4-FFF2-40B4-BE49-F238E27FC236}">
                      <a16:creationId xmlns:a16="http://schemas.microsoft.com/office/drawing/2014/main" id="{C471D423-CA26-3EE2-778B-FFBF8D6A6E1F}"/>
                    </a:ext>
                  </a:extLst>
                </p:cNvPr>
                <p:cNvSpPr/>
                <p:nvPr/>
              </p:nvSpPr>
              <p:spPr>
                <a:xfrm>
                  <a:off x="16730922" y="-1147768"/>
                  <a:ext cx="1781175" cy="89535"/>
                </a:xfrm>
                <a:custGeom>
                  <a:avLst/>
                  <a:gdLst>
                    <a:gd name="connsiteX0" fmla="*/ 0 w 1781175"/>
                    <a:gd name="connsiteY0" fmla="*/ 0 h 89535"/>
                    <a:gd name="connsiteX1" fmla="*/ 1781175 w 1781175"/>
                    <a:gd name="connsiteY1" fmla="*/ 0 h 89535"/>
                    <a:gd name="connsiteX2" fmla="*/ 1781175 w 1781175"/>
                    <a:gd name="connsiteY2" fmla="*/ 89535 h 89535"/>
                    <a:gd name="connsiteX3" fmla="*/ 0 w 1781175"/>
                    <a:gd name="connsiteY3" fmla="*/ 89535 h 89535"/>
                    <a:gd name="connsiteX4" fmla="*/ 0 w 1781175"/>
                    <a:gd name="connsiteY4" fmla="*/ 0 h 89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1175" h="89535">
                      <a:moveTo>
                        <a:pt x="0" y="0"/>
                      </a:moveTo>
                      <a:lnTo>
                        <a:pt x="1781175" y="0"/>
                      </a:lnTo>
                      <a:lnTo>
                        <a:pt x="1781175" y="89535"/>
                      </a:lnTo>
                      <a:lnTo>
                        <a:pt x="0" y="89535"/>
                      </a:lnTo>
                      <a:lnTo>
                        <a:pt x="0" y="0"/>
                      </a:lnTo>
                      <a:close/>
                    </a:path>
                  </a:pathLst>
                </a:custGeom>
                <a:solidFill>
                  <a:srgbClr val="0078D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spTree>
    <p:extLst>
      <p:ext uri="{BB962C8B-B14F-4D97-AF65-F5344CB8AC3E}">
        <p14:creationId xmlns:p14="http://schemas.microsoft.com/office/powerpoint/2010/main" val="2634737452"/>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Black Template">
  <a:themeElements>
    <a:clrScheme name="A123123">
      <a:dk1>
        <a:srgbClr val="000000"/>
      </a:dk1>
      <a:lt1>
        <a:srgbClr val="FFFFFF"/>
      </a:lt1>
      <a:dk2>
        <a:srgbClr val="463668"/>
      </a:dk2>
      <a:lt2>
        <a:srgbClr val="E8E6DF"/>
      </a:lt2>
      <a:accent1>
        <a:srgbClr val="463668"/>
      </a:accent1>
      <a:accent2>
        <a:srgbClr val="C5B4E3"/>
      </a:accent2>
      <a:accent3>
        <a:srgbClr val="C03BC4"/>
      </a:accent3>
      <a:accent4>
        <a:srgbClr val="8C8279"/>
      </a:accent4>
      <a:accent5>
        <a:srgbClr val="D59ED7"/>
      </a:accent5>
      <a:accent6>
        <a:srgbClr val="D7D2CB"/>
      </a:accent6>
      <a:hlink>
        <a:srgbClr val="8661C5"/>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CIO_Connections_16-9_Template" id="{6C8FA419-2AAC-A34A-97C0-3DCAB34170DC}" vid="{0D390DF1-26D7-B749-9D7B-A332EB6ADBBD}"/>
    </a:ext>
  </a:extLst>
</a:theme>
</file>

<file path=ppt/theme/theme3.xml><?xml version="1.0" encoding="utf-8"?>
<a:theme xmlns:a="http://schemas.openxmlformats.org/drawingml/2006/main" name="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12700">
          <a:solidFill>
            <a:srgbClr val="E8E6DF"/>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AzureTemplate_2023_v09" id="{84C66EF3-53A2-9A4F-A8C8-B123E5EB98BF}" vid="{4F8F454D-D741-BE40-A1B6-EA401B48B1B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1841</Words>
  <Application>Microsoft Office PowerPoint</Application>
  <PresentationFormat>Widescreen</PresentationFormat>
  <Paragraphs>188</Paragraphs>
  <Slides>12</Slides>
  <Notes>12</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12</vt:i4>
      </vt:variant>
    </vt:vector>
  </HeadingPairs>
  <TitlesOfParts>
    <vt:vector size="26" baseType="lpstr">
      <vt:lpstr>Aptos</vt:lpstr>
      <vt:lpstr>Aptos Display</vt:lpstr>
      <vt:lpstr>Arial</vt:lpstr>
      <vt:lpstr>Calibri</vt:lpstr>
      <vt:lpstr>graphik</vt:lpstr>
      <vt:lpstr>Segoe Sans Text</vt:lpstr>
      <vt:lpstr>Segoe Sans Text Semibold</vt:lpstr>
      <vt:lpstr>Segoe UI</vt:lpstr>
      <vt:lpstr>Segoe UI Semibold</vt:lpstr>
      <vt:lpstr>Söhne</vt:lpstr>
      <vt:lpstr>Wingdings</vt:lpstr>
      <vt:lpstr>Office Theme</vt:lpstr>
      <vt:lpstr>2_Black Template</vt:lpstr>
      <vt:lpstr>Azure 2023 Template</vt:lpstr>
      <vt:lpstr>Empower Every Team with Universal API Discovery and Access </vt:lpstr>
      <vt:lpstr> APIs have become ubiquitous</vt:lpstr>
      <vt:lpstr>API proliferation in Modern Enterprise Ecosystems</vt:lpstr>
      <vt:lpstr>Azure API platform</vt:lpstr>
      <vt:lpstr>PowerPoint Presentation</vt:lpstr>
      <vt:lpstr>PowerPoint Presentation</vt:lpstr>
      <vt:lpstr>Azure API Center</vt:lpstr>
      <vt:lpstr>Azure API Center: Centralized API Inventory for Seamless Discovery, Consumption, and Governance </vt:lpstr>
      <vt:lpstr>Build a Complete, Current Org-wide API Inventory</vt:lpstr>
      <vt:lpstr>Streamline API Governance</vt:lpstr>
      <vt:lpstr>Simplify API Discovery and Consumption</vt:lpstr>
      <vt:lpstr>Azure API Center is at the center of your API ecosystems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Emmanuel Bergerat</dc:creator>
  <cp:lastModifiedBy>Emmanuel Bergerat</cp:lastModifiedBy>
  <cp:revision>1</cp:revision>
  <dcterms:created xsi:type="dcterms:W3CDTF">2026-10-01T00:00:15Z</dcterms:created>
  <dcterms:modified xsi:type="dcterms:W3CDTF">2026-10-01T00:44:39Z</dcterms:modified>
</cp:coreProperties>
</file>